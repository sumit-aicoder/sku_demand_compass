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heme/theme3.xml" ContentType="application/vnd.openxmlformats-officedocument.them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.xml" ContentType="application/vnd.openxmlformats-officedocument.presentationml.notesSlide+xml"/>
  <Override PartName="/ppt/tags/tag42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4"/>
    <p:sldMasterId id="2147483843" r:id="rId5"/>
  </p:sldMasterIdLst>
  <p:notesMasterIdLst>
    <p:notesMasterId r:id="rId9"/>
  </p:notesMasterIdLst>
  <p:sldIdLst>
    <p:sldId id="364" r:id="rId6"/>
    <p:sldId id="299" r:id="rId7"/>
    <p:sldId id="2147483571" r:id="rId8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81C4803-39C1-0701-7BD8-22D194535582}" name="Niharika Thakur" initials="NT" userId="S::Niharika.Thakur@parthenon.ey.com::10428788-fd39-4c0f-a620-eeea7789f265" providerId="AD"/>
  <p188:author id="{6977E445-D965-C7D9-35D7-24E5F1D798A5}" name="Akhil R Nair" initials="AN" userId="S::Akhil.Nair@parthenon.ey.com::e6440bb6-1edf-4973-8515-be6ead47938e" providerId="AD"/>
  <p188:author id="{F418A758-4D82-7AD5-A18A-C5B5C2C9E276}" name="Abhinav Chauhan" initials="AC" userId="S::Abhinav.Chauhan1@parthenon.ey.com::38006b82-6b92-4f10-a158-5317a997c275" providerId="AD"/>
  <p188:author id="{75941C73-F149-C827-2B39-0966D056535D}" name="Megha Sharma" initials="" userId="S::Megha.Sharma3@parthenon.ey.com::d2fa2beb-22e3-4c3b-9868-fb86243d09f2" providerId="AD"/>
  <p188:author id="{D14607C0-89ED-2891-6D57-02B10EADB101}" name="Nitin Kumar" initials="NK" userId="S::Nitin.Kumar25@parthenon.ey.com::9dbdd21e-7e3d-49eb-a0dc-5925c0e41f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2F2"/>
    <a:srgbClr val="DDF4F1"/>
    <a:srgbClr val="1A9AFA"/>
    <a:srgbClr val="A3D7FD"/>
    <a:srgbClr val="EAF5FC"/>
    <a:srgbClr val="C8ECFA"/>
    <a:srgbClr val="F3F3F5"/>
    <a:srgbClr val="FFFFFF"/>
    <a:srgbClr val="F2F2F2"/>
    <a:srgbClr val="E9F3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415A89-837F-4AFE-97FC-566C774E5571}" v="1" dt="2026-08-25T14:55:09.329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hil R Nair" userId="e6440bb6-1edf-4973-8515-be6ead47938e" providerId="ADAL" clId="{E58DF766-A077-44D4-8C02-76DC13D80251}"/>
    <pc:docChg chg="undo custSel addSld delSld modSld addMainMaster delMainMaster delSection modSection">
      <pc:chgData name="Akhil R Nair" userId="e6440bb6-1edf-4973-8515-be6ead47938e" providerId="ADAL" clId="{E58DF766-A077-44D4-8C02-76DC13D80251}" dt="2026-08-25T14:55:09.309" v="135"/>
      <pc:docMkLst>
        <pc:docMk/>
      </pc:docMkLst>
      <pc:sldChg chg="del">
        <pc:chgData name="Akhil R Nair" userId="e6440bb6-1edf-4973-8515-be6ead47938e" providerId="ADAL" clId="{E58DF766-A077-44D4-8C02-76DC13D80251}" dt="2026-08-25T14:53:39.171" v="90" actId="47"/>
        <pc:sldMkLst>
          <pc:docMk/>
          <pc:sldMk cId="1232239961" sldId="256"/>
        </pc:sldMkLst>
      </pc:sldChg>
      <pc:sldChg chg="add del">
        <pc:chgData name="Akhil R Nair" userId="e6440bb6-1edf-4973-8515-be6ead47938e" providerId="ADAL" clId="{E58DF766-A077-44D4-8C02-76DC13D80251}" dt="2026-08-25T14:54:33.561" v="133" actId="47"/>
        <pc:sldMkLst>
          <pc:docMk/>
          <pc:sldMk cId="312024306" sldId="257"/>
        </pc:sldMkLst>
      </pc:sldChg>
      <pc:sldChg chg="del">
        <pc:chgData name="Akhil R Nair" userId="e6440bb6-1edf-4973-8515-be6ead47938e" providerId="ADAL" clId="{E58DF766-A077-44D4-8C02-76DC13D80251}" dt="2026-08-25T14:53:36.183" v="79" actId="47"/>
        <pc:sldMkLst>
          <pc:docMk/>
          <pc:sldMk cId="1493322334" sldId="258"/>
        </pc:sldMkLst>
      </pc:sldChg>
      <pc:sldChg chg="del">
        <pc:chgData name="Akhil R Nair" userId="e6440bb6-1edf-4973-8515-be6ead47938e" providerId="ADAL" clId="{E58DF766-A077-44D4-8C02-76DC13D80251}" dt="2026-08-25T14:53:37.099" v="83" actId="47"/>
        <pc:sldMkLst>
          <pc:docMk/>
          <pc:sldMk cId="2938881624" sldId="259"/>
        </pc:sldMkLst>
      </pc:sldChg>
      <pc:sldChg chg="del">
        <pc:chgData name="Akhil R Nair" userId="e6440bb6-1edf-4973-8515-be6ead47938e" providerId="ADAL" clId="{E58DF766-A077-44D4-8C02-76DC13D80251}" dt="2026-08-25T14:53:38.081" v="86" actId="47"/>
        <pc:sldMkLst>
          <pc:docMk/>
          <pc:sldMk cId="1175329833" sldId="260"/>
        </pc:sldMkLst>
      </pc:sldChg>
      <pc:sldChg chg="del">
        <pc:chgData name="Akhil R Nair" userId="e6440bb6-1edf-4973-8515-be6ead47938e" providerId="ADAL" clId="{E58DF766-A077-44D4-8C02-76DC13D80251}" dt="2026-08-25T14:53:24.619" v="22" actId="47"/>
        <pc:sldMkLst>
          <pc:docMk/>
          <pc:sldMk cId="2396253047" sldId="261"/>
        </pc:sldMkLst>
      </pc:sldChg>
      <pc:sldChg chg="del">
        <pc:chgData name="Akhil R Nair" userId="e6440bb6-1edf-4973-8515-be6ead47938e" providerId="ADAL" clId="{E58DF766-A077-44D4-8C02-76DC13D80251}" dt="2026-08-25T14:53:36.742" v="81" actId="47"/>
        <pc:sldMkLst>
          <pc:docMk/>
          <pc:sldMk cId="3047499374" sldId="262"/>
        </pc:sldMkLst>
      </pc:sldChg>
      <pc:sldChg chg="add del">
        <pc:chgData name="Akhil R Nair" userId="e6440bb6-1edf-4973-8515-be6ead47938e" providerId="ADAL" clId="{E58DF766-A077-44D4-8C02-76DC13D80251}" dt="2026-08-25T14:54:09.798" v="119" actId="47"/>
        <pc:sldMkLst>
          <pc:docMk/>
          <pc:sldMk cId="3528793202" sldId="263"/>
        </pc:sldMkLst>
      </pc:sldChg>
      <pc:sldChg chg="del">
        <pc:chgData name="Akhil R Nair" userId="e6440bb6-1edf-4973-8515-be6ead47938e" providerId="ADAL" clId="{E58DF766-A077-44D4-8C02-76DC13D80251}" dt="2026-08-25T14:53:36.830" v="82" actId="47"/>
        <pc:sldMkLst>
          <pc:docMk/>
          <pc:sldMk cId="2373179692" sldId="264"/>
        </pc:sldMkLst>
      </pc:sldChg>
      <pc:sldChg chg="add del">
        <pc:chgData name="Akhil R Nair" userId="e6440bb6-1edf-4973-8515-be6ead47938e" providerId="ADAL" clId="{E58DF766-A077-44D4-8C02-76DC13D80251}" dt="2026-08-25T14:54:11.422" v="121" actId="47"/>
        <pc:sldMkLst>
          <pc:docMk/>
          <pc:sldMk cId="196971390" sldId="265"/>
        </pc:sldMkLst>
      </pc:sldChg>
      <pc:sldChg chg="del">
        <pc:chgData name="Akhil R Nair" userId="e6440bb6-1edf-4973-8515-be6ead47938e" providerId="ADAL" clId="{E58DF766-A077-44D4-8C02-76DC13D80251}" dt="2026-08-25T14:53:24.517" v="21" actId="47"/>
        <pc:sldMkLst>
          <pc:docMk/>
          <pc:sldMk cId="2318019749" sldId="266"/>
        </pc:sldMkLst>
      </pc:sldChg>
      <pc:sldChg chg="del">
        <pc:chgData name="Akhil R Nair" userId="e6440bb6-1edf-4973-8515-be6ead47938e" providerId="ADAL" clId="{E58DF766-A077-44D4-8C02-76DC13D80251}" dt="2026-08-25T14:53:21.744" v="5" actId="47"/>
        <pc:sldMkLst>
          <pc:docMk/>
          <pc:sldMk cId="2724410411" sldId="267"/>
        </pc:sldMkLst>
      </pc:sldChg>
      <pc:sldChg chg="del">
        <pc:chgData name="Akhil R Nair" userId="e6440bb6-1edf-4973-8515-be6ead47938e" providerId="ADAL" clId="{E58DF766-A077-44D4-8C02-76DC13D80251}" dt="2026-08-25T14:53:22.037" v="7" actId="47"/>
        <pc:sldMkLst>
          <pc:docMk/>
          <pc:sldMk cId="2839188151" sldId="268"/>
        </pc:sldMkLst>
      </pc:sldChg>
      <pc:sldChg chg="del">
        <pc:chgData name="Akhil R Nair" userId="e6440bb6-1edf-4973-8515-be6ead47938e" providerId="ADAL" clId="{E58DF766-A077-44D4-8C02-76DC13D80251}" dt="2026-08-25T14:53:21.915" v="6" actId="47"/>
        <pc:sldMkLst>
          <pc:docMk/>
          <pc:sldMk cId="0" sldId="269"/>
        </pc:sldMkLst>
      </pc:sldChg>
      <pc:sldChg chg="del">
        <pc:chgData name="Akhil R Nair" userId="e6440bb6-1edf-4973-8515-be6ead47938e" providerId="ADAL" clId="{E58DF766-A077-44D4-8C02-76DC13D80251}" dt="2026-08-25T14:53:24.758" v="23" actId="47"/>
        <pc:sldMkLst>
          <pc:docMk/>
          <pc:sldMk cId="3745930112" sldId="270"/>
        </pc:sldMkLst>
      </pc:sldChg>
      <pc:sldChg chg="del">
        <pc:chgData name="Akhil R Nair" userId="e6440bb6-1edf-4973-8515-be6ead47938e" providerId="ADAL" clId="{E58DF766-A077-44D4-8C02-76DC13D80251}" dt="2026-08-25T14:53:22.279" v="8" actId="47"/>
        <pc:sldMkLst>
          <pc:docMk/>
          <pc:sldMk cId="3491645972" sldId="271"/>
        </pc:sldMkLst>
      </pc:sldChg>
      <pc:sldChg chg="del">
        <pc:chgData name="Akhil R Nair" userId="e6440bb6-1edf-4973-8515-be6ead47938e" providerId="ADAL" clId="{E58DF766-A077-44D4-8C02-76DC13D80251}" dt="2026-08-25T14:54:30.560" v="131" actId="47"/>
        <pc:sldMkLst>
          <pc:docMk/>
          <pc:sldMk cId="2110475245" sldId="272"/>
        </pc:sldMkLst>
      </pc:sldChg>
      <pc:sldChg chg="del">
        <pc:chgData name="Akhil R Nair" userId="e6440bb6-1edf-4973-8515-be6ead47938e" providerId="ADAL" clId="{E58DF766-A077-44D4-8C02-76DC13D80251}" dt="2026-08-25T14:53:25.077" v="25" actId="47"/>
        <pc:sldMkLst>
          <pc:docMk/>
          <pc:sldMk cId="527473706" sldId="273"/>
        </pc:sldMkLst>
      </pc:sldChg>
      <pc:sldChg chg="add del">
        <pc:chgData name="Akhil R Nair" userId="e6440bb6-1edf-4973-8515-be6ead47938e" providerId="ADAL" clId="{E58DF766-A077-44D4-8C02-76DC13D80251}" dt="2026-08-25T14:54:10.476" v="120" actId="47"/>
        <pc:sldMkLst>
          <pc:docMk/>
          <pc:sldMk cId="4232497992" sldId="274"/>
        </pc:sldMkLst>
      </pc:sldChg>
      <pc:sldChg chg="del">
        <pc:chgData name="Akhil R Nair" userId="e6440bb6-1edf-4973-8515-be6ead47938e" providerId="ADAL" clId="{E58DF766-A077-44D4-8C02-76DC13D80251}" dt="2026-08-25T14:53:24.968" v="24" actId="47"/>
        <pc:sldMkLst>
          <pc:docMk/>
          <pc:sldMk cId="924865821" sldId="275"/>
        </pc:sldMkLst>
      </pc:sldChg>
      <pc:sldChg chg="del">
        <pc:chgData name="Akhil R Nair" userId="e6440bb6-1edf-4973-8515-be6ead47938e" providerId="ADAL" clId="{E58DF766-A077-44D4-8C02-76DC13D80251}" dt="2026-08-25T14:53:38.854" v="89" actId="47"/>
        <pc:sldMkLst>
          <pc:docMk/>
          <pc:sldMk cId="936092178" sldId="276"/>
        </pc:sldMkLst>
      </pc:sldChg>
      <pc:sldChg chg="del">
        <pc:chgData name="Akhil R Nair" userId="e6440bb6-1edf-4973-8515-be6ead47938e" providerId="ADAL" clId="{E58DF766-A077-44D4-8C02-76DC13D80251}" dt="2026-08-25T14:53:24.323" v="19" actId="47"/>
        <pc:sldMkLst>
          <pc:docMk/>
          <pc:sldMk cId="1128980640" sldId="277"/>
        </pc:sldMkLst>
      </pc:sldChg>
      <pc:sldChg chg="del">
        <pc:chgData name="Akhil R Nair" userId="e6440bb6-1edf-4973-8515-be6ead47938e" providerId="ADAL" clId="{E58DF766-A077-44D4-8C02-76DC13D80251}" dt="2026-08-25T14:53:39.611" v="92" actId="47"/>
        <pc:sldMkLst>
          <pc:docMk/>
          <pc:sldMk cId="1254713840" sldId="278"/>
        </pc:sldMkLst>
      </pc:sldChg>
      <pc:sldChg chg="del">
        <pc:chgData name="Akhil R Nair" userId="e6440bb6-1edf-4973-8515-be6ead47938e" providerId="ADAL" clId="{E58DF766-A077-44D4-8C02-76DC13D80251}" dt="2026-08-25T14:53:38.261" v="87" actId="47"/>
        <pc:sldMkLst>
          <pc:docMk/>
          <pc:sldMk cId="4074105405" sldId="279"/>
        </pc:sldMkLst>
      </pc:sldChg>
      <pc:sldChg chg="del">
        <pc:chgData name="Akhil R Nair" userId="e6440bb6-1edf-4973-8515-be6ead47938e" providerId="ADAL" clId="{E58DF766-A077-44D4-8C02-76DC13D80251}" dt="2026-08-25T14:53:25.381" v="27" actId="47"/>
        <pc:sldMkLst>
          <pc:docMk/>
          <pc:sldMk cId="1950832759" sldId="280"/>
        </pc:sldMkLst>
      </pc:sldChg>
      <pc:sldChg chg="del">
        <pc:chgData name="Akhil R Nair" userId="e6440bb6-1edf-4973-8515-be6ead47938e" providerId="ADAL" clId="{E58DF766-A077-44D4-8C02-76DC13D80251}" dt="2026-08-25T14:53:26.676" v="34" actId="47"/>
        <pc:sldMkLst>
          <pc:docMk/>
          <pc:sldMk cId="4160421487" sldId="281"/>
        </pc:sldMkLst>
      </pc:sldChg>
      <pc:sldChg chg="del">
        <pc:chgData name="Akhil R Nair" userId="e6440bb6-1edf-4973-8515-be6ead47938e" providerId="ADAL" clId="{E58DF766-A077-44D4-8C02-76DC13D80251}" dt="2026-08-25T14:53:35.378" v="75" actId="47"/>
        <pc:sldMkLst>
          <pc:docMk/>
          <pc:sldMk cId="2548611308" sldId="282"/>
        </pc:sldMkLst>
      </pc:sldChg>
      <pc:sldChg chg="del">
        <pc:chgData name="Akhil R Nair" userId="e6440bb6-1edf-4973-8515-be6ead47938e" providerId="ADAL" clId="{E58DF766-A077-44D4-8C02-76DC13D80251}" dt="2026-08-25T14:53:37.931" v="84" actId="47"/>
        <pc:sldMkLst>
          <pc:docMk/>
          <pc:sldMk cId="942463636" sldId="283"/>
        </pc:sldMkLst>
      </pc:sldChg>
      <pc:sldChg chg="del">
        <pc:chgData name="Akhil R Nair" userId="e6440bb6-1edf-4973-8515-be6ead47938e" providerId="ADAL" clId="{E58DF766-A077-44D4-8C02-76DC13D80251}" dt="2026-08-25T14:53:25.589" v="28" actId="47"/>
        <pc:sldMkLst>
          <pc:docMk/>
          <pc:sldMk cId="3930947320" sldId="284"/>
        </pc:sldMkLst>
      </pc:sldChg>
      <pc:sldChg chg="del">
        <pc:chgData name="Akhil R Nair" userId="e6440bb6-1edf-4973-8515-be6ead47938e" providerId="ADAL" clId="{E58DF766-A077-44D4-8C02-76DC13D80251}" dt="2026-08-25T14:53:26.818" v="35" actId="47"/>
        <pc:sldMkLst>
          <pc:docMk/>
          <pc:sldMk cId="2422422535" sldId="285"/>
        </pc:sldMkLst>
      </pc:sldChg>
      <pc:sldChg chg="del">
        <pc:chgData name="Akhil R Nair" userId="e6440bb6-1edf-4973-8515-be6ead47938e" providerId="ADAL" clId="{E58DF766-A077-44D4-8C02-76DC13D80251}" dt="2026-08-25T14:53:25.769" v="29" actId="47"/>
        <pc:sldMkLst>
          <pc:docMk/>
          <pc:sldMk cId="4217351589" sldId="286"/>
        </pc:sldMkLst>
      </pc:sldChg>
      <pc:sldChg chg="del">
        <pc:chgData name="Akhil R Nair" userId="e6440bb6-1edf-4973-8515-be6ead47938e" providerId="ADAL" clId="{E58DF766-A077-44D4-8C02-76DC13D80251}" dt="2026-08-25T14:53:35.576" v="76" actId="47"/>
        <pc:sldMkLst>
          <pc:docMk/>
          <pc:sldMk cId="606761309" sldId="287"/>
        </pc:sldMkLst>
      </pc:sldChg>
      <pc:sldChg chg="del">
        <pc:chgData name="Akhil R Nair" userId="e6440bb6-1edf-4973-8515-be6ead47938e" providerId="ADAL" clId="{E58DF766-A077-44D4-8C02-76DC13D80251}" dt="2026-08-25T14:53:23.123" v="12" actId="47"/>
        <pc:sldMkLst>
          <pc:docMk/>
          <pc:sldMk cId="3536614747" sldId="288"/>
        </pc:sldMkLst>
      </pc:sldChg>
      <pc:sldChg chg="del">
        <pc:chgData name="Akhil R Nair" userId="e6440bb6-1edf-4973-8515-be6ead47938e" providerId="ADAL" clId="{E58DF766-A077-44D4-8C02-76DC13D80251}" dt="2026-08-25T14:53:21.099" v="1" actId="47"/>
        <pc:sldMkLst>
          <pc:docMk/>
          <pc:sldMk cId="3918935511" sldId="289"/>
        </pc:sldMkLst>
      </pc:sldChg>
      <pc:sldChg chg="del">
        <pc:chgData name="Akhil R Nair" userId="e6440bb6-1edf-4973-8515-be6ead47938e" providerId="ADAL" clId="{E58DF766-A077-44D4-8C02-76DC13D80251}" dt="2026-08-25T14:53:27.342" v="38" actId="47"/>
        <pc:sldMkLst>
          <pc:docMk/>
          <pc:sldMk cId="1342751763" sldId="290"/>
        </pc:sldMkLst>
      </pc:sldChg>
      <pc:sldChg chg="del">
        <pc:chgData name="Akhil R Nair" userId="e6440bb6-1edf-4973-8515-be6ead47938e" providerId="ADAL" clId="{E58DF766-A077-44D4-8C02-76DC13D80251}" dt="2026-08-25T14:53:26.271" v="32" actId="47"/>
        <pc:sldMkLst>
          <pc:docMk/>
          <pc:sldMk cId="332870114" sldId="291"/>
        </pc:sldMkLst>
      </pc:sldChg>
      <pc:sldChg chg="del">
        <pc:chgData name="Akhil R Nair" userId="e6440bb6-1edf-4973-8515-be6ead47938e" providerId="ADAL" clId="{E58DF766-A077-44D4-8C02-76DC13D80251}" dt="2026-08-25T14:53:38.021" v="85" actId="47"/>
        <pc:sldMkLst>
          <pc:docMk/>
          <pc:sldMk cId="2262949740" sldId="292"/>
        </pc:sldMkLst>
      </pc:sldChg>
      <pc:sldChg chg="del">
        <pc:chgData name="Akhil R Nair" userId="e6440bb6-1edf-4973-8515-be6ead47938e" providerId="ADAL" clId="{E58DF766-A077-44D4-8C02-76DC13D80251}" dt="2026-08-25T14:53:23" v="11" actId="47"/>
        <pc:sldMkLst>
          <pc:docMk/>
          <pc:sldMk cId="2020638363" sldId="293"/>
        </pc:sldMkLst>
      </pc:sldChg>
      <pc:sldChg chg="del">
        <pc:chgData name="Akhil R Nair" userId="e6440bb6-1edf-4973-8515-be6ead47938e" providerId="ADAL" clId="{E58DF766-A077-44D4-8C02-76DC13D80251}" dt="2026-08-25T14:53:22.867" v="10" actId="47"/>
        <pc:sldMkLst>
          <pc:docMk/>
          <pc:sldMk cId="390099876" sldId="294"/>
        </pc:sldMkLst>
      </pc:sldChg>
      <pc:sldChg chg="del">
        <pc:chgData name="Akhil R Nair" userId="e6440bb6-1edf-4973-8515-be6ead47938e" providerId="ADAL" clId="{E58DF766-A077-44D4-8C02-76DC13D80251}" dt="2026-08-25T14:53:22.721" v="9" actId="47"/>
        <pc:sldMkLst>
          <pc:docMk/>
          <pc:sldMk cId="926871233" sldId="295"/>
        </pc:sldMkLst>
      </pc:sldChg>
      <pc:sldChg chg="del">
        <pc:chgData name="Akhil R Nair" userId="e6440bb6-1edf-4973-8515-be6ead47938e" providerId="ADAL" clId="{E58DF766-A077-44D4-8C02-76DC13D80251}" dt="2026-08-25T14:53:24.110" v="17" actId="47"/>
        <pc:sldMkLst>
          <pc:docMk/>
          <pc:sldMk cId="2726411051" sldId="296"/>
        </pc:sldMkLst>
      </pc:sldChg>
      <pc:sldChg chg="del">
        <pc:chgData name="Akhil R Nair" userId="e6440bb6-1edf-4973-8515-be6ead47938e" providerId="ADAL" clId="{E58DF766-A077-44D4-8C02-76DC13D80251}" dt="2026-08-25T14:53:21.281" v="2" actId="47"/>
        <pc:sldMkLst>
          <pc:docMk/>
          <pc:sldMk cId="2190858495" sldId="297"/>
        </pc:sldMkLst>
      </pc:sldChg>
      <pc:sldChg chg="add del">
        <pc:chgData name="Akhil R Nair" userId="e6440bb6-1edf-4973-8515-be6ead47938e" providerId="ADAL" clId="{E58DF766-A077-44D4-8C02-76DC13D80251}" dt="2026-08-25T14:54:28.073" v="130" actId="47"/>
        <pc:sldMkLst>
          <pc:docMk/>
          <pc:sldMk cId="2555876962" sldId="298"/>
        </pc:sldMkLst>
      </pc:sldChg>
      <pc:sldChg chg="add del">
        <pc:chgData name="Akhil R Nair" userId="e6440bb6-1edf-4973-8515-be6ead47938e" providerId="ADAL" clId="{E58DF766-A077-44D4-8C02-76DC13D80251}" dt="2026-08-25T14:53:47.011" v="106" actId="47"/>
        <pc:sldMkLst>
          <pc:docMk/>
          <pc:sldMk cId="4284847802" sldId="299"/>
        </pc:sldMkLst>
      </pc:sldChg>
      <pc:sldChg chg="add del">
        <pc:chgData name="Akhil R Nair" userId="e6440bb6-1edf-4973-8515-be6ead47938e" providerId="ADAL" clId="{E58DF766-A077-44D4-8C02-76DC13D80251}" dt="2026-08-25T14:54:26.615" v="129" actId="47"/>
        <pc:sldMkLst>
          <pc:docMk/>
          <pc:sldMk cId="2884118749" sldId="300"/>
        </pc:sldMkLst>
      </pc:sldChg>
      <pc:sldChg chg="add del">
        <pc:chgData name="Akhil R Nair" userId="e6440bb6-1edf-4973-8515-be6ead47938e" providerId="ADAL" clId="{E58DF766-A077-44D4-8C02-76DC13D80251}" dt="2026-08-25T14:53:47.471" v="107" actId="47"/>
        <pc:sldMkLst>
          <pc:docMk/>
          <pc:sldMk cId="795075675" sldId="302"/>
        </pc:sldMkLst>
      </pc:sldChg>
      <pc:sldChg chg="add del">
        <pc:chgData name="Akhil R Nair" userId="e6440bb6-1edf-4973-8515-be6ead47938e" providerId="ADAL" clId="{E58DF766-A077-44D4-8C02-76DC13D80251}" dt="2026-08-25T14:53:47.735" v="108" actId="47"/>
        <pc:sldMkLst>
          <pc:docMk/>
          <pc:sldMk cId="4291516258" sldId="303"/>
        </pc:sldMkLst>
      </pc:sldChg>
      <pc:sldChg chg="del">
        <pc:chgData name="Akhil R Nair" userId="e6440bb6-1edf-4973-8515-be6ead47938e" providerId="ADAL" clId="{E58DF766-A077-44D4-8C02-76DC13D80251}" dt="2026-08-25T14:53:26.940" v="36" actId="47"/>
        <pc:sldMkLst>
          <pc:docMk/>
          <pc:sldMk cId="2550221501" sldId="305"/>
        </pc:sldMkLst>
      </pc:sldChg>
      <pc:sldChg chg="del">
        <pc:chgData name="Akhil R Nair" userId="e6440bb6-1edf-4973-8515-be6ead47938e" providerId="ADAL" clId="{E58DF766-A077-44D4-8C02-76DC13D80251}" dt="2026-08-25T14:53:24.222" v="18" actId="47"/>
        <pc:sldMkLst>
          <pc:docMk/>
          <pc:sldMk cId="2992941250" sldId="309"/>
        </pc:sldMkLst>
      </pc:sldChg>
      <pc:sldChg chg="del">
        <pc:chgData name="Akhil R Nair" userId="e6440bb6-1edf-4973-8515-be6ead47938e" providerId="ADAL" clId="{E58DF766-A077-44D4-8C02-76DC13D80251}" dt="2026-08-25T14:53:35.244" v="74" actId="47"/>
        <pc:sldMkLst>
          <pc:docMk/>
          <pc:sldMk cId="2154073189" sldId="311"/>
        </pc:sldMkLst>
      </pc:sldChg>
      <pc:sldChg chg="del">
        <pc:chgData name="Akhil R Nair" userId="e6440bb6-1edf-4973-8515-be6ead47938e" providerId="ADAL" clId="{E58DF766-A077-44D4-8C02-76DC13D80251}" dt="2026-08-25T14:53:29.680" v="51" actId="47"/>
        <pc:sldMkLst>
          <pc:docMk/>
          <pc:sldMk cId="2061762288" sldId="312"/>
        </pc:sldMkLst>
      </pc:sldChg>
      <pc:sldChg chg="del">
        <pc:chgData name="Akhil R Nair" userId="e6440bb6-1edf-4973-8515-be6ead47938e" providerId="ADAL" clId="{E58DF766-A077-44D4-8C02-76DC13D80251}" dt="2026-08-25T14:53:27.152" v="37" actId="47"/>
        <pc:sldMkLst>
          <pc:docMk/>
          <pc:sldMk cId="716622692" sldId="314"/>
        </pc:sldMkLst>
      </pc:sldChg>
      <pc:sldChg chg="del">
        <pc:chgData name="Akhil R Nair" userId="e6440bb6-1edf-4973-8515-be6ead47938e" providerId="ADAL" clId="{E58DF766-A077-44D4-8C02-76DC13D80251}" dt="2026-08-25T14:53:35.819" v="77" actId="47"/>
        <pc:sldMkLst>
          <pc:docMk/>
          <pc:sldMk cId="2988857351" sldId="315"/>
        </pc:sldMkLst>
      </pc:sldChg>
      <pc:sldChg chg="del">
        <pc:chgData name="Akhil R Nair" userId="e6440bb6-1edf-4973-8515-be6ead47938e" providerId="ADAL" clId="{E58DF766-A077-44D4-8C02-76DC13D80251}" dt="2026-08-25T14:53:20.926" v="0" actId="47"/>
        <pc:sldMkLst>
          <pc:docMk/>
          <pc:sldMk cId="3744252531" sldId="316"/>
        </pc:sldMkLst>
      </pc:sldChg>
      <pc:sldChg chg="del">
        <pc:chgData name="Akhil R Nair" userId="e6440bb6-1edf-4973-8515-be6ead47938e" providerId="ADAL" clId="{E58DF766-A077-44D4-8C02-76DC13D80251}" dt="2026-08-25T14:53:26.463" v="33" actId="47"/>
        <pc:sldMkLst>
          <pc:docMk/>
          <pc:sldMk cId="2401400808" sldId="318"/>
        </pc:sldMkLst>
      </pc:sldChg>
      <pc:sldChg chg="add del">
        <pc:chgData name="Akhil R Nair" userId="e6440bb6-1edf-4973-8515-be6ead47938e" providerId="ADAL" clId="{E58DF766-A077-44D4-8C02-76DC13D80251}" dt="2026-08-25T14:54:06.725" v="117" actId="47"/>
        <pc:sldMkLst>
          <pc:docMk/>
          <pc:sldMk cId="2320206192" sldId="319"/>
        </pc:sldMkLst>
      </pc:sldChg>
      <pc:sldChg chg="del">
        <pc:chgData name="Akhil R Nair" userId="e6440bb6-1edf-4973-8515-be6ead47938e" providerId="ADAL" clId="{E58DF766-A077-44D4-8C02-76DC13D80251}" dt="2026-08-25T14:54:32.147" v="132" actId="47"/>
        <pc:sldMkLst>
          <pc:docMk/>
          <pc:sldMk cId="1110381254" sldId="320"/>
        </pc:sldMkLst>
      </pc:sldChg>
      <pc:sldChg chg="del">
        <pc:chgData name="Akhil R Nair" userId="e6440bb6-1edf-4973-8515-be6ead47938e" providerId="ADAL" clId="{E58DF766-A077-44D4-8C02-76DC13D80251}" dt="2026-08-25T14:53:29.488" v="50" actId="47"/>
        <pc:sldMkLst>
          <pc:docMk/>
          <pc:sldMk cId="3443224276" sldId="321"/>
        </pc:sldMkLst>
      </pc:sldChg>
      <pc:sldChg chg="del">
        <pc:chgData name="Akhil R Nair" userId="e6440bb6-1edf-4973-8515-be6ead47938e" providerId="ADAL" clId="{E58DF766-A077-44D4-8C02-76DC13D80251}" dt="2026-08-25T14:53:29.388" v="49" actId="47"/>
        <pc:sldMkLst>
          <pc:docMk/>
          <pc:sldMk cId="1667855560" sldId="322"/>
        </pc:sldMkLst>
      </pc:sldChg>
      <pc:sldChg chg="del">
        <pc:chgData name="Akhil R Nair" userId="e6440bb6-1edf-4973-8515-be6ead47938e" providerId="ADAL" clId="{E58DF766-A077-44D4-8C02-76DC13D80251}" dt="2026-08-25T14:53:38.596" v="88" actId="47"/>
        <pc:sldMkLst>
          <pc:docMk/>
          <pc:sldMk cId="460574854" sldId="323"/>
        </pc:sldMkLst>
      </pc:sldChg>
      <pc:sldChg chg="del">
        <pc:chgData name="Akhil R Nair" userId="e6440bb6-1edf-4973-8515-be6ead47938e" providerId="ADAL" clId="{E58DF766-A077-44D4-8C02-76DC13D80251}" dt="2026-08-25T14:53:32.300" v="60" actId="47"/>
        <pc:sldMkLst>
          <pc:docMk/>
          <pc:sldMk cId="2134585623" sldId="326"/>
        </pc:sldMkLst>
      </pc:sldChg>
      <pc:sldChg chg="del">
        <pc:chgData name="Akhil R Nair" userId="e6440bb6-1edf-4973-8515-be6ead47938e" providerId="ADAL" clId="{E58DF766-A077-44D4-8C02-76DC13D80251}" dt="2026-08-25T14:53:31.952" v="59" actId="47"/>
        <pc:sldMkLst>
          <pc:docMk/>
          <pc:sldMk cId="3494878656" sldId="327"/>
        </pc:sldMkLst>
      </pc:sldChg>
      <pc:sldChg chg="del">
        <pc:chgData name="Akhil R Nair" userId="e6440bb6-1edf-4973-8515-be6ead47938e" providerId="ADAL" clId="{E58DF766-A077-44D4-8C02-76DC13D80251}" dt="2026-08-25T14:53:31.897" v="58" actId="47"/>
        <pc:sldMkLst>
          <pc:docMk/>
          <pc:sldMk cId="420295870" sldId="328"/>
        </pc:sldMkLst>
      </pc:sldChg>
      <pc:sldChg chg="del">
        <pc:chgData name="Akhil R Nair" userId="e6440bb6-1edf-4973-8515-be6ead47938e" providerId="ADAL" clId="{E58DF766-A077-44D4-8C02-76DC13D80251}" dt="2026-08-25T14:53:31.840" v="57" actId="47"/>
        <pc:sldMkLst>
          <pc:docMk/>
          <pc:sldMk cId="979088943" sldId="329"/>
        </pc:sldMkLst>
      </pc:sldChg>
      <pc:sldChg chg="del">
        <pc:chgData name="Akhil R Nair" userId="e6440bb6-1edf-4973-8515-be6ead47938e" providerId="ADAL" clId="{E58DF766-A077-44D4-8C02-76DC13D80251}" dt="2026-08-25T14:53:30.780" v="56" actId="47"/>
        <pc:sldMkLst>
          <pc:docMk/>
          <pc:sldMk cId="2397254834" sldId="330"/>
        </pc:sldMkLst>
      </pc:sldChg>
      <pc:sldChg chg="del">
        <pc:chgData name="Akhil R Nair" userId="e6440bb6-1edf-4973-8515-be6ead47938e" providerId="ADAL" clId="{E58DF766-A077-44D4-8C02-76DC13D80251}" dt="2026-08-25T14:53:30.488" v="55" actId="47"/>
        <pc:sldMkLst>
          <pc:docMk/>
          <pc:sldMk cId="33046697" sldId="331"/>
        </pc:sldMkLst>
      </pc:sldChg>
      <pc:sldChg chg="del">
        <pc:chgData name="Akhil R Nair" userId="e6440bb6-1edf-4973-8515-be6ead47938e" providerId="ADAL" clId="{E58DF766-A077-44D4-8C02-76DC13D80251}" dt="2026-08-25T14:53:36.009" v="78" actId="47"/>
        <pc:sldMkLst>
          <pc:docMk/>
          <pc:sldMk cId="940503296" sldId="334"/>
        </pc:sldMkLst>
      </pc:sldChg>
      <pc:sldChg chg="del">
        <pc:chgData name="Akhil R Nair" userId="e6440bb6-1edf-4973-8515-be6ead47938e" providerId="ADAL" clId="{E58DF766-A077-44D4-8C02-76DC13D80251}" dt="2026-08-25T14:53:30.264" v="54" actId="47"/>
        <pc:sldMkLst>
          <pc:docMk/>
          <pc:sldMk cId="3381109783" sldId="353"/>
        </pc:sldMkLst>
      </pc:sldChg>
      <pc:sldChg chg="del">
        <pc:chgData name="Akhil R Nair" userId="e6440bb6-1edf-4973-8515-be6ead47938e" providerId="ADAL" clId="{E58DF766-A077-44D4-8C02-76DC13D80251}" dt="2026-08-25T14:53:25.233" v="26" actId="47"/>
        <pc:sldMkLst>
          <pc:docMk/>
          <pc:sldMk cId="1938896118" sldId="367"/>
        </pc:sldMkLst>
      </pc:sldChg>
      <pc:sldChg chg="del">
        <pc:chgData name="Akhil R Nair" userId="e6440bb6-1edf-4973-8515-be6ead47938e" providerId="ADAL" clId="{E58DF766-A077-44D4-8C02-76DC13D80251}" dt="2026-08-25T14:53:28.873" v="46" actId="47"/>
        <pc:sldMkLst>
          <pc:docMk/>
          <pc:sldMk cId="1817254170" sldId="369"/>
        </pc:sldMkLst>
      </pc:sldChg>
      <pc:sldChg chg="del">
        <pc:chgData name="Akhil R Nair" userId="e6440bb6-1edf-4973-8515-be6ead47938e" providerId="ADAL" clId="{E58DF766-A077-44D4-8C02-76DC13D80251}" dt="2026-08-25T14:53:28.667" v="45" actId="47"/>
        <pc:sldMkLst>
          <pc:docMk/>
          <pc:sldMk cId="2210818975" sldId="370"/>
        </pc:sldMkLst>
      </pc:sldChg>
      <pc:sldChg chg="del">
        <pc:chgData name="Akhil R Nair" userId="e6440bb6-1edf-4973-8515-be6ead47938e" providerId="ADAL" clId="{E58DF766-A077-44D4-8C02-76DC13D80251}" dt="2026-08-25T14:53:30.083" v="53" actId="47"/>
        <pc:sldMkLst>
          <pc:docMk/>
          <pc:sldMk cId="2642776648" sldId="374"/>
        </pc:sldMkLst>
      </pc:sldChg>
      <pc:sldChg chg="del">
        <pc:chgData name="Akhil R Nair" userId="e6440bb6-1edf-4973-8515-be6ead47938e" providerId="ADAL" clId="{E58DF766-A077-44D4-8C02-76DC13D80251}" dt="2026-08-25T14:53:23.833" v="16" actId="47"/>
        <pc:sldMkLst>
          <pc:docMk/>
          <pc:sldMk cId="604725835" sldId="388"/>
        </pc:sldMkLst>
      </pc:sldChg>
      <pc:sldChg chg="del">
        <pc:chgData name="Akhil R Nair" userId="e6440bb6-1edf-4973-8515-be6ead47938e" providerId="ADAL" clId="{E58DF766-A077-44D4-8C02-76DC13D80251}" dt="2026-08-25T14:53:23.639" v="15" actId="47"/>
        <pc:sldMkLst>
          <pc:docMk/>
          <pc:sldMk cId="2885841930" sldId="389"/>
        </pc:sldMkLst>
      </pc:sldChg>
      <pc:sldChg chg="add del">
        <pc:chgData name="Akhil R Nair" userId="e6440bb6-1edf-4973-8515-be6ead47938e" providerId="ADAL" clId="{E58DF766-A077-44D4-8C02-76DC13D80251}" dt="2026-08-25T14:54:07.563" v="118" actId="47"/>
        <pc:sldMkLst>
          <pc:docMk/>
          <pc:sldMk cId="4189277358" sldId="409"/>
        </pc:sldMkLst>
      </pc:sldChg>
      <pc:sldChg chg="del">
        <pc:chgData name="Akhil R Nair" userId="e6440bb6-1edf-4973-8515-be6ead47938e" providerId="ADAL" clId="{E58DF766-A077-44D4-8C02-76DC13D80251}" dt="2026-08-25T14:53:28.408" v="44" actId="47"/>
        <pc:sldMkLst>
          <pc:docMk/>
          <pc:sldMk cId="4146866816" sldId="410"/>
        </pc:sldMkLst>
      </pc:sldChg>
      <pc:sldChg chg="del">
        <pc:chgData name="Akhil R Nair" userId="e6440bb6-1edf-4973-8515-be6ead47938e" providerId="ADAL" clId="{E58DF766-A077-44D4-8C02-76DC13D80251}" dt="2026-08-25T14:53:28.221" v="43" actId="47"/>
        <pc:sldMkLst>
          <pc:docMk/>
          <pc:sldMk cId="2972285860" sldId="411"/>
        </pc:sldMkLst>
      </pc:sldChg>
      <pc:sldChg chg="del">
        <pc:chgData name="Akhil R Nair" userId="e6440bb6-1edf-4973-8515-be6ead47938e" providerId="ADAL" clId="{E58DF766-A077-44D4-8C02-76DC13D80251}" dt="2026-08-25T14:53:28.032" v="42" actId="47"/>
        <pc:sldMkLst>
          <pc:docMk/>
          <pc:sldMk cId="1806456114" sldId="412"/>
        </pc:sldMkLst>
      </pc:sldChg>
      <pc:sldChg chg="del">
        <pc:chgData name="Akhil R Nair" userId="e6440bb6-1edf-4973-8515-be6ead47938e" providerId="ADAL" clId="{E58DF766-A077-44D4-8C02-76DC13D80251}" dt="2026-08-25T14:53:27.864" v="41" actId="47"/>
        <pc:sldMkLst>
          <pc:docMk/>
          <pc:sldMk cId="4054834218" sldId="413"/>
        </pc:sldMkLst>
      </pc:sldChg>
      <pc:sldChg chg="del">
        <pc:chgData name="Akhil R Nair" userId="e6440bb6-1edf-4973-8515-be6ead47938e" providerId="ADAL" clId="{E58DF766-A077-44D4-8C02-76DC13D80251}" dt="2026-08-25T14:53:27.672" v="40" actId="47"/>
        <pc:sldMkLst>
          <pc:docMk/>
          <pc:sldMk cId="1596888" sldId="414"/>
        </pc:sldMkLst>
      </pc:sldChg>
      <pc:sldChg chg="del">
        <pc:chgData name="Akhil R Nair" userId="e6440bb6-1edf-4973-8515-be6ead47938e" providerId="ADAL" clId="{E58DF766-A077-44D4-8C02-76DC13D80251}" dt="2026-08-25T14:53:27.526" v="39" actId="47"/>
        <pc:sldMkLst>
          <pc:docMk/>
          <pc:sldMk cId="3831921560" sldId="416"/>
        </pc:sldMkLst>
      </pc:sldChg>
      <pc:sldChg chg="del">
        <pc:chgData name="Akhil R Nair" userId="e6440bb6-1edf-4973-8515-be6ead47938e" providerId="ADAL" clId="{E58DF766-A077-44D4-8C02-76DC13D80251}" dt="2026-08-25T14:53:29.813" v="52" actId="47"/>
        <pc:sldMkLst>
          <pc:docMk/>
          <pc:sldMk cId="278458433" sldId="460"/>
        </pc:sldMkLst>
      </pc:sldChg>
      <pc:sldChg chg="add del">
        <pc:chgData name="Akhil R Nair" userId="e6440bb6-1edf-4973-8515-be6ead47938e" providerId="ADAL" clId="{E58DF766-A077-44D4-8C02-76DC13D80251}" dt="2026-08-25T14:54:25.577" v="128" actId="47"/>
        <pc:sldMkLst>
          <pc:docMk/>
          <pc:sldMk cId="2809432291" sldId="559"/>
        </pc:sldMkLst>
      </pc:sldChg>
      <pc:sldChg chg="del">
        <pc:chgData name="Akhil R Nair" userId="e6440bb6-1edf-4973-8515-be6ead47938e" providerId="ADAL" clId="{E58DF766-A077-44D4-8C02-76DC13D80251}" dt="2026-08-25T14:53:29.045" v="47" actId="47"/>
        <pc:sldMkLst>
          <pc:docMk/>
          <pc:sldMk cId="658309644" sldId="570"/>
        </pc:sldMkLst>
      </pc:sldChg>
      <pc:sldChg chg="del">
        <pc:chgData name="Akhil R Nair" userId="e6440bb6-1edf-4973-8515-be6ead47938e" providerId="ADAL" clId="{E58DF766-A077-44D4-8C02-76DC13D80251}" dt="2026-08-25T14:53:21.443" v="3" actId="47"/>
        <pc:sldMkLst>
          <pc:docMk/>
          <pc:sldMk cId="2711103948" sldId="811"/>
        </pc:sldMkLst>
      </pc:sldChg>
      <pc:sldChg chg="del">
        <pc:chgData name="Akhil R Nair" userId="e6440bb6-1edf-4973-8515-be6ead47938e" providerId="ADAL" clId="{E58DF766-A077-44D4-8C02-76DC13D80251}" dt="2026-08-25T14:53:34.785" v="72" actId="47"/>
        <pc:sldMkLst>
          <pc:docMk/>
          <pc:sldMk cId="2900303100" sldId="1811"/>
        </pc:sldMkLst>
      </pc:sldChg>
      <pc:sldChg chg="del">
        <pc:chgData name="Akhil R Nair" userId="e6440bb6-1edf-4973-8515-be6ead47938e" providerId="ADAL" clId="{E58DF766-A077-44D4-8C02-76DC13D80251}" dt="2026-08-25T14:53:34.608" v="71" actId="47"/>
        <pc:sldMkLst>
          <pc:docMk/>
          <pc:sldMk cId="3806335781" sldId="1812"/>
        </pc:sldMkLst>
      </pc:sldChg>
      <pc:sldChg chg="del">
        <pc:chgData name="Akhil R Nair" userId="e6440bb6-1edf-4973-8515-be6ead47938e" providerId="ADAL" clId="{E58DF766-A077-44D4-8C02-76DC13D80251}" dt="2026-08-25T14:53:34.389" v="70" actId="47"/>
        <pc:sldMkLst>
          <pc:docMk/>
          <pc:sldMk cId="2223992662" sldId="1813"/>
        </pc:sldMkLst>
      </pc:sldChg>
      <pc:sldChg chg="del">
        <pc:chgData name="Akhil R Nair" userId="e6440bb6-1edf-4973-8515-be6ead47938e" providerId="ADAL" clId="{E58DF766-A077-44D4-8C02-76DC13D80251}" dt="2026-08-25T14:53:34.999" v="73" actId="47"/>
        <pc:sldMkLst>
          <pc:docMk/>
          <pc:sldMk cId="2263351579" sldId="1947"/>
        </pc:sldMkLst>
      </pc:sldChg>
      <pc:sldChg chg="del">
        <pc:chgData name="Akhil R Nair" userId="e6440bb6-1edf-4973-8515-be6ead47938e" providerId="ADAL" clId="{E58DF766-A077-44D4-8C02-76DC13D80251}" dt="2026-08-25T14:53:36.388" v="80" actId="47"/>
        <pc:sldMkLst>
          <pc:docMk/>
          <pc:sldMk cId="3986332295" sldId="5484"/>
        </pc:sldMkLst>
      </pc:sldChg>
      <pc:sldChg chg="del">
        <pc:chgData name="Akhil R Nair" userId="e6440bb6-1edf-4973-8515-be6ead47938e" providerId="ADAL" clId="{E58DF766-A077-44D4-8C02-76DC13D80251}" dt="2026-08-25T14:53:33.451" v="65" actId="47"/>
        <pc:sldMkLst>
          <pc:docMk/>
          <pc:sldMk cId="3928249318" sldId="2142532385"/>
        </pc:sldMkLst>
      </pc:sldChg>
      <pc:sldChg chg="del">
        <pc:chgData name="Akhil R Nair" userId="e6440bb6-1edf-4973-8515-be6ead47938e" providerId="ADAL" clId="{E58DF766-A077-44D4-8C02-76DC13D80251}" dt="2026-08-25T14:53:33.230" v="64" actId="47"/>
        <pc:sldMkLst>
          <pc:docMk/>
          <pc:sldMk cId="2244224237" sldId="2142532535"/>
        </pc:sldMkLst>
      </pc:sldChg>
      <pc:sldChg chg="del">
        <pc:chgData name="Akhil R Nair" userId="e6440bb6-1edf-4973-8515-be6ead47938e" providerId="ADAL" clId="{E58DF766-A077-44D4-8C02-76DC13D80251}" dt="2026-08-25T14:53:32.953" v="62" actId="47"/>
        <pc:sldMkLst>
          <pc:docMk/>
          <pc:sldMk cId="2715402222" sldId="2142532731"/>
        </pc:sldMkLst>
      </pc:sldChg>
      <pc:sldChg chg="del">
        <pc:chgData name="Akhil R Nair" userId="e6440bb6-1edf-4973-8515-be6ead47938e" providerId="ADAL" clId="{E58DF766-A077-44D4-8C02-76DC13D80251}" dt="2026-08-25T14:53:33.683" v="66" actId="47"/>
        <pc:sldMkLst>
          <pc:docMk/>
          <pc:sldMk cId="470257637" sldId="2142532829"/>
        </pc:sldMkLst>
      </pc:sldChg>
      <pc:sldChg chg="del">
        <pc:chgData name="Akhil R Nair" userId="e6440bb6-1edf-4973-8515-be6ead47938e" providerId="ADAL" clId="{E58DF766-A077-44D4-8C02-76DC13D80251}" dt="2026-08-25T14:53:34.227" v="69" actId="47"/>
        <pc:sldMkLst>
          <pc:docMk/>
          <pc:sldMk cId="1319610498" sldId="2142532891"/>
        </pc:sldMkLst>
      </pc:sldChg>
      <pc:sldChg chg="del">
        <pc:chgData name="Akhil R Nair" userId="e6440bb6-1edf-4973-8515-be6ead47938e" providerId="ADAL" clId="{E58DF766-A077-44D4-8C02-76DC13D80251}" dt="2026-08-25T14:53:34.060" v="68" actId="47"/>
        <pc:sldMkLst>
          <pc:docMk/>
          <pc:sldMk cId="3704093058" sldId="2142532908"/>
        </pc:sldMkLst>
      </pc:sldChg>
      <pc:sldChg chg="del">
        <pc:chgData name="Akhil R Nair" userId="e6440bb6-1edf-4973-8515-be6ead47938e" providerId="ADAL" clId="{E58DF766-A077-44D4-8C02-76DC13D80251}" dt="2026-08-25T14:53:33.866" v="67" actId="47"/>
        <pc:sldMkLst>
          <pc:docMk/>
          <pc:sldMk cId="1196001506" sldId="2142532910"/>
        </pc:sldMkLst>
      </pc:sldChg>
      <pc:sldChg chg="del">
        <pc:chgData name="Akhil R Nair" userId="e6440bb6-1edf-4973-8515-be6ead47938e" providerId="ADAL" clId="{E58DF766-A077-44D4-8C02-76DC13D80251}" dt="2026-08-25T14:53:33.065" v="63" actId="47"/>
        <pc:sldMkLst>
          <pc:docMk/>
          <pc:sldMk cId="2659161489" sldId="2142532913"/>
        </pc:sldMkLst>
      </pc:sldChg>
      <pc:sldChg chg="del">
        <pc:chgData name="Akhil R Nair" userId="e6440bb6-1edf-4973-8515-be6ead47938e" providerId="ADAL" clId="{E58DF766-A077-44D4-8C02-76DC13D80251}" dt="2026-08-25T14:53:32.538" v="61" actId="47"/>
        <pc:sldMkLst>
          <pc:docMk/>
          <pc:sldMk cId="2819732439" sldId="2147469307"/>
        </pc:sldMkLst>
      </pc:sldChg>
      <pc:sldChg chg="del">
        <pc:chgData name="Akhil R Nair" userId="e6440bb6-1edf-4973-8515-be6ead47938e" providerId="ADAL" clId="{E58DF766-A077-44D4-8C02-76DC13D80251}" dt="2026-08-25T14:53:39.457" v="91" actId="47"/>
        <pc:sldMkLst>
          <pc:docMk/>
          <pc:sldMk cId="2679221521" sldId="2147469616"/>
        </pc:sldMkLst>
      </pc:sldChg>
      <pc:sldChg chg="add">
        <pc:chgData name="Akhil R Nair" userId="e6440bb6-1edf-4973-8515-be6ead47938e" providerId="ADAL" clId="{E58DF766-A077-44D4-8C02-76DC13D80251}" dt="2026-08-25T14:55:09.309" v="135"/>
        <pc:sldMkLst>
          <pc:docMk/>
          <pc:sldMk cId="1846951769" sldId="2147483571"/>
        </pc:sldMkLst>
      </pc:sldChg>
      <pc:sldChg chg="del">
        <pc:chgData name="Akhil R Nair" userId="e6440bb6-1edf-4973-8515-be6ead47938e" providerId="ADAL" clId="{E58DF766-A077-44D4-8C02-76DC13D80251}" dt="2026-08-25T14:53:29.271" v="48" actId="47"/>
        <pc:sldMkLst>
          <pc:docMk/>
          <pc:sldMk cId="1775556038" sldId="2147483599"/>
        </pc:sldMkLst>
      </pc:sldChg>
      <pc:sldChg chg="del">
        <pc:chgData name="Akhil R Nair" userId="e6440bb6-1edf-4973-8515-be6ead47938e" providerId="ADAL" clId="{E58DF766-A077-44D4-8C02-76DC13D80251}" dt="2026-08-25T14:53:26.092" v="31" actId="47"/>
        <pc:sldMkLst>
          <pc:docMk/>
          <pc:sldMk cId="3022007516" sldId="2147483601"/>
        </pc:sldMkLst>
      </pc:sldChg>
      <pc:sldChg chg="del">
        <pc:chgData name="Akhil R Nair" userId="e6440bb6-1edf-4973-8515-be6ead47938e" providerId="ADAL" clId="{E58DF766-A077-44D4-8C02-76DC13D80251}" dt="2026-08-25T14:53:23.479" v="14" actId="47"/>
        <pc:sldMkLst>
          <pc:docMk/>
          <pc:sldMk cId="143092072" sldId="2147483607"/>
        </pc:sldMkLst>
      </pc:sldChg>
      <pc:sldChg chg="del">
        <pc:chgData name="Akhil R Nair" userId="e6440bb6-1edf-4973-8515-be6ead47938e" providerId="ADAL" clId="{E58DF766-A077-44D4-8C02-76DC13D80251}" dt="2026-08-25T14:53:23.266" v="13" actId="47"/>
        <pc:sldMkLst>
          <pc:docMk/>
          <pc:sldMk cId="4273008163" sldId="2147483608"/>
        </pc:sldMkLst>
      </pc:sldChg>
      <pc:sldChg chg="del">
        <pc:chgData name="Akhil R Nair" userId="e6440bb6-1edf-4973-8515-be6ead47938e" providerId="ADAL" clId="{E58DF766-A077-44D4-8C02-76DC13D80251}" dt="2026-08-25T14:53:25.931" v="30" actId="47"/>
        <pc:sldMkLst>
          <pc:docMk/>
          <pc:sldMk cId="1242530300" sldId="2147483638"/>
        </pc:sldMkLst>
      </pc:sldChg>
      <pc:sldChg chg="del">
        <pc:chgData name="Akhil R Nair" userId="e6440bb6-1edf-4973-8515-be6ead47938e" providerId="ADAL" clId="{E58DF766-A077-44D4-8C02-76DC13D80251}" dt="2026-08-25T14:53:24.385" v="20" actId="47"/>
        <pc:sldMkLst>
          <pc:docMk/>
          <pc:sldMk cId="2922222045" sldId="2147483646"/>
        </pc:sldMkLst>
      </pc:sldChg>
      <pc:sldChg chg="del">
        <pc:chgData name="Akhil R Nair" userId="e6440bb6-1edf-4973-8515-be6ead47938e" providerId="ADAL" clId="{E58DF766-A077-44D4-8C02-76DC13D80251}" dt="2026-08-25T14:53:21.597" v="4" actId="47"/>
        <pc:sldMkLst>
          <pc:docMk/>
          <pc:sldMk cId="1204072220" sldId="2147483647"/>
        </pc:sldMkLst>
      </pc:sldChg>
      <pc:sldMasterChg chg="del delSldLayout">
        <pc:chgData name="Akhil R Nair" userId="e6440bb6-1edf-4973-8515-be6ead47938e" providerId="ADAL" clId="{E58DF766-A077-44D4-8C02-76DC13D80251}" dt="2026-08-25T14:53:36.742" v="81" actId="47"/>
        <pc:sldMasterMkLst>
          <pc:docMk/>
          <pc:sldMasterMk cId="3231369932" sldId="2147483671"/>
        </pc:sldMasterMkLst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2926075304" sldId="2147483672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3851620232" sldId="2147483673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2634975336" sldId="2147483674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127424693" sldId="2147483675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339105618" sldId="2147483676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3803586108" sldId="2147483677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2615297175" sldId="2147483678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2403252910" sldId="2147483679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2707945624" sldId="2147483680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2268295547" sldId="2147483681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3208757952" sldId="2147483682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3364624247" sldId="2147483683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2336149453" sldId="2147483684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1838636586" sldId="2147483685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2999721109" sldId="2147483686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3018072061" sldId="2147483687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1610916062" sldId="2147483688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3135221326" sldId="2147483690"/>
          </pc:sldLayoutMkLst>
        </pc:sldLayoutChg>
        <pc:sldLayoutChg chg="del">
          <pc:chgData name="Akhil R Nair" userId="e6440bb6-1edf-4973-8515-be6ead47938e" providerId="ADAL" clId="{E58DF766-A077-44D4-8C02-76DC13D80251}" dt="2026-08-25T14:53:29.388" v="49" actId="47"/>
          <pc:sldLayoutMkLst>
            <pc:docMk/>
            <pc:sldMasterMk cId="3231369932" sldId="2147483671"/>
            <pc:sldLayoutMk cId="3299368110" sldId="2147483691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942380331" sldId="2147483692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1751732177" sldId="2147483693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3667356777" sldId="2147483943"/>
          </pc:sldLayoutMkLst>
        </pc:sldLayoutChg>
        <pc:sldLayoutChg chg="del">
          <pc:chgData name="Akhil R Nair" userId="e6440bb6-1edf-4973-8515-be6ead47938e" providerId="ADAL" clId="{E58DF766-A077-44D4-8C02-76DC13D80251}" dt="2026-08-25T14:53:34.999" v="73" actId="47"/>
          <pc:sldLayoutMkLst>
            <pc:docMk/>
            <pc:sldMasterMk cId="3231369932" sldId="2147483671"/>
            <pc:sldLayoutMk cId="2500702279" sldId="2147483971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1031833932" sldId="2147483972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2321843592" sldId="2147483973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2986147989" sldId="2147483974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926944852" sldId="2147483975"/>
          </pc:sldLayoutMkLst>
        </pc:sldLayoutChg>
        <pc:sldLayoutChg chg="del">
          <pc:chgData name="Akhil R Nair" userId="e6440bb6-1edf-4973-8515-be6ead47938e" providerId="ADAL" clId="{E58DF766-A077-44D4-8C02-76DC13D80251}" dt="2026-08-25T14:53:34.227" v="69" actId="47"/>
          <pc:sldLayoutMkLst>
            <pc:docMk/>
            <pc:sldMasterMk cId="3231369932" sldId="2147483671"/>
            <pc:sldLayoutMk cId="62179929" sldId="2147483976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926944852" sldId="2147483983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1031833932" sldId="2147483984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2321843592" sldId="2147483985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2986147989" sldId="2147483986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1031833932" sldId="2147483989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2321843592" sldId="2147483990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2986147989" sldId="2147483991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926944852" sldId="2147483992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1327422518" sldId="2147483994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2986147989" sldId="2147483995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926944852" sldId="2147483996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1031833932" sldId="2147483997"/>
          </pc:sldLayoutMkLst>
        </pc:sldLayoutChg>
        <pc:sldLayoutChg chg="del">
          <pc:chgData name="Akhil R Nair" userId="e6440bb6-1edf-4973-8515-be6ead47938e" providerId="ADAL" clId="{E58DF766-A077-44D4-8C02-76DC13D80251}" dt="2026-08-25T14:53:36.742" v="81" actId="47"/>
          <pc:sldLayoutMkLst>
            <pc:docMk/>
            <pc:sldMasterMk cId="3231369932" sldId="2147483671"/>
            <pc:sldLayoutMk cId="2321843592" sldId="2147483998"/>
          </pc:sldLayoutMkLst>
        </pc:sldLayoutChg>
      </pc:sldMasterChg>
      <pc:sldMasterChg chg="del delSldLayout">
        <pc:chgData name="Akhil R Nair" userId="e6440bb6-1edf-4973-8515-be6ead47938e" providerId="ADAL" clId="{E58DF766-A077-44D4-8C02-76DC13D80251}" dt="2026-08-25T14:53:24.110" v="17" actId="47"/>
        <pc:sldMasterMkLst>
          <pc:docMk/>
          <pc:sldMasterMk cId="2933637042" sldId="2147483748"/>
        </pc:sldMasterMkLst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2560446246" sldId="2147483749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687699227" sldId="2147483750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108352267" sldId="2147483751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1206060237" sldId="2147483752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2329591364" sldId="2147483753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1816062566" sldId="2147483754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687030707" sldId="2147483755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1020573190" sldId="2147483756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3271559093" sldId="2147483757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656323384" sldId="2147483758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1868960171" sldId="2147483759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2310633887" sldId="2147483760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1411906189" sldId="2147483761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1782200956" sldId="2147483762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3261000813" sldId="2147483763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3847376658" sldId="2147483764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3931821955" sldId="2147483765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961134763" sldId="2147483766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3419082115" sldId="2147483767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1259286168" sldId="2147483768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1302548362" sldId="2147483769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2225884126" sldId="2147483770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1892750710" sldId="2147483771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63586148" sldId="2147483772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2974435468" sldId="2147483773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2670698816" sldId="2147483774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77030422" sldId="2147483775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815826272" sldId="2147483776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2935541102" sldId="2147483777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3827239768" sldId="2147483778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350895547" sldId="2147483779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3064698471" sldId="2147483780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4228895357" sldId="2147483781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2662562783" sldId="2147483782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4245815074" sldId="2147483783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2201681649" sldId="2147483784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3358667423" sldId="2147483785"/>
          </pc:sldLayoutMkLst>
        </pc:sldLayoutChg>
        <pc:sldLayoutChg chg="del">
          <pc:chgData name="Akhil R Nair" userId="e6440bb6-1edf-4973-8515-be6ead47938e" providerId="ADAL" clId="{E58DF766-A077-44D4-8C02-76DC13D80251}" dt="2026-08-25T14:53:24.110" v="17" actId="47"/>
          <pc:sldLayoutMkLst>
            <pc:docMk/>
            <pc:sldMasterMk cId="2933637042" sldId="2147483748"/>
            <pc:sldLayoutMk cId="214798913" sldId="2147483786"/>
          </pc:sldLayoutMkLst>
        </pc:sldLayoutChg>
      </pc:sldMasterChg>
      <pc:sldMasterChg chg="del delSldLayout">
        <pc:chgData name="Akhil R Nair" userId="e6440bb6-1edf-4973-8515-be6ead47938e" providerId="ADAL" clId="{E58DF766-A077-44D4-8C02-76DC13D80251}" dt="2026-08-25T14:54:30.560" v="131" actId="47"/>
        <pc:sldMasterMkLst>
          <pc:docMk/>
          <pc:sldMasterMk cId="1023088332" sldId="2147483787"/>
        </pc:sldMasterMkLst>
        <pc:sldLayoutChg chg="del">
          <pc:chgData name="Akhil R Nair" userId="e6440bb6-1edf-4973-8515-be6ead47938e" providerId="ADAL" clId="{E58DF766-A077-44D4-8C02-76DC13D80251}" dt="2026-08-25T14:54:30.560" v="131" actId="47"/>
          <pc:sldLayoutMkLst>
            <pc:docMk/>
            <pc:sldMasterMk cId="1023088332" sldId="2147483787"/>
            <pc:sldLayoutMk cId="2987369119" sldId="2147483788"/>
          </pc:sldLayoutMkLst>
        </pc:sldLayoutChg>
        <pc:sldLayoutChg chg="del">
          <pc:chgData name="Akhil R Nair" userId="e6440bb6-1edf-4973-8515-be6ead47938e" providerId="ADAL" clId="{E58DF766-A077-44D4-8C02-76DC13D80251}" dt="2026-08-25T14:54:30.560" v="131" actId="47"/>
          <pc:sldLayoutMkLst>
            <pc:docMk/>
            <pc:sldMasterMk cId="1023088332" sldId="2147483787"/>
            <pc:sldLayoutMk cId="3376276382" sldId="2147483789"/>
          </pc:sldLayoutMkLst>
        </pc:sldLayoutChg>
        <pc:sldLayoutChg chg="del">
          <pc:chgData name="Akhil R Nair" userId="e6440bb6-1edf-4973-8515-be6ead47938e" providerId="ADAL" clId="{E58DF766-A077-44D4-8C02-76DC13D80251}" dt="2026-08-25T14:54:30.560" v="131" actId="47"/>
          <pc:sldLayoutMkLst>
            <pc:docMk/>
            <pc:sldMasterMk cId="1023088332" sldId="2147483787"/>
            <pc:sldLayoutMk cId="1101981267" sldId="2147483790"/>
          </pc:sldLayoutMkLst>
        </pc:sldLayoutChg>
        <pc:sldLayoutChg chg="del">
          <pc:chgData name="Akhil R Nair" userId="e6440bb6-1edf-4973-8515-be6ead47938e" providerId="ADAL" clId="{E58DF766-A077-44D4-8C02-76DC13D80251}" dt="2026-08-25T14:54:30.560" v="131" actId="47"/>
          <pc:sldLayoutMkLst>
            <pc:docMk/>
            <pc:sldMasterMk cId="1023088332" sldId="2147483787"/>
            <pc:sldLayoutMk cId="3572345106" sldId="2147483791"/>
          </pc:sldLayoutMkLst>
        </pc:sldLayoutChg>
        <pc:sldLayoutChg chg="del">
          <pc:chgData name="Akhil R Nair" userId="e6440bb6-1edf-4973-8515-be6ead47938e" providerId="ADAL" clId="{E58DF766-A077-44D4-8C02-76DC13D80251}" dt="2026-08-25T14:54:30.560" v="131" actId="47"/>
          <pc:sldLayoutMkLst>
            <pc:docMk/>
            <pc:sldMasterMk cId="1023088332" sldId="2147483787"/>
            <pc:sldLayoutMk cId="1467405858" sldId="2147483792"/>
          </pc:sldLayoutMkLst>
        </pc:sldLayoutChg>
        <pc:sldLayoutChg chg="del">
          <pc:chgData name="Akhil R Nair" userId="e6440bb6-1edf-4973-8515-be6ead47938e" providerId="ADAL" clId="{E58DF766-A077-44D4-8C02-76DC13D80251}" dt="2026-08-25T14:54:30.560" v="131" actId="47"/>
          <pc:sldLayoutMkLst>
            <pc:docMk/>
            <pc:sldMasterMk cId="1023088332" sldId="2147483787"/>
            <pc:sldLayoutMk cId="2309276032" sldId="2147483793"/>
          </pc:sldLayoutMkLst>
        </pc:sldLayoutChg>
        <pc:sldLayoutChg chg="del">
          <pc:chgData name="Akhil R Nair" userId="e6440bb6-1edf-4973-8515-be6ead47938e" providerId="ADAL" clId="{E58DF766-A077-44D4-8C02-76DC13D80251}" dt="2026-08-25T14:54:30.560" v="131" actId="47"/>
          <pc:sldLayoutMkLst>
            <pc:docMk/>
            <pc:sldMasterMk cId="1023088332" sldId="2147483787"/>
            <pc:sldLayoutMk cId="2218227455" sldId="2147483794"/>
          </pc:sldLayoutMkLst>
        </pc:sldLayoutChg>
        <pc:sldLayoutChg chg="del">
          <pc:chgData name="Akhil R Nair" userId="e6440bb6-1edf-4973-8515-be6ead47938e" providerId="ADAL" clId="{E58DF766-A077-44D4-8C02-76DC13D80251}" dt="2026-08-25T14:54:30.560" v="131" actId="47"/>
          <pc:sldLayoutMkLst>
            <pc:docMk/>
            <pc:sldMasterMk cId="1023088332" sldId="2147483787"/>
            <pc:sldLayoutMk cId="3983763830" sldId="2147483795"/>
          </pc:sldLayoutMkLst>
        </pc:sldLayoutChg>
        <pc:sldLayoutChg chg="del">
          <pc:chgData name="Akhil R Nair" userId="e6440bb6-1edf-4973-8515-be6ead47938e" providerId="ADAL" clId="{E58DF766-A077-44D4-8C02-76DC13D80251}" dt="2026-08-25T14:54:30.560" v="131" actId="47"/>
          <pc:sldLayoutMkLst>
            <pc:docMk/>
            <pc:sldMasterMk cId="1023088332" sldId="2147483787"/>
            <pc:sldLayoutMk cId="2432851488" sldId="2147483796"/>
          </pc:sldLayoutMkLst>
        </pc:sldLayoutChg>
        <pc:sldLayoutChg chg="del">
          <pc:chgData name="Akhil R Nair" userId="e6440bb6-1edf-4973-8515-be6ead47938e" providerId="ADAL" clId="{E58DF766-A077-44D4-8C02-76DC13D80251}" dt="2026-08-25T14:54:30.560" v="131" actId="47"/>
          <pc:sldLayoutMkLst>
            <pc:docMk/>
            <pc:sldMasterMk cId="1023088332" sldId="2147483787"/>
            <pc:sldLayoutMk cId="4288177730" sldId="2147483797"/>
          </pc:sldLayoutMkLst>
        </pc:sldLayoutChg>
      </pc:sldMasterChg>
      <pc:sldMasterChg chg="add del addSldLayout delSldLayout">
        <pc:chgData name="Akhil R Nair" userId="e6440bb6-1edf-4973-8515-be6ead47938e" providerId="ADAL" clId="{E58DF766-A077-44D4-8C02-76DC13D80251}" dt="2026-08-25T14:54:06.725" v="117" actId="47"/>
        <pc:sldMasterMkLst>
          <pc:docMk/>
          <pc:sldMasterMk cId="737184009" sldId="2147483920"/>
        </pc:sldMasterMkLst>
        <pc:sldLayoutChg chg="add del">
          <pc:chgData name="Akhil R Nair" userId="e6440bb6-1edf-4973-8515-be6ead47938e" providerId="ADAL" clId="{E58DF766-A077-44D4-8C02-76DC13D80251}" dt="2026-08-25T14:54:06.725" v="117" actId="47"/>
          <pc:sldLayoutMkLst>
            <pc:docMk/>
            <pc:sldMasterMk cId="737184009" sldId="2147483920"/>
            <pc:sldLayoutMk cId="1268029877" sldId="2147483921"/>
          </pc:sldLayoutMkLst>
        </pc:sldLayoutChg>
        <pc:sldLayoutChg chg="add del">
          <pc:chgData name="Akhil R Nair" userId="e6440bb6-1edf-4973-8515-be6ead47938e" providerId="ADAL" clId="{E58DF766-A077-44D4-8C02-76DC13D80251}" dt="2026-08-25T14:54:06.725" v="117" actId="47"/>
          <pc:sldLayoutMkLst>
            <pc:docMk/>
            <pc:sldMasterMk cId="737184009" sldId="2147483920"/>
            <pc:sldLayoutMk cId="2298097324" sldId="2147483922"/>
          </pc:sldLayoutMkLst>
        </pc:sldLayoutChg>
        <pc:sldLayoutChg chg="add del">
          <pc:chgData name="Akhil R Nair" userId="e6440bb6-1edf-4973-8515-be6ead47938e" providerId="ADAL" clId="{E58DF766-A077-44D4-8C02-76DC13D80251}" dt="2026-08-25T14:54:06.725" v="117" actId="47"/>
          <pc:sldLayoutMkLst>
            <pc:docMk/>
            <pc:sldMasterMk cId="737184009" sldId="2147483920"/>
            <pc:sldLayoutMk cId="675750451" sldId="2147483923"/>
          </pc:sldLayoutMkLst>
        </pc:sldLayoutChg>
        <pc:sldLayoutChg chg="add del">
          <pc:chgData name="Akhil R Nair" userId="e6440bb6-1edf-4973-8515-be6ead47938e" providerId="ADAL" clId="{E58DF766-A077-44D4-8C02-76DC13D80251}" dt="2026-08-25T14:54:06.725" v="117" actId="47"/>
          <pc:sldLayoutMkLst>
            <pc:docMk/>
            <pc:sldMasterMk cId="737184009" sldId="2147483920"/>
            <pc:sldLayoutMk cId="3287068035" sldId="2147483924"/>
          </pc:sldLayoutMkLst>
        </pc:sldLayoutChg>
        <pc:sldLayoutChg chg="add del">
          <pc:chgData name="Akhil R Nair" userId="e6440bb6-1edf-4973-8515-be6ead47938e" providerId="ADAL" clId="{E58DF766-A077-44D4-8C02-76DC13D80251}" dt="2026-08-25T14:54:06.725" v="117" actId="47"/>
          <pc:sldLayoutMkLst>
            <pc:docMk/>
            <pc:sldMasterMk cId="737184009" sldId="2147483920"/>
            <pc:sldLayoutMk cId="1628029957" sldId="2147483925"/>
          </pc:sldLayoutMkLst>
        </pc:sldLayoutChg>
        <pc:sldLayoutChg chg="add del">
          <pc:chgData name="Akhil R Nair" userId="e6440bb6-1edf-4973-8515-be6ead47938e" providerId="ADAL" clId="{E58DF766-A077-44D4-8C02-76DC13D80251}" dt="2026-08-25T14:54:06.725" v="117" actId="47"/>
          <pc:sldLayoutMkLst>
            <pc:docMk/>
            <pc:sldMasterMk cId="737184009" sldId="2147483920"/>
            <pc:sldLayoutMk cId="3435649870" sldId="2147483926"/>
          </pc:sldLayoutMkLst>
        </pc:sldLayoutChg>
        <pc:sldLayoutChg chg="add del">
          <pc:chgData name="Akhil R Nair" userId="e6440bb6-1edf-4973-8515-be6ead47938e" providerId="ADAL" clId="{E58DF766-A077-44D4-8C02-76DC13D80251}" dt="2026-08-25T14:54:06.725" v="117" actId="47"/>
          <pc:sldLayoutMkLst>
            <pc:docMk/>
            <pc:sldMasterMk cId="737184009" sldId="2147483920"/>
            <pc:sldLayoutMk cId="524081429" sldId="2147483927"/>
          </pc:sldLayoutMkLst>
        </pc:sldLayoutChg>
        <pc:sldLayoutChg chg="add del">
          <pc:chgData name="Akhil R Nair" userId="e6440bb6-1edf-4973-8515-be6ead47938e" providerId="ADAL" clId="{E58DF766-A077-44D4-8C02-76DC13D80251}" dt="2026-08-25T14:54:06.725" v="117" actId="47"/>
          <pc:sldLayoutMkLst>
            <pc:docMk/>
            <pc:sldMasterMk cId="737184009" sldId="2147483920"/>
            <pc:sldLayoutMk cId="2438056737" sldId="2147483928"/>
          </pc:sldLayoutMkLst>
        </pc:sldLayoutChg>
        <pc:sldLayoutChg chg="add del">
          <pc:chgData name="Akhil R Nair" userId="e6440bb6-1edf-4973-8515-be6ead47938e" providerId="ADAL" clId="{E58DF766-A077-44D4-8C02-76DC13D80251}" dt="2026-08-25T14:54:06.725" v="117" actId="47"/>
          <pc:sldLayoutMkLst>
            <pc:docMk/>
            <pc:sldMasterMk cId="737184009" sldId="2147483920"/>
            <pc:sldLayoutMk cId="1611025997" sldId="2147483929"/>
          </pc:sldLayoutMkLst>
        </pc:sldLayoutChg>
        <pc:sldLayoutChg chg="add del">
          <pc:chgData name="Akhil R Nair" userId="e6440bb6-1edf-4973-8515-be6ead47938e" providerId="ADAL" clId="{E58DF766-A077-44D4-8C02-76DC13D80251}" dt="2026-08-25T14:54:06.725" v="117" actId="47"/>
          <pc:sldLayoutMkLst>
            <pc:docMk/>
            <pc:sldMasterMk cId="737184009" sldId="2147483920"/>
            <pc:sldLayoutMk cId="1167758882" sldId="2147483930"/>
          </pc:sldLayoutMkLst>
        </pc:sldLayoutChg>
        <pc:sldLayoutChg chg="add del">
          <pc:chgData name="Akhil R Nair" userId="e6440bb6-1edf-4973-8515-be6ead47938e" providerId="ADAL" clId="{E58DF766-A077-44D4-8C02-76DC13D80251}" dt="2026-08-25T14:54:06.725" v="117" actId="47"/>
          <pc:sldLayoutMkLst>
            <pc:docMk/>
            <pc:sldMasterMk cId="737184009" sldId="2147483920"/>
            <pc:sldLayoutMk cId="1980579791" sldId="2147483931"/>
          </pc:sldLayoutMkLst>
        </pc:sldLayoutChg>
      </pc:sldMasterChg>
      <pc:sldMasterChg chg="del delSldLayout">
        <pc:chgData name="Akhil R Nair" userId="e6440bb6-1edf-4973-8515-be6ead47938e" providerId="ADAL" clId="{E58DF766-A077-44D4-8C02-76DC13D80251}" dt="2026-08-25T14:53:39.457" v="91" actId="47"/>
        <pc:sldMasterMkLst>
          <pc:docMk/>
          <pc:sldMasterMk cId="1913349562" sldId="2147483936"/>
        </pc:sldMasterMkLst>
        <pc:sldLayoutChg chg="del">
          <pc:chgData name="Akhil R Nair" userId="e6440bb6-1edf-4973-8515-be6ead47938e" providerId="ADAL" clId="{E58DF766-A077-44D4-8C02-76DC13D80251}" dt="2026-08-25T14:53:39.457" v="91" actId="47"/>
          <pc:sldLayoutMkLst>
            <pc:docMk/>
            <pc:sldMasterMk cId="1913349562" sldId="2147483936"/>
            <pc:sldLayoutMk cId="3638231470" sldId="2147483937"/>
          </pc:sldLayoutMkLst>
        </pc:sldLayoutChg>
        <pc:sldLayoutChg chg="del">
          <pc:chgData name="Akhil R Nair" userId="e6440bb6-1edf-4973-8515-be6ead47938e" providerId="ADAL" clId="{E58DF766-A077-44D4-8C02-76DC13D80251}" dt="2026-08-25T14:53:39.457" v="91" actId="47"/>
          <pc:sldLayoutMkLst>
            <pc:docMk/>
            <pc:sldMasterMk cId="1913349562" sldId="2147483936"/>
            <pc:sldLayoutMk cId="3473763746" sldId="2147483938"/>
          </pc:sldLayoutMkLst>
        </pc:sldLayoutChg>
        <pc:sldLayoutChg chg="del">
          <pc:chgData name="Akhil R Nair" userId="e6440bb6-1edf-4973-8515-be6ead47938e" providerId="ADAL" clId="{E58DF766-A077-44D4-8C02-76DC13D80251}" dt="2026-08-25T14:53:39.457" v="91" actId="47"/>
          <pc:sldLayoutMkLst>
            <pc:docMk/>
            <pc:sldMasterMk cId="1913349562" sldId="2147483936"/>
            <pc:sldLayoutMk cId="450183692" sldId="2147483939"/>
          </pc:sldLayoutMkLst>
        </pc:sldLayoutChg>
        <pc:sldLayoutChg chg="del">
          <pc:chgData name="Akhil R Nair" userId="e6440bb6-1edf-4973-8515-be6ead47938e" providerId="ADAL" clId="{E58DF766-A077-44D4-8C02-76DC13D80251}" dt="2026-08-25T14:53:39.457" v="91" actId="47"/>
          <pc:sldLayoutMkLst>
            <pc:docMk/>
            <pc:sldMasterMk cId="1913349562" sldId="2147483936"/>
            <pc:sldLayoutMk cId="953784263" sldId="2147483940"/>
          </pc:sldLayoutMkLst>
        </pc:sldLayoutChg>
        <pc:sldLayoutChg chg="del">
          <pc:chgData name="Akhil R Nair" userId="e6440bb6-1edf-4973-8515-be6ead47938e" providerId="ADAL" clId="{E58DF766-A077-44D4-8C02-76DC13D80251}" dt="2026-08-25T14:53:39.457" v="91" actId="47"/>
          <pc:sldLayoutMkLst>
            <pc:docMk/>
            <pc:sldMasterMk cId="1913349562" sldId="2147483936"/>
            <pc:sldLayoutMk cId="1959585045" sldId="2147483941"/>
          </pc:sldLayoutMkLst>
        </pc:sldLayoutChg>
        <pc:sldLayoutChg chg="del">
          <pc:chgData name="Akhil R Nair" userId="e6440bb6-1edf-4973-8515-be6ead47938e" providerId="ADAL" clId="{E58DF766-A077-44D4-8C02-76DC13D80251}" dt="2026-08-25T14:53:32.538" v="61" actId="47"/>
          <pc:sldLayoutMkLst>
            <pc:docMk/>
            <pc:sldMasterMk cId="1913349562" sldId="2147483936"/>
            <pc:sldLayoutMk cId="3420352027" sldId="2147483942"/>
          </pc:sldLayoutMkLst>
        </pc:sldLayoutChg>
      </pc:sldMasterChg>
      <pc:sldMasterChg chg="del delSldLayout">
        <pc:chgData name="Akhil R Nair" userId="e6440bb6-1edf-4973-8515-be6ead47938e" providerId="ADAL" clId="{E58DF766-A077-44D4-8C02-76DC13D80251}" dt="2026-08-25T14:53:37.099" v="83" actId="47"/>
        <pc:sldMasterMkLst>
          <pc:docMk/>
          <pc:sldMasterMk cId="2462972308" sldId="2147483944"/>
        </pc:sldMasterMkLst>
        <pc:sldLayoutChg chg="del">
          <pc:chgData name="Akhil R Nair" userId="e6440bb6-1edf-4973-8515-be6ead47938e" providerId="ADAL" clId="{E58DF766-A077-44D4-8C02-76DC13D80251}" dt="2026-08-25T14:53:37.099" v="83" actId="47"/>
          <pc:sldLayoutMkLst>
            <pc:docMk/>
            <pc:sldMasterMk cId="2462972308" sldId="2147483944"/>
            <pc:sldLayoutMk cId="334543049" sldId="2147483945"/>
          </pc:sldLayoutMkLst>
        </pc:sldLayoutChg>
        <pc:sldLayoutChg chg="del">
          <pc:chgData name="Akhil R Nair" userId="e6440bb6-1edf-4973-8515-be6ead47938e" providerId="ADAL" clId="{E58DF766-A077-44D4-8C02-76DC13D80251}" dt="2026-08-25T14:53:37.099" v="83" actId="47"/>
          <pc:sldLayoutMkLst>
            <pc:docMk/>
            <pc:sldMasterMk cId="2462972308" sldId="2147483944"/>
            <pc:sldLayoutMk cId="2473731286" sldId="2147483946"/>
          </pc:sldLayoutMkLst>
        </pc:sldLayoutChg>
        <pc:sldLayoutChg chg="del">
          <pc:chgData name="Akhil R Nair" userId="e6440bb6-1edf-4973-8515-be6ead47938e" providerId="ADAL" clId="{E58DF766-A077-44D4-8C02-76DC13D80251}" dt="2026-08-25T14:53:37.099" v="83" actId="47"/>
          <pc:sldLayoutMkLst>
            <pc:docMk/>
            <pc:sldMasterMk cId="2462972308" sldId="2147483944"/>
            <pc:sldLayoutMk cId="3641712698" sldId="2147483947"/>
          </pc:sldLayoutMkLst>
        </pc:sldLayoutChg>
        <pc:sldLayoutChg chg="del">
          <pc:chgData name="Akhil R Nair" userId="e6440bb6-1edf-4973-8515-be6ead47938e" providerId="ADAL" clId="{E58DF766-A077-44D4-8C02-76DC13D80251}" dt="2026-08-25T14:53:37.099" v="83" actId="47"/>
          <pc:sldLayoutMkLst>
            <pc:docMk/>
            <pc:sldMasterMk cId="2462972308" sldId="2147483944"/>
            <pc:sldLayoutMk cId="1546458066" sldId="2147483948"/>
          </pc:sldLayoutMkLst>
        </pc:sldLayoutChg>
        <pc:sldLayoutChg chg="del">
          <pc:chgData name="Akhil R Nair" userId="e6440bb6-1edf-4973-8515-be6ead47938e" providerId="ADAL" clId="{E58DF766-A077-44D4-8C02-76DC13D80251}" dt="2026-08-25T14:53:37.099" v="83" actId="47"/>
          <pc:sldLayoutMkLst>
            <pc:docMk/>
            <pc:sldMasterMk cId="2462972308" sldId="2147483944"/>
            <pc:sldLayoutMk cId="677630673" sldId="2147483949"/>
          </pc:sldLayoutMkLst>
        </pc:sldLayoutChg>
        <pc:sldLayoutChg chg="del">
          <pc:chgData name="Akhil R Nair" userId="e6440bb6-1edf-4973-8515-be6ead47938e" providerId="ADAL" clId="{E58DF766-A077-44D4-8C02-76DC13D80251}" dt="2026-08-25T14:53:36.388" v="80" actId="47"/>
          <pc:sldLayoutMkLst>
            <pc:docMk/>
            <pc:sldMasterMk cId="2462972308" sldId="2147483944"/>
            <pc:sldLayoutMk cId="2285516182" sldId="2147483987"/>
          </pc:sldLayoutMkLst>
        </pc:sldLayoutChg>
        <pc:sldLayoutChg chg="del">
          <pc:chgData name="Akhil R Nair" userId="e6440bb6-1edf-4973-8515-be6ead47938e" providerId="ADAL" clId="{E58DF766-A077-44D4-8C02-76DC13D80251}" dt="2026-08-25T14:53:21.597" v="4" actId="47"/>
          <pc:sldLayoutMkLst>
            <pc:docMk/>
            <pc:sldMasterMk cId="2462972308" sldId="2147483944"/>
            <pc:sldLayoutMk cId="1093240122" sldId="2147483993"/>
          </pc:sldLayoutMkLst>
        </pc:sldLayoutChg>
      </pc:sldMasterChg>
      <pc:sldMasterChg chg="del delSldLayout">
        <pc:chgData name="Akhil R Nair" userId="e6440bb6-1edf-4973-8515-be6ead47938e" providerId="ADAL" clId="{E58DF766-A077-44D4-8C02-76DC13D80251}" dt="2026-08-25T14:53:23.833" v="16" actId="47"/>
        <pc:sldMasterMkLst>
          <pc:docMk/>
          <pc:sldMasterMk cId="3824877860" sldId="2147483950"/>
        </pc:sldMasterMkLst>
        <pc:sldLayoutChg chg="del">
          <pc:chgData name="Akhil R Nair" userId="e6440bb6-1edf-4973-8515-be6ead47938e" providerId="ADAL" clId="{E58DF766-A077-44D4-8C02-76DC13D80251}" dt="2026-08-25T14:53:23.833" v="16" actId="47"/>
          <pc:sldLayoutMkLst>
            <pc:docMk/>
            <pc:sldMasterMk cId="3824877860" sldId="2147483950"/>
            <pc:sldLayoutMk cId="704096238" sldId="2147483951"/>
          </pc:sldLayoutMkLst>
        </pc:sldLayoutChg>
        <pc:sldLayoutChg chg="del">
          <pc:chgData name="Akhil R Nair" userId="e6440bb6-1edf-4973-8515-be6ead47938e" providerId="ADAL" clId="{E58DF766-A077-44D4-8C02-76DC13D80251}" dt="2026-08-25T14:53:23.833" v="16" actId="47"/>
          <pc:sldLayoutMkLst>
            <pc:docMk/>
            <pc:sldMasterMk cId="3824877860" sldId="2147483950"/>
            <pc:sldLayoutMk cId="336613633" sldId="2147483952"/>
          </pc:sldLayoutMkLst>
        </pc:sldLayoutChg>
        <pc:sldLayoutChg chg="del">
          <pc:chgData name="Akhil R Nair" userId="e6440bb6-1edf-4973-8515-be6ead47938e" providerId="ADAL" clId="{E58DF766-A077-44D4-8C02-76DC13D80251}" dt="2026-08-25T14:53:23.833" v="16" actId="47"/>
          <pc:sldLayoutMkLst>
            <pc:docMk/>
            <pc:sldMasterMk cId="3824877860" sldId="2147483950"/>
            <pc:sldLayoutMk cId="3948955493" sldId="2147483953"/>
          </pc:sldLayoutMkLst>
        </pc:sldLayoutChg>
        <pc:sldLayoutChg chg="del">
          <pc:chgData name="Akhil R Nair" userId="e6440bb6-1edf-4973-8515-be6ead47938e" providerId="ADAL" clId="{E58DF766-A077-44D4-8C02-76DC13D80251}" dt="2026-08-25T14:53:23.833" v="16" actId="47"/>
          <pc:sldLayoutMkLst>
            <pc:docMk/>
            <pc:sldMasterMk cId="3824877860" sldId="2147483950"/>
            <pc:sldLayoutMk cId="934194388" sldId="2147483954"/>
          </pc:sldLayoutMkLst>
        </pc:sldLayoutChg>
        <pc:sldLayoutChg chg="del">
          <pc:chgData name="Akhil R Nair" userId="e6440bb6-1edf-4973-8515-be6ead47938e" providerId="ADAL" clId="{E58DF766-A077-44D4-8C02-76DC13D80251}" dt="2026-08-25T14:53:23.833" v="16" actId="47"/>
          <pc:sldLayoutMkLst>
            <pc:docMk/>
            <pc:sldMasterMk cId="3824877860" sldId="2147483950"/>
            <pc:sldLayoutMk cId="1682083742" sldId="2147483955"/>
          </pc:sldLayoutMkLst>
        </pc:sldLayoutChg>
        <pc:sldLayoutChg chg="del">
          <pc:chgData name="Akhil R Nair" userId="e6440bb6-1edf-4973-8515-be6ead47938e" providerId="ADAL" clId="{E58DF766-A077-44D4-8C02-76DC13D80251}" dt="2026-08-25T14:53:23.833" v="16" actId="47"/>
          <pc:sldLayoutMkLst>
            <pc:docMk/>
            <pc:sldMasterMk cId="3824877860" sldId="2147483950"/>
            <pc:sldLayoutMk cId="2395542700" sldId="2147483956"/>
          </pc:sldLayoutMkLst>
        </pc:sldLayoutChg>
        <pc:sldLayoutChg chg="del">
          <pc:chgData name="Akhil R Nair" userId="e6440bb6-1edf-4973-8515-be6ead47938e" providerId="ADAL" clId="{E58DF766-A077-44D4-8C02-76DC13D80251}" dt="2026-08-25T14:53:23.833" v="16" actId="47"/>
          <pc:sldLayoutMkLst>
            <pc:docMk/>
            <pc:sldMasterMk cId="3824877860" sldId="2147483950"/>
            <pc:sldLayoutMk cId="736378550" sldId="2147483957"/>
          </pc:sldLayoutMkLst>
        </pc:sldLayoutChg>
        <pc:sldLayoutChg chg="del">
          <pc:chgData name="Akhil R Nair" userId="e6440bb6-1edf-4973-8515-be6ead47938e" providerId="ADAL" clId="{E58DF766-A077-44D4-8C02-76DC13D80251}" dt="2026-08-25T14:53:23.833" v="16" actId="47"/>
          <pc:sldLayoutMkLst>
            <pc:docMk/>
            <pc:sldMasterMk cId="3824877860" sldId="2147483950"/>
            <pc:sldLayoutMk cId="1742930765" sldId="2147483958"/>
          </pc:sldLayoutMkLst>
        </pc:sldLayoutChg>
        <pc:sldLayoutChg chg="del">
          <pc:chgData name="Akhil R Nair" userId="e6440bb6-1edf-4973-8515-be6ead47938e" providerId="ADAL" clId="{E58DF766-A077-44D4-8C02-76DC13D80251}" dt="2026-08-25T14:53:23.833" v="16" actId="47"/>
          <pc:sldLayoutMkLst>
            <pc:docMk/>
            <pc:sldMasterMk cId="3824877860" sldId="2147483950"/>
            <pc:sldLayoutMk cId="1045626147" sldId="2147483959"/>
          </pc:sldLayoutMkLst>
        </pc:sldLayoutChg>
        <pc:sldLayoutChg chg="del">
          <pc:chgData name="Akhil R Nair" userId="e6440bb6-1edf-4973-8515-be6ead47938e" providerId="ADAL" clId="{E58DF766-A077-44D4-8C02-76DC13D80251}" dt="2026-08-25T14:53:23.833" v="16" actId="47"/>
          <pc:sldLayoutMkLst>
            <pc:docMk/>
            <pc:sldMasterMk cId="3824877860" sldId="2147483950"/>
            <pc:sldLayoutMk cId="3003149471" sldId="2147483960"/>
          </pc:sldLayoutMkLst>
        </pc:sldLayoutChg>
        <pc:sldLayoutChg chg="del">
          <pc:chgData name="Akhil R Nair" userId="e6440bb6-1edf-4973-8515-be6ead47938e" providerId="ADAL" clId="{E58DF766-A077-44D4-8C02-76DC13D80251}" dt="2026-08-25T14:53:23.833" v="16" actId="47"/>
          <pc:sldLayoutMkLst>
            <pc:docMk/>
            <pc:sldMasterMk cId="3824877860" sldId="2147483950"/>
            <pc:sldLayoutMk cId="3096601328" sldId="2147483961"/>
          </pc:sldLayoutMkLst>
        </pc:sldLayoutChg>
        <pc:sldLayoutChg chg="del">
          <pc:chgData name="Akhil R Nair" userId="e6440bb6-1edf-4973-8515-be6ead47938e" providerId="ADAL" clId="{E58DF766-A077-44D4-8C02-76DC13D80251}" dt="2026-08-25T14:53:23.833" v="16" actId="47"/>
          <pc:sldLayoutMkLst>
            <pc:docMk/>
            <pc:sldMasterMk cId="3824877860" sldId="2147483950"/>
            <pc:sldLayoutMk cId="3302041396" sldId="2147483962"/>
          </pc:sldLayoutMkLst>
        </pc:sldLayoutChg>
        <pc:sldLayoutChg chg="del">
          <pc:chgData name="Akhil R Nair" userId="e6440bb6-1edf-4973-8515-be6ead47938e" providerId="ADAL" clId="{E58DF766-A077-44D4-8C02-76DC13D80251}" dt="2026-08-25T14:53:23.833" v="16" actId="47"/>
          <pc:sldLayoutMkLst>
            <pc:docMk/>
            <pc:sldMasterMk cId="3824877860" sldId="2147483950"/>
            <pc:sldLayoutMk cId="1652760393" sldId="2147483963"/>
          </pc:sldLayoutMkLst>
        </pc:sldLayoutChg>
        <pc:sldLayoutChg chg="del">
          <pc:chgData name="Akhil R Nair" userId="e6440bb6-1edf-4973-8515-be6ead47938e" providerId="ADAL" clId="{E58DF766-A077-44D4-8C02-76DC13D80251}" dt="2026-08-25T14:53:23.833" v="16" actId="47"/>
          <pc:sldLayoutMkLst>
            <pc:docMk/>
            <pc:sldMasterMk cId="3824877860" sldId="2147483950"/>
            <pc:sldLayoutMk cId="1234189514" sldId="2147483964"/>
          </pc:sldLayoutMkLst>
        </pc:sldLayoutChg>
        <pc:sldLayoutChg chg="del">
          <pc:chgData name="Akhil R Nair" userId="e6440bb6-1edf-4973-8515-be6ead47938e" providerId="ADAL" clId="{E58DF766-A077-44D4-8C02-76DC13D80251}" dt="2026-08-25T14:53:23.833" v="16" actId="47"/>
          <pc:sldLayoutMkLst>
            <pc:docMk/>
            <pc:sldMasterMk cId="3824877860" sldId="2147483950"/>
            <pc:sldLayoutMk cId="2173063112" sldId="2147483965"/>
          </pc:sldLayoutMkLst>
        </pc:sldLayoutChg>
        <pc:sldLayoutChg chg="del">
          <pc:chgData name="Akhil R Nair" userId="e6440bb6-1edf-4973-8515-be6ead47938e" providerId="ADAL" clId="{E58DF766-A077-44D4-8C02-76DC13D80251}" dt="2026-08-25T14:53:23.833" v="16" actId="47"/>
          <pc:sldLayoutMkLst>
            <pc:docMk/>
            <pc:sldMasterMk cId="3824877860" sldId="2147483950"/>
            <pc:sldLayoutMk cId="22200990" sldId="2147483966"/>
          </pc:sldLayoutMkLst>
        </pc:sldLayoutChg>
        <pc:sldLayoutChg chg="del">
          <pc:chgData name="Akhil R Nair" userId="e6440bb6-1edf-4973-8515-be6ead47938e" providerId="ADAL" clId="{E58DF766-A077-44D4-8C02-76DC13D80251}" dt="2026-08-25T14:53:23.833" v="16" actId="47"/>
          <pc:sldLayoutMkLst>
            <pc:docMk/>
            <pc:sldMasterMk cId="3824877860" sldId="2147483950"/>
            <pc:sldLayoutMk cId="317361423" sldId="2147483967"/>
          </pc:sldLayoutMkLst>
        </pc:sldLayoutChg>
        <pc:sldLayoutChg chg="del">
          <pc:chgData name="Akhil R Nair" userId="e6440bb6-1edf-4973-8515-be6ead47938e" providerId="ADAL" clId="{E58DF766-A077-44D4-8C02-76DC13D80251}" dt="2026-08-25T14:53:23.833" v="16" actId="47"/>
          <pc:sldLayoutMkLst>
            <pc:docMk/>
            <pc:sldMasterMk cId="3824877860" sldId="2147483950"/>
            <pc:sldLayoutMk cId="229754445" sldId="2147483968"/>
          </pc:sldLayoutMkLst>
        </pc:sldLayoutChg>
        <pc:sldLayoutChg chg="del">
          <pc:chgData name="Akhil R Nair" userId="e6440bb6-1edf-4973-8515-be6ead47938e" providerId="ADAL" clId="{E58DF766-A077-44D4-8C02-76DC13D80251}" dt="2026-08-25T14:53:23.833" v="16" actId="47"/>
          <pc:sldLayoutMkLst>
            <pc:docMk/>
            <pc:sldMasterMk cId="3824877860" sldId="2147483950"/>
            <pc:sldLayoutMk cId="4064044308" sldId="2147483969"/>
          </pc:sldLayoutMkLst>
        </pc:sldLayoutChg>
        <pc:sldLayoutChg chg="del">
          <pc:chgData name="Akhil R Nair" userId="e6440bb6-1edf-4973-8515-be6ead47938e" providerId="ADAL" clId="{E58DF766-A077-44D4-8C02-76DC13D80251}" dt="2026-08-25T14:53:23.833" v="16" actId="47"/>
          <pc:sldLayoutMkLst>
            <pc:docMk/>
            <pc:sldMasterMk cId="3824877860" sldId="2147483950"/>
            <pc:sldLayoutMk cId="4240258520" sldId="2147483970"/>
          </pc:sldLayoutMkLst>
        </pc:sldLayoutChg>
      </pc:sldMasterChg>
      <pc:sldMasterChg chg="del delSldLayout">
        <pc:chgData name="Akhil R Nair" userId="e6440bb6-1edf-4973-8515-be6ead47938e" providerId="ADAL" clId="{E58DF766-A077-44D4-8C02-76DC13D80251}" dt="2026-08-25T14:53:21.915" v="6" actId="47"/>
        <pc:sldMasterMkLst>
          <pc:docMk/>
          <pc:sldMasterMk cId="1167368561" sldId="2147483977"/>
        </pc:sldMasterMkLst>
        <pc:sldLayoutChg chg="del">
          <pc:chgData name="Akhil R Nair" userId="e6440bb6-1edf-4973-8515-be6ead47938e" providerId="ADAL" clId="{E58DF766-A077-44D4-8C02-76DC13D80251}" dt="2026-08-25T14:53:21.915" v="6" actId="47"/>
          <pc:sldLayoutMkLst>
            <pc:docMk/>
            <pc:sldMasterMk cId="1167368561" sldId="2147483977"/>
            <pc:sldLayoutMk cId="2974806422" sldId="2147483978"/>
          </pc:sldLayoutMkLst>
        </pc:sldLayoutChg>
        <pc:sldLayoutChg chg="del">
          <pc:chgData name="Akhil R Nair" userId="e6440bb6-1edf-4973-8515-be6ead47938e" providerId="ADAL" clId="{E58DF766-A077-44D4-8C02-76DC13D80251}" dt="2026-08-25T14:53:21.915" v="6" actId="47"/>
          <pc:sldLayoutMkLst>
            <pc:docMk/>
            <pc:sldMasterMk cId="1167368561" sldId="2147483977"/>
            <pc:sldLayoutMk cId="1349341330" sldId="2147483979"/>
          </pc:sldLayoutMkLst>
        </pc:sldLayoutChg>
      </pc:sldMasterChg>
      <pc:sldMasterChg chg="add del addSldLayout delSldLayout">
        <pc:chgData name="Akhil R Nair" userId="e6440bb6-1edf-4973-8515-be6ead47938e" providerId="ADAL" clId="{E58DF766-A077-44D4-8C02-76DC13D80251}" dt="2026-08-25T14:54:28.073" v="130" actId="47"/>
        <pc:sldMasterMkLst>
          <pc:docMk/>
          <pc:sldMasterMk cId="3840046032" sldId="2147483980"/>
        </pc:sldMasterMkLst>
        <pc:sldLayoutChg chg="add del">
          <pc:chgData name="Akhil R Nair" userId="e6440bb6-1edf-4973-8515-be6ead47938e" providerId="ADAL" clId="{E58DF766-A077-44D4-8C02-76DC13D80251}" dt="2026-08-25T14:54:28.073" v="130" actId="47"/>
          <pc:sldLayoutMkLst>
            <pc:docMk/>
            <pc:sldMasterMk cId="3840046032" sldId="2147483980"/>
            <pc:sldLayoutMk cId="1767744022" sldId="2147483981"/>
          </pc:sldLayoutMkLst>
        </pc:sldLayoutChg>
        <pc:sldLayoutChg chg="add del">
          <pc:chgData name="Akhil R Nair" userId="e6440bb6-1edf-4973-8515-be6ead47938e" providerId="ADAL" clId="{E58DF766-A077-44D4-8C02-76DC13D80251}" dt="2026-08-25T14:54:28.073" v="130" actId="47"/>
          <pc:sldLayoutMkLst>
            <pc:docMk/>
            <pc:sldMasterMk cId="3840046032" sldId="2147483980"/>
            <pc:sldLayoutMk cId="3320849131" sldId="214748398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4724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39700" y="858838"/>
            <a:ext cx="7635875" cy="429577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611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43D19E-BFDB-4C92-8EDD-32EDDA8F41DF}" type="slidenum"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Arial" panose="020B0604020202020204" pitchFamily="34" charset="0"/>
                <a:sym typeface="EYInterstate Light" panose="02000506000000020004" pitchFamily="2" charset="0"/>
              </a:rPr>
              <a:pPr marL="0" marR="0" lvl="0" indent="0" algn="r" defTabSz="10611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719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66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5.xml"/><Relationship Id="rId7" Type="http://schemas.openxmlformats.org/officeDocument/2006/relationships/image" Target="../media/image2.jpe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1.emf"/><Relationship Id="rId5" Type="http://schemas.openxmlformats.org/officeDocument/2006/relationships/tags" Target="../tags/tag10.xml"/><Relationship Id="rId10" Type="http://schemas.openxmlformats.org/officeDocument/2006/relationships/oleObject" Target="../embeddings/oleObject3.bin"/><Relationship Id="rId4" Type="http://schemas.openxmlformats.org/officeDocument/2006/relationships/tags" Target="../tags/tag9.xml"/><Relationship Id="rId9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5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6.jpeg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5" Type="http://schemas.openxmlformats.org/officeDocument/2006/relationships/image" Target="../media/image6.jpe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5" Type="http://schemas.openxmlformats.org/officeDocument/2006/relationships/image" Target="../media/image7.jpe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8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7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5" Type="http://schemas.openxmlformats.org/officeDocument/2006/relationships/image" Target="../media/image9.jpeg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tags" Target="../tags/tag36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10" Type="http://schemas.openxmlformats.org/officeDocument/2006/relationships/image" Target="../media/image1.emf"/><Relationship Id="rId4" Type="http://schemas.openxmlformats.org/officeDocument/2006/relationships/tags" Target="../tags/tag37.xml"/><Relationship Id="rId9" Type="http://schemas.openxmlformats.org/officeDocument/2006/relationships/oleObject" Target="../embeddings/oleObject2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DB0A5894-841F-4E2E-9A36-4F3763B2F5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2949896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DB0A5894-841F-4E2E-9A36-4F3763B2F5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" name="Picture 26">
            <a:extLst>
              <a:ext uri="{FF2B5EF4-FFF2-40B4-BE49-F238E27FC236}">
                <a16:creationId xmlns:a16="http://schemas.microsoft.com/office/drawing/2014/main" id="{6D5C6AB6-9B38-4351-8DE5-99215CF51C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43" y="-2"/>
            <a:ext cx="12176037" cy="6858004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CB5D8988-2B20-4391-B3BA-B8A898BD19B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 rot="5400000">
            <a:off x="-170485" y="168925"/>
            <a:ext cx="6858001" cy="652014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5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1"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1058038" y="435988"/>
            <a:ext cx="3792785" cy="868680"/>
          </a:xfrm>
          <a:prstGeom prst="rect">
            <a:avLst/>
          </a:prstGeom>
        </p:spPr>
        <p:txBody>
          <a:bodyPr vert="horz"/>
          <a:lstStyle>
            <a:lvl1pPr>
              <a:defRPr sz="3000" b="0">
                <a:solidFill>
                  <a:srgbClr val="FFFFFF"/>
                </a:solidFill>
                <a:latin typeface="EYInterstate Light" panose="02000506000000020004" pitchFamily="2" charset="0"/>
                <a:cs typeface="Arial" pitchFamily="34" charset="0"/>
                <a:sym typeface="EYInterstate Light" panose="02000506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1069291" y="1780465"/>
            <a:ext cx="3792785" cy="12271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rgbClr val="FFFFFF"/>
                </a:solidFill>
                <a:latin typeface="EYInterstate" panose="02000503020000020004" pitchFamily="2" charset="0"/>
                <a:cs typeface="Arial" pitchFamily="34" charset="0"/>
                <a:sym typeface="EYInterstate Light" panose="02000506000000020004" pitchFamily="2" charset="0"/>
              </a:defRPr>
            </a:lvl1pPr>
            <a:lvl2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BFBC66B5-2475-4F1B-8CD3-426699968443}"/>
              </a:ext>
            </a:extLst>
          </p:cNvPr>
          <p:cNvSpPr/>
          <p:nvPr userDrawn="1"/>
        </p:nvSpPr>
        <p:spPr>
          <a:xfrm>
            <a:off x="5314540" y="1016000"/>
            <a:ext cx="155367" cy="2873564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E08BCAC7-5BAB-4F88-B96A-3B750E110192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612445" y="460564"/>
            <a:ext cx="155367" cy="3429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27A82A8-1027-48C4-AFE2-0340A27B428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253352" y="5348385"/>
            <a:ext cx="2339817" cy="1024128"/>
            <a:chOff x="8448672" y="5100633"/>
            <a:chExt cx="3135314" cy="1371598"/>
          </a:xfrm>
        </p:grpSpPr>
        <p:sp>
          <p:nvSpPr>
            <p:cNvPr id="31" name="Freeform 107">
              <a:extLst>
                <a:ext uri="{FF2B5EF4-FFF2-40B4-BE49-F238E27FC236}">
                  <a16:creationId xmlns:a16="http://schemas.microsoft.com/office/drawing/2014/main" id="{8CDD7062-A01D-4A65-9EEF-07C21DF641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31334" y="5759446"/>
              <a:ext cx="255586" cy="347663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32" name="Freeform 108">
              <a:extLst>
                <a:ext uri="{FF2B5EF4-FFF2-40B4-BE49-F238E27FC236}">
                  <a16:creationId xmlns:a16="http://schemas.microsoft.com/office/drawing/2014/main" id="{B32565A4-9E5F-4B91-9F2E-C976C5DE51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4385" y="5840407"/>
              <a:ext cx="211137" cy="27146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33" name="Freeform 109">
              <a:extLst>
                <a:ext uri="{FF2B5EF4-FFF2-40B4-BE49-F238E27FC236}">
                  <a16:creationId xmlns:a16="http://schemas.microsoft.com/office/drawing/2014/main" id="{43CAF619-C0B2-42E1-88E7-A9172982E5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6322" y="5840407"/>
              <a:ext cx="153987" cy="266700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34" name="Freeform 110">
              <a:extLst>
                <a:ext uri="{FF2B5EF4-FFF2-40B4-BE49-F238E27FC236}">
                  <a16:creationId xmlns:a16="http://schemas.microsoft.com/office/drawing/2014/main" id="{83FE7026-41AB-40E4-A15D-BD52D8D97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50472" y="5745157"/>
              <a:ext cx="150812" cy="366713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35" name="Freeform 111">
              <a:extLst>
                <a:ext uri="{FF2B5EF4-FFF2-40B4-BE49-F238E27FC236}">
                  <a16:creationId xmlns:a16="http://schemas.microsoft.com/office/drawing/2014/main" id="{42842F55-E3F4-4B25-95B0-355BCB7A3D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50497" y="5745157"/>
              <a:ext cx="209550" cy="361950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36" name="Freeform 112">
              <a:extLst>
                <a:ext uri="{FF2B5EF4-FFF2-40B4-BE49-F238E27FC236}">
                  <a16:creationId xmlns:a16="http://schemas.microsoft.com/office/drawing/2014/main" id="{24195736-3D24-4932-ABEE-3F81D9CA5D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96561" y="5840407"/>
              <a:ext cx="223837" cy="27146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37" name="Freeform 113">
              <a:extLst>
                <a:ext uri="{FF2B5EF4-FFF2-40B4-BE49-F238E27FC236}">
                  <a16:creationId xmlns:a16="http://schemas.microsoft.com/office/drawing/2014/main" id="{5354A0AC-352C-441E-B9A3-763FF5E73B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58496" y="5840407"/>
              <a:ext cx="207962" cy="266700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38" name="Freeform 114">
              <a:extLst>
                <a:ext uri="{FF2B5EF4-FFF2-40B4-BE49-F238E27FC236}">
                  <a16:creationId xmlns:a16="http://schemas.microsoft.com/office/drawing/2014/main" id="{DC3D3104-9E0E-47C2-A2E7-D468A482E83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04559" y="5840407"/>
              <a:ext cx="231776" cy="27146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39" name="Freeform 115">
              <a:extLst>
                <a:ext uri="{FF2B5EF4-FFF2-40B4-BE49-F238E27FC236}">
                  <a16:creationId xmlns:a16="http://schemas.microsoft.com/office/drawing/2014/main" id="{C102AABF-9AA5-4699-91D6-DC1D76E4BD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374435" y="5840407"/>
              <a:ext cx="209550" cy="266700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40" name="Freeform 116">
              <a:extLst>
                <a:ext uri="{FF2B5EF4-FFF2-40B4-BE49-F238E27FC236}">
                  <a16:creationId xmlns:a16="http://schemas.microsoft.com/office/drawing/2014/main" id="{CAC0296E-2E87-4841-8978-C6BD76DBEA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56612" y="6251568"/>
              <a:ext cx="3127374" cy="220663"/>
            </a:xfrm>
            <a:custGeom>
              <a:avLst/>
              <a:gdLst>
                <a:gd name="T0" fmla="*/ 40 w 1807"/>
                <a:gd name="T1" fmla="*/ 99 h 127"/>
                <a:gd name="T2" fmla="*/ 40 w 1807"/>
                <a:gd name="T3" fmla="*/ 83 h 127"/>
                <a:gd name="T4" fmla="*/ 86 w 1807"/>
                <a:gd name="T5" fmla="*/ 68 h 127"/>
                <a:gd name="T6" fmla="*/ 146 w 1807"/>
                <a:gd name="T7" fmla="*/ 29 h 127"/>
                <a:gd name="T8" fmla="*/ 331 w 1807"/>
                <a:gd name="T9" fmla="*/ 99 h 127"/>
                <a:gd name="T10" fmla="*/ 374 w 1807"/>
                <a:gd name="T11" fmla="*/ 99 h 127"/>
                <a:gd name="T12" fmla="*/ 161 w 1807"/>
                <a:gd name="T13" fmla="*/ 99 h 127"/>
                <a:gd name="T14" fmla="*/ 211 w 1807"/>
                <a:gd name="T15" fmla="*/ 99 h 127"/>
                <a:gd name="T16" fmla="*/ 266 w 1807"/>
                <a:gd name="T17" fmla="*/ 93 h 127"/>
                <a:gd name="T18" fmla="*/ 240 w 1807"/>
                <a:gd name="T19" fmla="*/ 63 h 127"/>
                <a:gd name="T20" fmla="*/ 625 w 1807"/>
                <a:gd name="T21" fmla="*/ 2 h 127"/>
                <a:gd name="T22" fmla="*/ 640 w 1807"/>
                <a:gd name="T23" fmla="*/ 28 h 127"/>
                <a:gd name="T24" fmla="*/ 445 w 1807"/>
                <a:gd name="T25" fmla="*/ 34 h 127"/>
                <a:gd name="T26" fmla="*/ 422 w 1807"/>
                <a:gd name="T27" fmla="*/ 114 h 127"/>
                <a:gd name="T28" fmla="*/ 445 w 1807"/>
                <a:gd name="T29" fmla="*/ 50 h 127"/>
                <a:gd name="T30" fmla="*/ 533 w 1807"/>
                <a:gd name="T31" fmla="*/ 41 h 127"/>
                <a:gd name="T32" fmla="*/ 546 w 1807"/>
                <a:gd name="T33" fmla="*/ 99 h 127"/>
                <a:gd name="T34" fmla="*/ 532 w 1807"/>
                <a:gd name="T35" fmla="*/ 66 h 127"/>
                <a:gd name="T36" fmla="*/ 694 w 1807"/>
                <a:gd name="T37" fmla="*/ 69 h 127"/>
                <a:gd name="T38" fmla="*/ 723 w 1807"/>
                <a:gd name="T39" fmla="*/ 79 h 127"/>
                <a:gd name="T40" fmla="*/ 859 w 1807"/>
                <a:gd name="T41" fmla="*/ 69 h 127"/>
                <a:gd name="T42" fmla="*/ 889 w 1807"/>
                <a:gd name="T43" fmla="*/ 79 h 127"/>
                <a:gd name="T44" fmla="*/ 836 w 1807"/>
                <a:gd name="T45" fmla="*/ 81 h 127"/>
                <a:gd name="T46" fmla="*/ 801 w 1807"/>
                <a:gd name="T47" fmla="*/ 29 h 127"/>
                <a:gd name="T48" fmla="*/ 818 w 1807"/>
                <a:gd name="T49" fmla="*/ 75 h 127"/>
                <a:gd name="T50" fmla="*/ 752 w 1807"/>
                <a:gd name="T51" fmla="*/ 29 h 127"/>
                <a:gd name="T52" fmla="*/ 769 w 1807"/>
                <a:gd name="T53" fmla="*/ 75 h 127"/>
                <a:gd name="T54" fmla="*/ 931 w 1807"/>
                <a:gd name="T55" fmla="*/ 99 h 127"/>
                <a:gd name="T56" fmla="*/ 954 w 1807"/>
                <a:gd name="T57" fmla="*/ 49 h 127"/>
                <a:gd name="T58" fmla="*/ 298 w 1807"/>
                <a:gd name="T59" fmla="*/ 29 h 127"/>
                <a:gd name="T60" fmla="*/ 315 w 1807"/>
                <a:gd name="T61" fmla="*/ 19 h 127"/>
                <a:gd name="T62" fmla="*/ 1747 w 1807"/>
                <a:gd name="T63" fmla="*/ 63 h 127"/>
                <a:gd name="T64" fmla="*/ 1790 w 1807"/>
                <a:gd name="T65" fmla="*/ 34 h 127"/>
                <a:gd name="T66" fmla="*/ 1206 w 1807"/>
                <a:gd name="T67" fmla="*/ 49 h 127"/>
                <a:gd name="T68" fmla="*/ 1183 w 1807"/>
                <a:gd name="T69" fmla="*/ 35 h 127"/>
                <a:gd name="T70" fmla="*/ 1054 w 1807"/>
                <a:gd name="T71" fmla="*/ 99 h 127"/>
                <a:gd name="T72" fmla="*/ 996 w 1807"/>
                <a:gd name="T73" fmla="*/ 29 h 127"/>
                <a:gd name="T74" fmla="*/ 1057 w 1807"/>
                <a:gd name="T75" fmla="*/ 55 h 127"/>
                <a:gd name="T76" fmla="*/ 1155 w 1807"/>
                <a:gd name="T77" fmla="*/ 64 h 127"/>
                <a:gd name="T78" fmla="*/ 1705 w 1807"/>
                <a:gd name="T79" fmla="*/ 49 h 127"/>
                <a:gd name="T80" fmla="*/ 1682 w 1807"/>
                <a:gd name="T81" fmla="*/ 35 h 127"/>
                <a:gd name="T82" fmla="*/ 1553 w 1807"/>
                <a:gd name="T83" fmla="*/ 99 h 127"/>
                <a:gd name="T84" fmla="*/ 1495 w 1807"/>
                <a:gd name="T85" fmla="*/ 29 h 127"/>
                <a:gd name="T86" fmla="*/ 1556 w 1807"/>
                <a:gd name="T87" fmla="*/ 55 h 127"/>
                <a:gd name="T88" fmla="*/ 1654 w 1807"/>
                <a:gd name="T89" fmla="*/ 64 h 127"/>
                <a:gd name="T90" fmla="*/ 1258 w 1807"/>
                <a:gd name="T91" fmla="*/ 52 h 127"/>
                <a:gd name="T92" fmla="*/ 1219 w 1807"/>
                <a:gd name="T93" fmla="*/ 9 h 127"/>
                <a:gd name="T94" fmla="*/ 1339 w 1807"/>
                <a:gd name="T95" fmla="*/ 99 h 127"/>
                <a:gd name="T96" fmla="*/ 1382 w 1807"/>
                <a:gd name="T97" fmla="*/ 99 h 127"/>
                <a:gd name="T98" fmla="*/ 1421 w 1807"/>
                <a:gd name="T99" fmla="*/ 28 h 127"/>
                <a:gd name="T100" fmla="*/ 1419 w 1807"/>
                <a:gd name="T101" fmla="*/ 127 h 127"/>
                <a:gd name="T102" fmla="*/ 1436 w 1807"/>
                <a:gd name="T103" fmla="*/ 77 h 127"/>
                <a:gd name="T104" fmla="*/ 1307 w 1807"/>
                <a:gd name="T105" fmla="*/ 61 h 127"/>
                <a:gd name="T106" fmla="*/ 1289 w 1807"/>
                <a:gd name="T107" fmla="*/ 2 h 127"/>
                <a:gd name="T108" fmla="*/ 1718 w 1807"/>
                <a:gd name="T109" fmla="*/ 99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807" h="127">
                  <a:moveTo>
                    <a:pt x="74" y="68"/>
                  </a:moveTo>
                  <a:cubicBezTo>
                    <a:pt x="74" y="55"/>
                    <a:pt x="64" y="49"/>
                    <a:pt x="59" y="47"/>
                  </a:cubicBezTo>
                  <a:cubicBezTo>
                    <a:pt x="66" y="44"/>
                    <a:pt x="70" y="36"/>
                    <a:pt x="70" y="28"/>
                  </a:cubicBezTo>
                  <a:cubicBezTo>
                    <a:pt x="70" y="13"/>
                    <a:pt x="60" y="3"/>
                    <a:pt x="41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40" y="99"/>
                    <a:pt x="40" y="99"/>
                    <a:pt x="40" y="99"/>
                  </a:cubicBezTo>
                  <a:cubicBezTo>
                    <a:pt x="61" y="99"/>
                    <a:pt x="74" y="87"/>
                    <a:pt x="74" y="68"/>
                  </a:cubicBezTo>
                  <a:moveTo>
                    <a:pt x="40" y="83"/>
                  </a:moveTo>
                  <a:cubicBezTo>
                    <a:pt x="18" y="83"/>
                    <a:pt x="18" y="83"/>
                    <a:pt x="18" y="83"/>
                  </a:cubicBezTo>
                  <a:cubicBezTo>
                    <a:pt x="18" y="55"/>
                    <a:pt x="18" y="55"/>
                    <a:pt x="18" y="55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50" y="55"/>
                    <a:pt x="55" y="60"/>
                    <a:pt x="55" y="69"/>
                  </a:cubicBezTo>
                  <a:cubicBezTo>
                    <a:pt x="55" y="78"/>
                    <a:pt x="50" y="83"/>
                    <a:pt x="40" y="83"/>
                  </a:cubicBezTo>
                  <a:moveTo>
                    <a:pt x="40" y="40"/>
                  </a:moveTo>
                  <a:cubicBezTo>
                    <a:pt x="18" y="40"/>
                    <a:pt x="18" y="40"/>
                    <a:pt x="18" y="4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48" y="20"/>
                    <a:pt x="52" y="23"/>
                    <a:pt x="52" y="30"/>
                  </a:cubicBezTo>
                  <a:cubicBezTo>
                    <a:pt x="52" y="34"/>
                    <a:pt x="50" y="40"/>
                    <a:pt x="40" y="40"/>
                  </a:cubicBezTo>
                  <a:moveTo>
                    <a:pt x="86" y="68"/>
                  </a:moveTo>
                  <a:cubicBezTo>
                    <a:pt x="86" y="29"/>
                    <a:pt x="86" y="29"/>
                    <a:pt x="86" y="29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3" y="67"/>
                    <a:pt x="103" y="67"/>
                    <a:pt x="103" y="67"/>
                  </a:cubicBezTo>
                  <a:cubicBezTo>
                    <a:pt x="103" y="79"/>
                    <a:pt x="107" y="84"/>
                    <a:pt x="116" y="84"/>
                  </a:cubicBezTo>
                  <a:cubicBezTo>
                    <a:pt x="124" y="84"/>
                    <a:pt x="129" y="79"/>
                    <a:pt x="129" y="68"/>
                  </a:cubicBezTo>
                  <a:cubicBezTo>
                    <a:pt x="129" y="29"/>
                    <a:pt x="129" y="29"/>
                    <a:pt x="129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99"/>
                    <a:pt x="146" y="99"/>
                    <a:pt x="146" y="99"/>
                  </a:cubicBezTo>
                  <a:cubicBezTo>
                    <a:pt x="129" y="99"/>
                    <a:pt x="129" y="99"/>
                    <a:pt x="129" y="99"/>
                  </a:cubicBezTo>
                  <a:cubicBezTo>
                    <a:pt x="129" y="93"/>
                    <a:pt x="129" y="93"/>
                    <a:pt x="129" y="93"/>
                  </a:cubicBezTo>
                  <a:cubicBezTo>
                    <a:pt x="124" y="98"/>
                    <a:pt x="119" y="100"/>
                    <a:pt x="112" y="100"/>
                  </a:cubicBezTo>
                  <a:cubicBezTo>
                    <a:pt x="89" y="100"/>
                    <a:pt x="86" y="80"/>
                    <a:pt x="86" y="68"/>
                  </a:cubicBezTo>
                  <a:moveTo>
                    <a:pt x="348" y="99"/>
                  </a:moveTo>
                  <a:cubicBezTo>
                    <a:pt x="331" y="99"/>
                    <a:pt x="331" y="99"/>
                    <a:pt x="331" y="99"/>
                  </a:cubicBezTo>
                  <a:cubicBezTo>
                    <a:pt x="331" y="29"/>
                    <a:pt x="331" y="29"/>
                    <a:pt x="331" y="29"/>
                  </a:cubicBezTo>
                  <a:cubicBezTo>
                    <a:pt x="348" y="29"/>
                    <a:pt x="348" y="29"/>
                    <a:pt x="348" y="29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52" y="30"/>
                    <a:pt x="358" y="28"/>
                    <a:pt x="365" y="28"/>
                  </a:cubicBezTo>
                  <a:cubicBezTo>
                    <a:pt x="382" y="28"/>
                    <a:pt x="391" y="39"/>
                    <a:pt x="391" y="59"/>
                  </a:cubicBezTo>
                  <a:cubicBezTo>
                    <a:pt x="391" y="99"/>
                    <a:pt x="391" y="99"/>
                    <a:pt x="391" y="99"/>
                  </a:cubicBezTo>
                  <a:cubicBezTo>
                    <a:pt x="374" y="99"/>
                    <a:pt x="374" y="99"/>
                    <a:pt x="374" y="99"/>
                  </a:cubicBezTo>
                  <a:cubicBezTo>
                    <a:pt x="374" y="60"/>
                    <a:pt x="374" y="60"/>
                    <a:pt x="374" y="60"/>
                  </a:cubicBezTo>
                  <a:cubicBezTo>
                    <a:pt x="374" y="49"/>
                    <a:pt x="370" y="43"/>
                    <a:pt x="361" y="43"/>
                  </a:cubicBezTo>
                  <a:cubicBezTo>
                    <a:pt x="352" y="43"/>
                    <a:pt x="348" y="49"/>
                    <a:pt x="348" y="60"/>
                  </a:cubicBezTo>
                  <a:lnTo>
                    <a:pt x="348" y="99"/>
                  </a:lnTo>
                  <a:close/>
                  <a:moveTo>
                    <a:pt x="178" y="57"/>
                  </a:moveTo>
                  <a:cubicBezTo>
                    <a:pt x="178" y="99"/>
                    <a:pt x="178" y="99"/>
                    <a:pt x="178" y="99"/>
                  </a:cubicBezTo>
                  <a:cubicBezTo>
                    <a:pt x="161" y="99"/>
                    <a:pt x="161" y="99"/>
                    <a:pt x="161" y="99"/>
                  </a:cubicBezTo>
                  <a:cubicBezTo>
                    <a:pt x="161" y="29"/>
                    <a:pt x="161" y="29"/>
                    <a:pt x="161" y="29"/>
                  </a:cubicBezTo>
                  <a:cubicBezTo>
                    <a:pt x="178" y="29"/>
                    <a:pt x="178" y="29"/>
                    <a:pt x="178" y="29"/>
                  </a:cubicBezTo>
                  <a:lnTo>
                    <a:pt x="178" y="57"/>
                  </a:lnTo>
                  <a:close/>
                  <a:moveTo>
                    <a:pt x="194" y="9"/>
                  </a:moveTo>
                  <a:cubicBezTo>
                    <a:pt x="211" y="0"/>
                    <a:pt x="211" y="0"/>
                    <a:pt x="211" y="0"/>
                  </a:cubicBezTo>
                  <a:cubicBezTo>
                    <a:pt x="211" y="13"/>
                    <a:pt x="211" y="13"/>
                    <a:pt x="211" y="13"/>
                  </a:cubicBezTo>
                  <a:cubicBezTo>
                    <a:pt x="211" y="99"/>
                    <a:pt x="211" y="99"/>
                    <a:pt x="211" y="99"/>
                  </a:cubicBezTo>
                  <a:cubicBezTo>
                    <a:pt x="194" y="99"/>
                    <a:pt x="194" y="99"/>
                    <a:pt x="194" y="99"/>
                  </a:cubicBezTo>
                  <a:lnTo>
                    <a:pt x="194" y="9"/>
                  </a:lnTo>
                  <a:close/>
                  <a:moveTo>
                    <a:pt x="266" y="34"/>
                  </a:moveTo>
                  <a:cubicBezTo>
                    <a:pt x="261" y="30"/>
                    <a:pt x="256" y="28"/>
                    <a:pt x="250" y="28"/>
                  </a:cubicBezTo>
                  <a:cubicBezTo>
                    <a:pt x="233" y="28"/>
                    <a:pt x="223" y="41"/>
                    <a:pt x="223" y="63"/>
                  </a:cubicBezTo>
                  <a:cubicBezTo>
                    <a:pt x="223" y="86"/>
                    <a:pt x="233" y="100"/>
                    <a:pt x="250" y="100"/>
                  </a:cubicBezTo>
                  <a:cubicBezTo>
                    <a:pt x="256" y="100"/>
                    <a:pt x="261" y="98"/>
                    <a:pt x="266" y="93"/>
                  </a:cubicBezTo>
                  <a:cubicBezTo>
                    <a:pt x="266" y="99"/>
                    <a:pt x="266" y="99"/>
                    <a:pt x="266" y="99"/>
                  </a:cubicBezTo>
                  <a:cubicBezTo>
                    <a:pt x="283" y="99"/>
                    <a:pt x="283" y="99"/>
                    <a:pt x="283" y="99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66" y="9"/>
                    <a:pt x="266" y="9"/>
                    <a:pt x="266" y="9"/>
                  </a:cubicBezTo>
                  <a:lnTo>
                    <a:pt x="266" y="34"/>
                  </a:lnTo>
                  <a:close/>
                  <a:moveTo>
                    <a:pt x="253" y="84"/>
                  </a:moveTo>
                  <a:cubicBezTo>
                    <a:pt x="247" y="84"/>
                    <a:pt x="240" y="81"/>
                    <a:pt x="240" y="63"/>
                  </a:cubicBezTo>
                  <a:cubicBezTo>
                    <a:pt x="240" y="47"/>
                    <a:pt x="247" y="43"/>
                    <a:pt x="253" y="43"/>
                  </a:cubicBezTo>
                  <a:cubicBezTo>
                    <a:pt x="260" y="43"/>
                    <a:pt x="264" y="47"/>
                    <a:pt x="266" y="50"/>
                  </a:cubicBezTo>
                  <a:cubicBezTo>
                    <a:pt x="266" y="78"/>
                    <a:pt x="266" y="78"/>
                    <a:pt x="266" y="78"/>
                  </a:cubicBezTo>
                  <a:cubicBezTo>
                    <a:pt x="263" y="81"/>
                    <a:pt x="260" y="84"/>
                    <a:pt x="253" y="84"/>
                  </a:cubicBezTo>
                  <a:moveTo>
                    <a:pt x="640" y="28"/>
                  </a:moveTo>
                  <a:cubicBezTo>
                    <a:pt x="635" y="28"/>
                    <a:pt x="629" y="30"/>
                    <a:pt x="625" y="34"/>
                  </a:cubicBezTo>
                  <a:cubicBezTo>
                    <a:pt x="625" y="2"/>
                    <a:pt x="625" y="2"/>
                    <a:pt x="625" y="2"/>
                  </a:cubicBezTo>
                  <a:cubicBezTo>
                    <a:pt x="608" y="11"/>
                    <a:pt x="608" y="11"/>
                    <a:pt x="608" y="11"/>
                  </a:cubicBezTo>
                  <a:cubicBezTo>
                    <a:pt x="608" y="99"/>
                    <a:pt x="608" y="99"/>
                    <a:pt x="608" y="99"/>
                  </a:cubicBezTo>
                  <a:cubicBezTo>
                    <a:pt x="625" y="99"/>
                    <a:pt x="625" y="99"/>
                    <a:pt x="625" y="99"/>
                  </a:cubicBezTo>
                  <a:cubicBezTo>
                    <a:pt x="625" y="94"/>
                    <a:pt x="625" y="94"/>
                    <a:pt x="625" y="94"/>
                  </a:cubicBezTo>
                  <a:cubicBezTo>
                    <a:pt x="629" y="98"/>
                    <a:pt x="635" y="100"/>
                    <a:pt x="641" y="100"/>
                  </a:cubicBezTo>
                  <a:cubicBezTo>
                    <a:pt x="658" y="100"/>
                    <a:pt x="668" y="87"/>
                    <a:pt x="668" y="63"/>
                  </a:cubicBezTo>
                  <a:cubicBezTo>
                    <a:pt x="668" y="41"/>
                    <a:pt x="657" y="28"/>
                    <a:pt x="640" y="28"/>
                  </a:cubicBezTo>
                  <a:moveTo>
                    <a:pt x="637" y="43"/>
                  </a:moveTo>
                  <a:cubicBezTo>
                    <a:pt x="643" y="43"/>
                    <a:pt x="650" y="49"/>
                    <a:pt x="650" y="63"/>
                  </a:cubicBezTo>
                  <a:cubicBezTo>
                    <a:pt x="650" y="77"/>
                    <a:pt x="646" y="84"/>
                    <a:pt x="637" y="84"/>
                  </a:cubicBezTo>
                  <a:cubicBezTo>
                    <a:pt x="631" y="84"/>
                    <a:pt x="627" y="80"/>
                    <a:pt x="625" y="78"/>
                  </a:cubicBezTo>
                  <a:cubicBezTo>
                    <a:pt x="625" y="50"/>
                    <a:pt x="625" y="50"/>
                    <a:pt x="625" y="50"/>
                  </a:cubicBezTo>
                  <a:cubicBezTo>
                    <a:pt x="628" y="46"/>
                    <a:pt x="632" y="43"/>
                    <a:pt x="637" y="43"/>
                  </a:cubicBezTo>
                  <a:moveTo>
                    <a:pt x="445" y="34"/>
                  </a:moveTo>
                  <a:cubicBezTo>
                    <a:pt x="441" y="30"/>
                    <a:pt x="435" y="28"/>
                    <a:pt x="430" y="28"/>
                  </a:cubicBezTo>
                  <a:cubicBezTo>
                    <a:pt x="413" y="28"/>
                    <a:pt x="402" y="41"/>
                    <a:pt x="402" y="63"/>
                  </a:cubicBezTo>
                  <a:cubicBezTo>
                    <a:pt x="402" y="86"/>
                    <a:pt x="412" y="100"/>
                    <a:pt x="429" y="100"/>
                  </a:cubicBezTo>
                  <a:cubicBezTo>
                    <a:pt x="435" y="100"/>
                    <a:pt x="441" y="98"/>
                    <a:pt x="445" y="93"/>
                  </a:cubicBezTo>
                  <a:cubicBezTo>
                    <a:pt x="445" y="95"/>
                    <a:pt x="445" y="95"/>
                    <a:pt x="445" y="95"/>
                  </a:cubicBezTo>
                  <a:cubicBezTo>
                    <a:pt x="445" y="103"/>
                    <a:pt x="445" y="113"/>
                    <a:pt x="423" y="114"/>
                  </a:cubicBezTo>
                  <a:cubicBezTo>
                    <a:pt x="422" y="114"/>
                    <a:pt x="422" y="114"/>
                    <a:pt x="422" y="114"/>
                  </a:cubicBezTo>
                  <a:cubicBezTo>
                    <a:pt x="428" y="127"/>
                    <a:pt x="428" y="127"/>
                    <a:pt x="428" y="127"/>
                  </a:cubicBezTo>
                  <a:cubicBezTo>
                    <a:pt x="428" y="127"/>
                    <a:pt x="428" y="127"/>
                    <a:pt x="428" y="127"/>
                  </a:cubicBezTo>
                  <a:cubicBezTo>
                    <a:pt x="451" y="127"/>
                    <a:pt x="462" y="115"/>
                    <a:pt x="462" y="92"/>
                  </a:cubicBezTo>
                  <a:cubicBezTo>
                    <a:pt x="462" y="29"/>
                    <a:pt x="462" y="29"/>
                    <a:pt x="462" y="29"/>
                  </a:cubicBezTo>
                  <a:cubicBezTo>
                    <a:pt x="445" y="29"/>
                    <a:pt x="445" y="29"/>
                    <a:pt x="445" y="29"/>
                  </a:cubicBezTo>
                  <a:lnTo>
                    <a:pt x="445" y="34"/>
                  </a:lnTo>
                  <a:close/>
                  <a:moveTo>
                    <a:pt x="445" y="50"/>
                  </a:moveTo>
                  <a:cubicBezTo>
                    <a:pt x="445" y="77"/>
                    <a:pt x="445" y="77"/>
                    <a:pt x="445" y="77"/>
                  </a:cubicBezTo>
                  <a:cubicBezTo>
                    <a:pt x="442" y="81"/>
                    <a:pt x="439" y="84"/>
                    <a:pt x="433" y="84"/>
                  </a:cubicBezTo>
                  <a:cubicBezTo>
                    <a:pt x="427" y="84"/>
                    <a:pt x="420" y="81"/>
                    <a:pt x="420" y="63"/>
                  </a:cubicBezTo>
                  <a:cubicBezTo>
                    <a:pt x="420" y="47"/>
                    <a:pt x="427" y="43"/>
                    <a:pt x="433" y="43"/>
                  </a:cubicBezTo>
                  <a:cubicBezTo>
                    <a:pt x="439" y="43"/>
                    <a:pt x="443" y="47"/>
                    <a:pt x="445" y="50"/>
                  </a:cubicBezTo>
                  <a:moveTo>
                    <a:pt x="516" y="46"/>
                  </a:moveTo>
                  <a:cubicBezTo>
                    <a:pt x="521" y="43"/>
                    <a:pt x="526" y="41"/>
                    <a:pt x="533" y="41"/>
                  </a:cubicBezTo>
                  <a:cubicBezTo>
                    <a:pt x="541" y="41"/>
                    <a:pt x="546" y="45"/>
                    <a:pt x="546" y="51"/>
                  </a:cubicBezTo>
                  <a:cubicBezTo>
                    <a:pt x="546" y="56"/>
                    <a:pt x="546" y="56"/>
                    <a:pt x="546" y="56"/>
                  </a:cubicBezTo>
                  <a:cubicBezTo>
                    <a:pt x="542" y="54"/>
                    <a:pt x="536" y="53"/>
                    <a:pt x="531" y="53"/>
                  </a:cubicBezTo>
                  <a:cubicBezTo>
                    <a:pt x="518" y="53"/>
                    <a:pt x="503" y="59"/>
                    <a:pt x="503" y="76"/>
                  </a:cubicBezTo>
                  <a:cubicBezTo>
                    <a:pt x="503" y="94"/>
                    <a:pt x="517" y="100"/>
                    <a:pt x="529" y="100"/>
                  </a:cubicBezTo>
                  <a:cubicBezTo>
                    <a:pt x="534" y="100"/>
                    <a:pt x="541" y="98"/>
                    <a:pt x="546" y="93"/>
                  </a:cubicBezTo>
                  <a:cubicBezTo>
                    <a:pt x="546" y="99"/>
                    <a:pt x="546" y="99"/>
                    <a:pt x="546" y="99"/>
                  </a:cubicBezTo>
                  <a:cubicBezTo>
                    <a:pt x="563" y="99"/>
                    <a:pt x="563" y="99"/>
                    <a:pt x="563" y="99"/>
                  </a:cubicBezTo>
                  <a:cubicBezTo>
                    <a:pt x="563" y="52"/>
                    <a:pt x="563" y="52"/>
                    <a:pt x="563" y="52"/>
                  </a:cubicBezTo>
                  <a:cubicBezTo>
                    <a:pt x="563" y="37"/>
                    <a:pt x="552" y="28"/>
                    <a:pt x="535" y="28"/>
                  </a:cubicBezTo>
                  <a:cubicBezTo>
                    <a:pt x="525" y="28"/>
                    <a:pt x="517" y="30"/>
                    <a:pt x="509" y="34"/>
                  </a:cubicBezTo>
                  <a:lnTo>
                    <a:pt x="516" y="46"/>
                  </a:lnTo>
                  <a:close/>
                  <a:moveTo>
                    <a:pt x="520" y="76"/>
                  </a:moveTo>
                  <a:cubicBezTo>
                    <a:pt x="520" y="69"/>
                    <a:pt x="525" y="66"/>
                    <a:pt x="532" y="66"/>
                  </a:cubicBezTo>
                  <a:cubicBezTo>
                    <a:pt x="537" y="66"/>
                    <a:pt x="542" y="67"/>
                    <a:pt x="546" y="69"/>
                  </a:cubicBezTo>
                  <a:cubicBezTo>
                    <a:pt x="546" y="79"/>
                    <a:pt x="546" y="79"/>
                    <a:pt x="546" y="79"/>
                  </a:cubicBezTo>
                  <a:cubicBezTo>
                    <a:pt x="544" y="82"/>
                    <a:pt x="539" y="86"/>
                    <a:pt x="532" y="86"/>
                  </a:cubicBezTo>
                  <a:cubicBezTo>
                    <a:pt x="525" y="86"/>
                    <a:pt x="520" y="82"/>
                    <a:pt x="520" y="76"/>
                  </a:cubicBezTo>
                  <a:moveTo>
                    <a:pt x="723" y="79"/>
                  </a:moveTo>
                  <a:cubicBezTo>
                    <a:pt x="720" y="81"/>
                    <a:pt x="715" y="84"/>
                    <a:pt x="709" y="84"/>
                  </a:cubicBezTo>
                  <a:cubicBezTo>
                    <a:pt x="706" y="84"/>
                    <a:pt x="694" y="83"/>
                    <a:pt x="694" y="69"/>
                  </a:cubicBezTo>
                  <a:cubicBezTo>
                    <a:pt x="736" y="69"/>
                    <a:pt x="736" y="69"/>
                    <a:pt x="736" y="69"/>
                  </a:cubicBezTo>
                  <a:cubicBezTo>
                    <a:pt x="736" y="68"/>
                    <a:pt x="736" y="66"/>
                    <a:pt x="736" y="64"/>
                  </a:cubicBezTo>
                  <a:cubicBezTo>
                    <a:pt x="736" y="42"/>
                    <a:pt x="725" y="28"/>
                    <a:pt x="707" y="28"/>
                  </a:cubicBezTo>
                  <a:cubicBezTo>
                    <a:pt x="689" y="28"/>
                    <a:pt x="676" y="43"/>
                    <a:pt x="676" y="64"/>
                  </a:cubicBezTo>
                  <a:cubicBezTo>
                    <a:pt x="676" y="86"/>
                    <a:pt x="689" y="100"/>
                    <a:pt x="709" y="100"/>
                  </a:cubicBezTo>
                  <a:cubicBezTo>
                    <a:pt x="718" y="100"/>
                    <a:pt x="727" y="97"/>
                    <a:pt x="734" y="89"/>
                  </a:cubicBezTo>
                  <a:lnTo>
                    <a:pt x="723" y="79"/>
                  </a:lnTo>
                  <a:close/>
                  <a:moveTo>
                    <a:pt x="694" y="57"/>
                  </a:moveTo>
                  <a:cubicBezTo>
                    <a:pt x="694" y="48"/>
                    <a:pt x="700" y="42"/>
                    <a:pt x="707" y="42"/>
                  </a:cubicBezTo>
                  <a:cubicBezTo>
                    <a:pt x="716" y="42"/>
                    <a:pt x="720" y="50"/>
                    <a:pt x="720" y="57"/>
                  </a:cubicBezTo>
                  <a:lnTo>
                    <a:pt x="694" y="57"/>
                  </a:lnTo>
                  <a:close/>
                  <a:moveTo>
                    <a:pt x="889" y="79"/>
                  </a:moveTo>
                  <a:cubicBezTo>
                    <a:pt x="885" y="81"/>
                    <a:pt x="881" y="84"/>
                    <a:pt x="875" y="84"/>
                  </a:cubicBezTo>
                  <a:cubicBezTo>
                    <a:pt x="871" y="84"/>
                    <a:pt x="860" y="83"/>
                    <a:pt x="859" y="69"/>
                  </a:cubicBezTo>
                  <a:cubicBezTo>
                    <a:pt x="902" y="69"/>
                    <a:pt x="902" y="69"/>
                    <a:pt x="902" y="69"/>
                  </a:cubicBezTo>
                  <a:cubicBezTo>
                    <a:pt x="902" y="68"/>
                    <a:pt x="902" y="66"/>
                    <a:pt x="902" y="64"/>
                  </a:cubicBezTo>
                  <a:cubicBezTo>
                    <a:pt x="902" y="42"/>
                    <a:pt x="891" y="28"/>
                    <a:pt x="873" y="28"/>
                  </a:cubicBezTo>
                  <a:cubicBezTo>
                    <a:pt x="855" y="28"/>
                    <a:pt x="842" y="43"/>
                    <a:pt x="842" y="64"/>
                  </a:cubicBezTo>
                  <a:cubicBezTo>
                    <a:pt x="842" y="86"/>
                    <a:pt x="855" y="100"/>
                    <a:pt x="875" y="100"/>
                  </a:cubicBezTo>
                  <a:cubicBezTo>
                    <a:pt x="884" y="100"/>
                    <a:pt x="893" y="97"/>
                    <a:pt x="899" y="89"/>
                  </a:cubicBezTo>
                  <a:lnTo>
                    <a:pt x="889" y="79"/>
                  </a:lnTo>
                  <a:close/>
                  <a:moveTo>
                    <a:pt x="860" y="57"/>
                  </a:moveTo>
                  <a:cubicBezTo>
                    <a:pt x="860" y="48"/>
                    <a:pt x="865" y="42"/>
                    <a:pt x="873" y="42"/>
                  </a:cubicBezTo>
                  <a:cubicBezTo>
                    <a:pt x="882" y="42"/>
                    <a:pt x="885" y="50"/>
                    <a:pt x="886" y="57"/>
                  </a:cubicBezTo>
                  <a:lnTo>
                    <a:pt x="860" y="57"/>
                  </a:lnTo>
                  <a:close/>
                  <a:moveTo>
                    <a:pt x="818" y="75"/>
                  </a:moveTo>
                  <a:cubicBezTo>
                    <a:pt x="818" y="81"/>
                    <a:pt x="821" y="84"/>
                    <a:pt x="826" y="84"/>
                  </a:cubicBezTo>
                  <a:cubicBezTo>
                    <a:pt x="829" y="84"/>
                    <a:pt x="833" y="82"/>
                    <a:pt x="836" y="81"/>
                  </a:cubicBezTo>
                  <a:cubicBezTo>
                    <a:pt x="834" y="97"/>
                    <a:pt x="834" y="97"/>
                    <a:pt x="834" y="97"/>
                  </a:cubicBezTo>
                  <a:cubicBezTo>
                    <a:pt x="830" y="99"/>
                    <a:pt x="825" y="100"/>
                    <a:pt x="820" y="100"/>
                  </a:cubicBezTo>
                  <a:cubicBezTo>
                    <a:pt x="806" y="100"/>
                    <a:pt x="801" y="89"/>
                    <a:pt x="801" y="79"/>
                  </a:cubicBezTo>
                  <a:cubicBezTo>
                    <a:pt x="801" y="45"/>
                    <a:pt x="801" y="45"/>
                    <a:pt x="801" y="45"/>
                  </a:cubicBezTo>
                  <a:cubicBezTo>
                    <a:pt x="790" y="45"/>
                    <a:pt x="790" y="45"/>
                    <a:pt x="790" y="45"/>
                  </a:cubicBezTo>
                  <a:cubicBezTo>
                    <a:pt x="790" y="29"/>
                    <a:pt x="790" y="29"/>
                    <a:pt x="790" y="29"/>
                  </a:cubicBezTo>
                  <a:cubicBezTo>
                    <a:pt x="801" y="29"/>
                    <a:pt x="801" y="29"/>
                    <a:pt x="801" y="29"/>
                  </a:cubicBezTo>
                  <a:cubicBezTo>
                    <a:pt x="801" y="11"/>
                    <a:pt x="801" y="11"/>
                    <a:pt x="801" y="11"/>
                  </a:cubicBezTo>
                  <a:cubicBezTo>
                    <a:pt x="818" y="3"/>
                    <a:pt x="818" y="3"/>
                    <a:pt x="818" y="3"/>
                  </a:cubicBezTo>
                  <a:cubicBezTo>
                    <a:pt x="818" y="29"/>
                    <a:pt x="818" y="29"/>
                    <a:pt x="818" y="29"/>
                  </a:cubicBezTo>
                  <a:cubicBezTo>
                    <a:pt x="834" y="29"/>
                    <a:pt x="834" y="29"/>
                    <a:pt x="834" y="29"/>
                  </a:cubicBezTo>
                  <a:cubicBezTo>
                    <a:pt x="834" y="45"/>
                    <a:pt x="834" y="45"/>
                    <a:pt x="834" y="45"/>
                  </a:cubicBezTo>
                  <a:cubicBezTo>
                    <a:pt x="818" y="45"/>
                    <a:pt x="818" y="45"/>
                    <a:pt x="818" y="45"/>
                  </a:cubicBezTo>
                  <a:lnTo>
                    <a:pt x="818" y="75"/>
                  </a:lnTo>
                  <a:close/>
                  <a:moveTo>
                    <a:pt x="785" y="97"/>
                  </a:moveTo>
                  <a:cubicBezTo>
                    <a:pt x="781" y="99"/>
                    <a:pt x="776" y="100"/>
                    <a:pt x="770" y="100"/>
                  </a:cubicBezTo>
                  <a:cubicBezTo>
                    <a:pt x="757" y="100"/>
                    <a:pt x="752" y="89"/>
                    <a:pt x="752" y="79"/>
                  </a:cubicBezTo>
                  <a:cubicBezTo>
                    <a:pt x="752" y="45"/>
                    <a:pt x="752" y="45"/>
                    <a:pt x="752" y="45"/>
                  </a:cubicBezTo>
                  <a:cubicBezTo>
                    <a:pt x="741" y="45"/>
                    <a:pt x="741" y="45"/>
                    <a:pt x="741" y="45"/>
                  </a:cubicBezTo>
                  <a:cubicBezTo>
                    <a:pt x="741" y="29"/>
                    <a:pt x="741" y="29"/>
                    <a:pt x="741" y="29"/>
                  </a:cubicBezTo>
                  <a:cubicBezTo>
                    <a:pt x="752" y="29"/>
                    <a:pt x="752" y="29"/>
                    <a:pt x="752" y="29"/>
                  </a:cubicBezTo>
                  <a:cubicBezTo>
                    <a:pt x="752" y="11"/>
                    <a:pt x="752" y="11"/>
                    <a:pt x="752" y="11"/>
                  </a:cubicBezTo>
                  <a:cubicBezTo>
                    <a:pt x="769" y="3"/>
                    <a:pt x="769" y="3"/>
                    <a:pt x="769" y="3"/>
                  </a:cubicBezTo>
                  <a:cubicBezTo>
                    <a:pt x="769" y="29"/>
                    <a:pt x="769" y="29"/>
                    <a:pt x="769" y="29"/>
                  </a:cubicBezTo>
                  <a:cubicBezTo>
                    <a:pt x="784" y="29"/>
                    <a:pt x="784" y="29"/>
                    <a:pt x="784" y="29"/>
                  </a:cubicBezTo>
                  <a:cubicBezTo>
                    <a:pt x="784" y="45"/>
                    <a:pt x="784" y="45"/>
                    <a:pt x="784" y="45"/>
                  </a:cubicBezTo>
                  <a:cubicBezTo>
                    <a:pt x="769" y="45"/>
                    <a:pt x="769" y="45"/>
                    <a:pt x="769" y="45"/>
                  </a:cubicBezTo>
                  <a:cubicBezTo>
                    <a:pt x="769" y="75"/>
                    <a:pt x="769" y="75"/>
                    <a:pt x="769" y="75"/>
                  </a:cubicBezTo>
                  <a:cubicBezTo>
                    <a:pt x="769" y="81"/>
                    <a:pt x="771" y="84"/>
                    <a:pt x="777" y="84"/>
                  </a:cubicBezTo>
                  <a:cubicBezTo>
                    <a:pt x="780" y="84"/>
                    <a:pt x="784" y="82"/>
                    <a:pt x="787" y="81"/>
                  </a:cubicBezTo>
                  <a:lnTo>
                    <a:pt x="785" y="97"/>
                  </a:lnTo>
                  <a:close/>
                  <a:moveTo>
                    <a:pt x="954" y="49"/>
                  </a:moveTo>
                  <a:cubicBezTo>
                    <a:pt x="951" y="46"/>
                    <a:pt x="947" y="45"/>
                    <a:pt x="943" y="45"/>
                  </a:cubicBezTo>
                  <a:cubicBezTo>
                    <a:pt x="934" y="45"/>
                    <a:pt x="931" y="50"/>
                    <a:pt x="931" y="61"/>
                  </a:cubicBezTo>
                  <a:cubicBezTo>
                    <a:pt x="931" y="99"/>
                    <a:pt x="931" y="99"/>
                    <a:pt x="931" y="99"/>
                  </a:cubicBezTo>
                  <a:cubicBezTo>
                    <a:pt x="913" y="99"/>
                    <a:pt x="913" y="99"/>
                    <a:pt x="913" y="99"/>
                  </a:cubicBezTo>
                  <a:cubicBezTo>
                    <a:pt x="913" y="29"/>
                    <a:pt x="913" y="29"/>
                    <a:pt x="913" y="29"/>
                  </a:cubicBezTo>
                  <a:cubicBezTo>
                    <a:pt x="931" y="29"/>
                    <a:pt x="931" y="29"/>
                    <a:pt x="931" y="29"/>
                  </a:cubicBezTo>
                  <a:cubicBezTo>
                    <a:pt x="931" y="35"/>
                    <a:pt x="931" y="35"/>
                    <a:pt x="931" y="35"/>
                  </a:cubicBezTo>
                  <a:cubicBezTo>
                    <a:pt x="935" y="30"/>
                    <a:pt x="940" y="28"/>
                    <a:pt x="946" y="28"/>
                  </a:cubicBezTo>
                  <a:cubicBezTo>
                    <a:pt x="951" y="28"/>
                    <a:pt x="956" y="29"/>
                    <a:pt x="959" y="32"/>
                  </a:cubicBezTo>
                  <a:lnTo>
                    <a:pt x="954" y="49"/>
                  </a:lnTo>
                  <a:close/>
                  <a:moveTo>
                    <a:pt x="178" y="11"/>
                  </a:moveTo>
                  <a:cubicBezTo>
                    <a:pt x="178" y="19"/>
                    <a:pt x="178" y="19"/>
                    <a:pt x="178" y="19"/>
                  </a:cubicBezTo>
                  <a:cubicBezTo>
                    <a:pt x="161" y="19"/>
                    <a:pt x="161" y="19"/>
                    <a:pt x="161" y="19"/>
                  </a:cubicBezTo>
                  <a:cubicBezTo>
                    <a:pt x="161" y="2"/>
                    <a:pt x="161" y="2"/>
                    <a:pt x="161" y="2"/>
                  </a:cubicBezTo>
                  <a:cubicBezTo>
                    <a:pt x="178" y="2"/>
                    <a:pt x="178" y="2"/>
                    <a:pt x="178" y="2"/>
                  </a:cubicBezTo>
                  <a:lnTo>
                    <a:pt x="178" y="11"/>
                  </a:lnTo>
                  <a:close/>
                  <a:moveTo>
                    <a:pt x="298" y="29"/>
                  </a:moveTo>
                  <a:cubicBezTo>
                    <a:pt x="315" y="29"/>
                    <a:pt x="315" y="29"/>
                    <a:pt x="315" y="29"/>
                  </a:cubicBezTo>
                  <a:cubicBezTo>
                    <a:pt x="315" y="60"/>
                    <a:pt x="315" y="60"/>
                    <a:pt x="315" y="60"/>
                  </a:cubicBezTo>
                  <a:cubicBezTo>
                    <a:pt x="315" y="99"/>
                    <a:pt x="315" y="99"/>
                    <a:pt x="315" y="99"/>
                  </a:cubicBezTo>
                  <a:cubicBezTo>
                    <a:pt x="298" y="99"/>
                    <a:pt x="298" y="99"/>
                    <a:pt x="298" y="99"/>
                  </a:cubicBezTo>
                  <a:lnTo>
                    <a:pt x="298" y="29"/>
                  </a:lnTo>
                  <a:close/>
                  <a:moveTo>
                    <a:pt x="315" y="11"/>
                  </a:moveTo>
                  <a:cubicBezTo>
                    <a:pt x="315" y="19"/>
                    <a:pt x="315" y="19"/>
                    <a:pt x="315" y="19"/>
                  </a:cubicBezTo>
                  <a:cubicBezTo>
                    <a:pt x="298" y="19"/>
                    <a:pt x="298" y="19"/>
                    <a:pt x="298" y="19"/>
                  </a:cubicBezTo>
                  <a:cubicBezTo>
                    <a:pt x="298" y="2"/>
                    <a:pt x="298" y="2"/>
                    <a:pt x="298" y="2"/>
                  </a:cubicBezTo>
                  <a:cubicBezTo>
                    <a:pt x="315" y="2"/>
                    <a:pt x="315" y="2"/>
                    <a:pt x="315" y="2"/>
                  </a:cubicBezTo>
                  <a:lnTo>
                    <a:pt x="315" y="11"/>
                  </a:lnTo>
                  <a:close/>
                  <a:moveTo>
                    <a:pt x="1790" y="34"/>
                  </a:moveTo>
                  <a:cubicBezTo>
                    <a:pt x="1786" y="30"/>
                    <a:pt x="1780" y="28"/>
                    <a:pt x="1775" y="28"/>
                  </a:cubicBezTo>
                  <a:cubicBezTo>
                    <a:pt x="1758" y="28"/>
                    <a:pt x="1747" y="41"/>
                    <a:pt x="1747" y="63"/>
                  </a:cubicBezTo>
                  <a:cubicBezTo>
                    <a:pt x="1747" y="86"/>
                    <a:pt x="1757" y="100"/>
                    <a:pt x="1774" y="100"/>
                  </a:cubicBezTo>
                  <a:cubicBezTo>
                    <a:pt x="1780" y="100"/>
                    <a:pt x="1785" y="98"/>
                    <a:pt x="1790" y="93"/>
                  </a:cubicBezTo>
                  <a:cubicBezTo>
                    <a:pt x="1790" y="99"/>
                    <a:pt x="1790" y="99"/>
                    <a:pt x="1790" y="99"/>
                  </a:cubicBezTo>
                  <a:cubicBezTo>
                    <a:pt x="1807" y="99"/>
                    <a:pt x="1807" y="99"/>
                    <a:pt x="1807" y="99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790" y="9"/>
                    <a:pt x="1790" y="9"/>
                    <a:pt x="1790" y="9"/>
                  </a:cubicBezTo>
                  <a:lnTo>
                    <a:pt x="1790" y="34"/>
                  </a:lnTo>
                  <a:close/>
                  <a:moveTo>
                    <a:pt x="1778" y="84"/>
                  </a:moveTo>
                  <a:cubicBezTo>
                    <a:pt x="1772" y="84"/>
                    <a:pt x="1765" y="81"/>
                    <a:pt x="1765" y="63"/>
                  </a:cubicBezTo>
                  <a:cubicBezTo>
                    <a:pt x="1765" y="47"/>
                    <a:pt x="1772" y="43"/>
                    <a:pt x="1778" y="43"/>
                  </a:cubicBezTo>
                  <a:cubicBezTo>
                    <a:pt x="1784" y="43"/>
                    <a:pt x="1788" y="47"/>
                    <a:pt x="1790" y="50"/>
                  </a:cubicBezTo>
                  <a:cubicBezTo>
                    <a:pt x="1790" y="78"/>
                    <a:pt x="1790" y="78"/>
                    <a:pt x="1790" y="78"/>
                  </a:cubicBezTo>
                  <a:cubicBezTo>
                    <a:pt x="1788" y="81"/>
                    <a:pt x="1784" y="84"/>
                    <a:pt x="1778" y="84"/>
                  </a:cubicBezTo>
                  <a:moveTo>
                    <a:pt x="1206" y="49"/>
                  </a:moveTo>
                  <a:cubicBezTo>
                    <a:pt x="1203" y="46"/>
                    <a:pt x="1199" y="45"/>
                    <a:pt x="1195" y="45"/>
                  </a:cubicBezTo>
                  <a:cubicBezTo>
                    <a:pt x="1187" y="45"/>
                    <a:pt x="1183" y="50"/>
                    <a:pt x="1183" y="61"/>
                  </a:cubicBezTo>
                  <a:cubicBezTo>
                    <a:pt x="1183" y="99"/>
                    <a:pt x="1183" y="99"/>
                    <a:pt x="1183" y="99"/>
                  </a:cubicBezTo>
                  <a:cubicBezTo>
                    <a:pt x="1165" y="99"/>
                    <a:pt x="1165" y="99"/>
                    <a:pt x="1165" y="99"/>
                  </a:cubicBezTo>
                  <a:cubicBezTo>
                    <a:pt x="1165" y="29"/>
                    <a:pt x="1165" y="29"/>
                    <a:pt x="1165" y="29"/>
                  </a:cubicBezTo>
                  <a:cubicBezTo>
                    <a:pt x="1183" y="29"/>
                    <a:pt x="1183" y="29"/>
                    <a:pt x="1183" y="29"/>
                  </a:cubicBezTo>
                  <a:cubicBezTo>
                    <a:pt x="1183" y="35"/>
                    <a:pt x="1183" y="35"/>
                    <a:pt x="1183" y="35"/>
                  </a:cubicBezTo>
                  <a:cubicBezTo>
                    <a:pt x="1187" y="30"/>
                    <a:pt x="1192" y="28"/>
                    <a:pt x="1198" y="28"/>
                  </a:cubicBezTo>
                  <a:cubicBezTo>
                    <a:pt x="1203" y="28"/>
                    <a:pt x="1208" y="29"/>
                    <a:pt x="1211" y="32"/>
                  </a:cubicBezTo>
                  <a:lnTo>
                    <a:pt x="1206" y="49"/>
                  </a:lnTo>
                  <a:close/>
                  <a:moveTo>
                    <a:pt x="1071" y="29"/>
                  </a:moveTo>
                  <a:cubicBezTo>
                    <a:pt x="1088" y="29"/>
                    <a:pt x="1088" y="29"/>
                    <a:pt x="1088" y="29"/>
                  </a:cubicBezTo>
                  <a:cubicBezTo>
                    <a:pt x="1069" y="99"/>
                    <a:pt x="1069" y="99"/>
                    <a:pt x="1069" y="99"/>
                  </a:cubicBezTo>
                  <a:cubicBezTo>
                    <a:pt x="1054" y="99"/>
                    <a:pt x="1054" y="99"/>
                    <a:pt x="1054" y="99"/>
                  </a:cubicBezTo>
                  <a:cubicBezTo>
                    <a:pt x="1046" y="70"/>
                    <a:pt x="1046" y="70"/>
                    <a:pt x="1046" y="70"/>
                  </a:cubicBezTo>
                  <a:cubicBezTo>
                    <a:pt x="1045" y="65"/>
                    <a:pt x="1043" y="59"/>
                    <a:pt x="1042" y="55"/>
                  </a:cubicBezTo>
                  <a:cubicBezTo>
                    <a:pt x="1042" y="58"/>
                    <a:pt x="1040" y="66"/>
                    <a:pt x="1038" y="70"/>
                  </a:cubicBezTo>
                  <a:cubicBezTo>
                    <a:pt x="1031" y="99"/>
                    <a:pt x="1031" y="99"/>
                    <a:pt x="1031" y="99"/>
                  </a:cubicBezTo>
                  <a:cubicBezTo>
                    <a:pt x="1016" y="99"/>
                    <a:pt x="1016" y="99"/>
                    <a:pt x="1016" y="99"/>
                  </a:cubicBezTo>
                  <a:cubicBezTo>
                    <a:pt x="1016" y="98"/>
                    <a:pt x="1016" y="98"/>
                    <a:pt x="1016" y="98"/>
                  </a:cubicBezTo>
                  <a:cubicBezTo>
                    <a:pt x="996" y="29"/>
                    <a:pt x="996" y="29"/>
                    <a:pt x="996" y="29"/>
                  </a:cubicBezTo>
                  <a:cubicBezTo>
                    <a:pt x="1014" y="29"/>
                    <a:pt x="1014" y="29"/>
                    <a:pt x="1014" y="29"/>
                  </a:cubicBezTo>
                  <a:cubicBezTo>
                    <a:pt x="1020" y="55"/>
                    <a:pt x="1020" y="55"/>
                    <a:pt x="1020" y="55"/>
                  </a:cubicBezTo>
                  <a:cubicBezTo>
                    <a:pt x="1021" y="59"/>
                    <a:pt x="1023" y="67"/>
                    <a:pt x="1024" y="72"/>
                  </a:cubicBezTo>
                  <a:cubicBezTo>
                    <a:pt x="1025" y="67"/>
                    <a:pt x="1027" y="60"/>
                    <a:pt x="1028" y="55"/>
                  </a:cubicBezTo>
                  <a:cubicBezTo>
                    <a:pt x="1035" y="29"/>
                    <a:pt x="1035" y="29"/>
                    <a:pt x="1035" y="29"/>
                  </a:cubicBezTo>
                  <a:cubicBezTo>
                    <a:pt x="1050" y="29"/>
                    <a:pt x="1050" y="29"/>
                    <a:pt x="1050" y="29"/>
                  </a:cubicBezTo>
                  <a:cubicBezTo>
                    <a:pt x="1057" y="55"/>
                    <a:pt x="1057" y="55"/>
                    <a:pt x="1057" y="55"/>
                  </a:cubicBezTo>
                  <a:cubicBezTo>
                    <a:pt x="1058" y="59"/>
                    <a:pt x="1060" y="67"/>
                    <a:pt x="1061" y="72"/>
                  </a:cubicBezTo>
                  <a:cubicBezTo>
                    <a:pt x="1062" y="68"/>
                    <a:pt x="1063" y="61"/>
                    <a:pt x="1065" y="55"/>
                  </a:cubicBezTo>
                  <a:lnTo>
                    <a:pt x="1071" y="29"/>
                  </a:lnTo>
                  <a:close/>
                  <a:moveTo>
                    <a:pt x="1123" y="28"/>
                  </a:moveTo>
                  <a:cubicBezTo>
                    <a:pt x="1105" y="28"/>
                    <a:pt x="1092" y="43"/>
                    <a:pt x="1092" y="64"/>
                  </a:cubicBezTo>
                  <a:cubicBezTo>
                    <a:pt x="1092" y="85"/>
                    <a:pt x="1105" y="100"/>
                    <a:pt x="1123" y="100"/>
                  </a:cubicBezTo>
                  <a:cubicBezTo>
                    <a:pt x="1142" y="100"/>
                    <a:pt x="1155" y="85"/>
                    <a:pt x="1155" y="64"/>
                  </a:cubicBezTo>
                  <a:cubicBezTo>
                    <a:pt x="1155" y="43"/>
                    <a:pt x="1142" y="28"/>
                    <a:pt x="1123" y="28"/>
                  </a:cubicBezTo>
                  <a:moveTo>
                    <a:pt x="1123" y="84"/>
                  </a:moveTo>
                  <a:cubicBezTo>
                    <a:pt x="1115" y="84"/>
                    <a:pt x="1109" y="76"/>
                    <a:pt x="1109" y="64"/>
                  </a:cubicBezTo>
                  <a:cubicBezTo>
                    <a:pt x="1109" y="52"/>
                    <a:pt x="1115" y="44"/>
                    <a:pt x="1123" y="44"/>
                  </a:cubicBezTo>
                  <a:cubicBezTo>
                    <a:pt x="1132" y="44"/>
                    <a:pt x="1137" y="52"/>
                    <a:pt x="1137" y="64"/>
                  </a:cubicBezTo>
                  <a:cubicBezTo>
                    <a:pt x="1137" y="76"/>
                    <a:pt x="1132" y="84"/>
                    <a:pt x="1123" y="84"/>
                  </a:cubicBezTo>
                  <a:moveTo>
                    <a:pt x="1705" y="49"/>
                  </a:moveTo>
                  <a:cubicBezTo>
                    <a:pt x="1702" y="46"/>
                    <a:pt x="1698" y="45"/>
                    <a:pt x="1694" y="45"/>
                  </a:cubicBezTo>
                  <a:cubicBezTo>
                    <a:pt x="1686" y="45"/>
                    <a:pt x="1682" y="50"/>
                    <a:pt x="1682" y="61"/>
                  </a:cubicBezTo>
                  <a:cubicBezTo>
                    <a:pt x="1682" y="99"/>
                    <a:pt x="1682" y="99"/>
                    <a:pt x="1682" y="99"/>
                  </a:cubicBezTo>
                  <a:cubicBezTo>
                    <a:pt x="1665" y="99"/>
                    <a:pt x="1665" y="99"/>
                    <a:pt x="1665" y="99"/>
                  </a:cubicBezTo>
                  <a:cubicBezTo>
                    <a:pt x="1665" y="29"/>
                    <a:pt x="1665" y="29"/>
                    <a:pt x="1665" y="29"/>
                  </a:cubicBezTo>
                  <a:cubicBezTo>
                    <a:pt x="1682" y="29"/>
                    <a:pt x="1682" y="29"/>
                    <a:pt x="1682" y="29"/>
                  </a:cubicBezTo>
                  <a:cubicBezTo>
                    <a:pt x="1682" y="35"/>
                    <a:pt x="1682" y="35"/>
                    <a:pt x="1682" y="35"/>
                  </a:cubicBezTo>
                  <a:cubicBezTo>
                    <a:pt x="1686" y="30"/>
                    <a:pt x="1691" y="28"/>
                    <a:pt x="1697" y="28"/>
                  </a:cubicBezTo>
                  <a:cubicBezTo>
                    <a:pt x="1702" y="28"/>
                    <a:pt x="1707" y="29"/>
                    <a:pt x="1710" y="32"/>
                  </a:cubicBezTo>
                  <a:lnTo>
                    <a:pt x="1705" y="49"/>
                  </a:lnTo>
                  <a:close/>
                  <a:moveTo>
                    <a:pt x="1570" y="29"/>
                  </a:moveTo>
                  <a:cubicBezTo>
                    <a:pt x="1587" y="29"/>
                    <a:pt x="1587" y="29"/>
                    <a:pt x="1587" y="29"/>
                  </a:cubicBezTo>
                  <a:cubicBezTo>
                    <a:pt x="1568" y="99"/>
                    <a:pt x="1568" y="99"/>
                    <a:pt x="1568" y="99"/>
                  </a:cubicBezTo>
                  <a:cubicBezTo>
                    <a:pt x="1553" y="99"/>
                    <a:pt x="1553" y="99"/>
                    <a:pt x="1553" y="99"/>
                  </a:cubicBezTo>
                  <a:cubicBezTo>
                    <a:pt x="1545" y="70"/>
                    <a:pt x="1545" y="70"/>
                    <a:pt x="1545" y="70"/>
                  </a:cubicBezTo>
                  <a:cubicBezTo>
                    <a:pt x="1544" y="65"/>
                    <a:pt x="1542" y="59"/>
                    <a:pt x="1541" y="55"/>
                  </a:cubicBezTo>
                  <a:cubicBezTo>
                    <a:pt x="1541" y="58"/>
                    <a:pt x="1539" y="66"/>
                    <a:pt x="1537" y="70"/>
                  </a:cubicBezTo>
                  <a:cubicBezTo>
                    <a:pt x="1530" y="99"/>
                    <a:pt x="1530" y="99"/>
                    <a:pt x="1530" y="99"/>
                  </a:cubicBezTo>
                  <a:cubicBezTo>
                    <a:pt x="1515" y="99"/>
                    <a:pt x="1515" y="99"/>
                    <a:pt x="1515" y="99"/>
                  </a:cubicBezTo>
                  <a:cubicBezTo>
                    <a:pt x="1515" y="98"/>
                    <a:pt x="1515" y="98"/>
                    <a:pt x="1515" y="98"/>
                  </a:cubicBezTo>
                  <a:cubicBezTo>
                    <a:pt x="1495" y="29"/>
                    <a:pt x="1495" y="29"/>
                    <a:pt x="1495" y="29"/>
                  </a:cubicBezTo>
                  <a:cubicBezTo>
                    <a:pt x="1513" y="29"/>
                    <a:pt x="1513" y="29"/>
                    <a:pt x="1513" y="29"/>
                  </a:cubicBezTo>
                  <a:cubicBezTo>
                    <a:pt x="1519" y="55"/>
                    <a:pt x="1519" y="55"/>
                    <a:pt x="1519" y="55"/>
                  </a:cubicBezTo>
                  <a:cubicBezTo>
                    <a:pt x="1520" y="59"/>
                    <a:pt x="1522" y="67"/>
                    <a:pt x="1523" y="72"/>
                  </a:cubicBezTo>
                  <a:cubicBezTo>
                    <a:pt x="1524" y="67"/>
                    <a:pt x="1526" y="60"/>
                    <a:pt x="1527" y="55"/>
                  </a:cubicBezTo>
                  <a:cubicBezTo>
                    <a:pt x="1534" y="29"/>
                    <a:pt x="1534" y="29"/>
                    <a:pt x="1534" y="29"/>
                  </a:cubicBezTo>
                  <a:cubicBezTo>
                    <a:pt x="1549" y="29"/>
                    <a:pt x="1549" y="29"/>
                    <a:pt x="1549" y="29"/>
                  </a:cubicBezTo>
                  <a:cubicBezTo>
                    <a:pt x="1556" y="55"/>
                    <a:pt x="1556" y="55"/>
                    <a:pt x="1556" y="55"/>
                  </a:cubicBezTo>
                  <a:cubicBezTo>
                    <a:pt x="1557" y="59"/>
                    <a:pt x="1559" y="67"/>
                    <a:pt x="1560" y="72"/>
                  </a:cubicBezTo>
                  <a:cubicBezTo>
                    <a:pt x="1561" y="68"/>
                    <a:pt x="1563" y="61"/>
                    <a:pt x="1564" y="55"/>
                  </a:cubicBezTo>
                  <a:lnTo>
                    <a:pt x="1570" y="29"/>
                  </a:lnTo>
                  <a:close/>
                  <a:moveTo>
                    <a:pt x="1622" y="28"/>
                  </a:moveTo>
                  <a:cubicBezTo>
                    <a:pt x="1604" y="28"/>
                    <a:pt x="1591" y="43"/>
                    <a:pt x="1591" y="64"/>
                  </a:cubicBezTo>
                  <a:cubicBezTo>
                    <a:pt x="1591" y="85"/>
                    <a:pt x="1604" y="100"/>
                    <a:pt x="1622" y="100"/>
                  </a:cubicBezTo>
                  <a:cubicBezTo>
                    <a:pt x="1640" y="100"/>
                    <a:pt x="1654" y="85"/>
                    <a:pt x="1654" y="64"/>
                  </a:cubicBezTo>
                  <a:cubicBezTo>
                    <a:pt x="1654" y="43"/>
                    <a:pt x="1640" y="28"/>
                    <a:pt x="1622" y="28"/>
                  </a:cubicBezTo>
                  <a:moveTo>
                    <a:pt x="1622" y="84"/>
                  </a:moveTo>
                  <a:cubicBezTo>
                    <a:pt x="1614" y="84"/>
                    <a:pt x="1608" y="76"/>
                    <a:pt x="1608" y="64"/>
                  </a:cubicBezTo>
                  <a:cubicBezTo>
                    <a:pt x="1608" y="52"/>
                    <a:pt x="1614" y="44"/>
                    <a:pt x="1622" y="44"/>
                  </a:cubicBezTo>
                  <a:cubicBezTo>
                    <a:pt x="1631" y="44"/>
                    <a:pt x="1636" y="52"/>
                    <a:pt x="1636" y="64"/>
                  </a:cubicBezTo>
                  <a:cubicBezTo>
                    <a:pt x="1636" y="76"/>
                    <a:pt x="1631" y="84"/>
                    <a:pt x="1622" y="84"/>
                  </a:cubicBezTo>
                  <a:moveTo>
                    <a:pt x="1258" y="52"/>
                  </a:moveTo>
                  <a:cubicBezTo>
                    <a:pt x="1279" y="99"/>
                    <a:pt x="1279" y="99"/>
                    <a:pt x="1279" y="99"/>
                  </a:cubicBezTo>
                  <a:cubicBezTo>
                    <a:pt x="1260" y="99"/>
                    <a:pt x="1260" y="99"/>
                    <a:pt x="1260" y="99"/>
                  </a:cubicBezTo>
                  <a:cubicBezTo>
                    <a:pt x="1245" y="66"/>
                    <a:pt x="1245" y="66"/>
                    <a:pt x="1245" y="66"/>
                  </a:cubicBezTo>
                  <a:cubicBezTo>
                    <a:pt x="1236" y="78"/>
                    <a:pt x="1236" y="78"/>
                    <a:pt x="1236" y="78"/>
                  </a:cubicBezTo>
                  <a:cubicBezTo>
                    <a:pt x="1236" y="99"/>
                    <a:pt x="1236" y="99"/>
                    <a:pt x="1236" y="99"/>
                  </a:cubicBezTo>
                  <a:cubicBezTo>
                    <a:pt x="1219" y="99"/>
                    <a:pt x="1219" y="99"/>
                    <a:pt x="1219" y="99"/>
                  </a:cubicBezTo>
                  <a:cubicBezTo>
                    <a:pt x="1219" y="9"/>
                    <a:pt x="1219" y="9"/>
                    <a:pt x="1219" y="9"/>
                  </a:cubicBezTo>
                  <a:cubicBezTo>
                    <a:pt x="1236" y="0"/>
                    <a:pt x="1236" y="0"/>
                    <a:pt x="1236" y="0"/>
                  </a:cubicBezTo>
                  <a:cubicBezTo>
                    <a:pt x="1236" y="56"/>
                    <a:pt x="1236" y="56"/>
                    <a:pt x="1236" y="56"/>
                  </a:cubicBezTo>
                  <a:cubicBezTo>
                    <a:pt x="1238" y="53"/>
                    <a:pt x="1241" y="49"/>
                    <a:pt x="1243" y="47"/>
                  </a:cubicBezTo>
                  <a:cubicBezTo>
                    <a:pt x="1256" y="29"/>
                    <a:pt x="1256" y="29"/>
                    <a:pt x="1256" y="29"/>
                  </a:cubicBezTo>
                  <a:cubicBezTo>
                    <a:pt x="1276" y="29"/>
                    <a:pt x="1276" y="29"/>
                    <a:pt x="1276" y="29"/>
                  </a:cubicBezTo>
                  <a:lnTo>
                    <a:pt x="1258" y="52"/>
                  </a:lnTo>
                  <a:close/>
                  <a:moveTo>
                    <a:pt x="1339" y="99"/>
                  </a:moveTo>
                  <a:cubicBezTo>
                    <a:pt x="1322" y="99"/>
                    <a:pt x="1322" y="99"/>
                    <a:pt x="1322" y="99"/>
                  </a:cubicBezTo>
                  <a:cubicBezTo>
                    <a:pt x="1322" y="29"/>
                    <a:pt x="1322" y="29"/>
                    <a:pt x="1322" y="29"/>
                  </a:cubicBezTo>
                  <a:cubicBezTo>
                    <a:pt x="1339" y="29"/>
                    <a:pt x="1339" y="29"/>
                    <a:pt x="1339" y="29"/>
                  </a:cubicBezTo>
                  <a:cubicBezTo>
                    <a:pt x="1339" y="35"/>
                    <a:pt x="1339" y="35"/>
                    <a:pt x="1339" y="35"/>
                  </a:cubicBezTo>
                  <a:cubicBezTo>
                    <a:pt x="1343" y="30"/>
                    <a:pt x="1350" y="28"/>
                    <a:pt x="1357" y="28"/>
                  </a:cubicBezTo>
                  <a:cubicBezTo>
                    <a:pt x="1373" y="28"/>
                    <a:pt x="1382" y="39"/>
                    <a:pt x="1382" y="59"/>
                  </a:cubicBezTo>
                  <a:cubicBezTo>
                    <a:pt x="1382" y="99"/>
                    <a:pt x="1382" y="99"/>
                    <a:pt x="1382" y="99"/>
                  </a:cubicBezTo>
                  <a:cubicBezTo>
                    <a:pt x="1365" y="99"/>
                    <a:pt x="1365" y="99"/>
                    <a:pt x="1365" y="99"/>
                  </a:cubicBezTo>
                  <a:cubicBezTo>
                    <a:pt x="1365" y="60"/>
                    <a:pt x="1365" y="60"/>
                    <a:pt x="1365" y="60"/>
                  </a:cubicBezTo>
                  <a:cubicBezTo>
                    <a:pt x="1365" y="49"/>
                    <a:pt x="1361" y="43"/>
                    <a:pt x="1352" y="43"/>
                  </a:cubicBezTo>
                  <a:cubicBezTo>
                    <a:pt x="1344" y="43"/>
                    <a:pt x="1339" y="49"/>
                    <a:pt x="1339" y="60"/>
                  </a:cubicBezTo>
                  <a:lnTo>
                    <a:pt x="1339" y="99"/>
                  </a:lnTo>
                  <a:close/>
                  <a:moveTo>
                    <a:pt x="1436" y="34"/>
                  </a:moveTo>
                  <a:cubicBezTo>
                    <a:pt x="1432" y="30"/>
                    <a:pt x="1427" y="28"/>
                    <a:pt x="1421" y="28"/>
                  </a:cubicBezTo>
                  <a:cubicBezTo>
                    <a:pt x="1404" y="28"/>
                    <a:pt x="1394" y="41"/>
                    <a:pt x="1394" y="63"/>
                  </a:cubicBezTo>
                  <a:cubicBezTo>
                    <a:pt x="1394" y="86"/>
                    <a:pt x="1404" y="100"/>
                    <a:pt x="1421" y="100"/>
                  </a:cubicBezTo>
                  <a:cubicBezTo>
                    <a:pt x="1427" y="100"/>
                    <a:pt x="1432" y="98"/>
                    <a:pt x="1436" y="93"/>
                  </a:cubicBezTo>
                  <a:cubicBezTo>
                    <a:pt x="1436" y="95"/>
                    <a:pt x="1436" y="95"/>
                    <a:pt x="1436" y="95"/>
                  </a:cubicBezTo>
                  <a:cubicBezTo>
                    <a:pt x="1436" y="103"/>
                    <a:pt x="1436" y="113"/>
                    <a:pt x="1414" y="114"/>
                  </a:cubicBezTo>
                  <a:cubicBezTo>
                    <a:pt x="1413" y="114"/>
                    <a:pt x="1413" y="114"/>
                    <a:pt x="1413" y="114"/>
                  </a:cubicBezTo>
                  <a:cubicBezTo>
                    <a:pt x="1419" y="127"/>
                    <a:pt x="1419" y="127"/>
                    <a:pt x="1419" y="127"/>
                  </a:cubicBezTo>
                  <a:cubicBezTo>
                    <a:pt x="1420" y="127"/>
                    <a:pt x="1420" y="127"/>
                    <a:pt x="1420" y="127"/>
                  </a:cubicBezTo>
                  <a:cubicBezTo>
                    <a:pt x="1442" y="127"/>
                    <a:pt x="1453" y="115"/>
                    <a:pt x="1453" y="92"/>
                  </a:cubicBezTo>
                  <a:cubicBezTo>
                    <a:pt x="1453" y="29"/>
                    <a:pt x="1453" y="29"/>
                    <a:pt x="1453" y="29"/>
                  </a:cubicBezTo>
                  <a:cubicBezTo>
                    <a:pt x="1436" y="29"/>
                    <a:pt x="1436" y="29"/>
                    <a:pt x="1436" y="29"/>
                  </a:cubicBezTo>
                  <a:lnTo>
                    <a:pt x="1436" y="34"/>
                  </a:lnTo>
                  <a:close/>
                  <a:moveTo>
                    <a:pt x="1436" y="50"/>
                  </a:moveTo>
                  <a:cubicBezTo>
                    <a:pt x="1436" y="77"/>
                    <a:pt x="1436" y="77"/>
                    <a:pt x="1436" y="77"/>
                  </a:cubicBezTo>
                  <a:cubicBezTo>
                    <a:pt x="1434" y="81"/>
                    <a:pt x="1430" y="84"/>
                    <a:pt x="1424" y="84"/>
                  </a:cubicBezTo>
                  <a:cubicBezTo>
                    <a:pt x="1418" y="84"/>
                    <a:pt x="1411" y="81"/>
                    <a:pt x="1411" y="63"/>
                  </a:cubicBezTo>
                  <a:cubicBezTo>
                    <a:pt x="1411" y="47"/>
                    <a:pt x="1418" y="43"/>
                    <a:pt x="1424" y="43"/>
                  </a:cubicBezTo>
                  <a:cubicBezTo>
                    <a:pt x="1430" y="43"/>
                    <a:pt x="1434" y="47"/>
                    <a:pt x="1436" y="50"/>
                  </a:cubicBezTo>
                  <a:moveTo>
                    <a:pt x="1289" y="29"/>
                  </a:moveTo>
                  <a:cubicBezTo>
                    <a:pt x="1307" y="29"/>
                    <a:pt x="1307" y="29"/>
                    <a:pt x="1307" y="29"/>
                  </a:cubicBezTo>
                  <a:cubicBezTo>
                    <a:pt x="1307" y="61"/>
                    <a:pt x="1307" y="61"/>
                    <a:pt x="1307" y="61"/>
                  </a:cubicBezTo>
                  <a:cubicBezTo>
                    <a:pt x="1307" y="99"/>
                    <a:pt x="1307" y="99"/>
                    <a:pt x="1307" y="99"/>
                  </a:cubicBezTo>
                  <a:cubicBezTo>
                    <a:pt x="1289" y="99"/>
                    <a:pt x="1289" y="99"/>
                    <a:pt x="1289" y="99"/>
                  </a:cubicBezTo>
                  <a:lnTo>
                    <a:pt x="1289" y="29"/>
                  </a:lnTo>
                  <a:close/>
                  <a:moveTo>
                    <a:pt x="1307" y="11"/>
                  </a:moveTo>
                  <a:cubicBezTo>
                    <a:pt x="1307" y="19"/>
                    <a:pt x="1307" y="19"/>
                    <a:pt x="1307" y="19"/>
                  </a:cubicBezTo>
                  <a:cubicBezTo>
                    <a:pt x="1289" y="19"/>
                    <a:pt x="1289" y="19"/>
                    <a:pt x="1289" y="19"/>
                  </a:cubicBezTo>
                  <a:cubicBezTo>
                    <a:pt x="1289" y="2"/>
                    <a:pt x="1289" y="2"/>
                    <a:pt x="1289" y="2"/>
                  </a:cubicBezTo>
                  <a:cubicBezTo>
                    <a:pt x="1307" y="2"/>
                    <a:pt x="1307" y="2"/>
                    <a:pt x="1307" y="2"/>
                  </a:cubicBezTo>
                  <a:lnTo>
                    <a:pt x="1307" y="11"/>
                  </a:lnTo>
                  <a:close/>
                  <a:moveTo>
                    <a:pt x="1718" y="9"/>
                  </a:moveTo>
                  <a:cubicBezTo>
                    <a:pt x="1735" y="0"/>
                    <a:pt x="1735" y="0"/>
                    <a:pt x="1735" y="0"/>
                  </a:cubicBezTo>
                  <a:cubicBezTo>
                    <a:pt x="1735" y="63"/>
                    <a:pt x="1735" y="63"/>
                    <a:pt x="1735" y="63"/>
                  </a:cubicBezTo>
                  <a:cubicBezTo>
                    <a:pt x="1735" y="99"/>
                    <a:pt x="1735" y="99"/>
                    <a:pt x="1735" y="99"/>
                  </a:cubicBezTo>
                  <a:cubicBezTo>
                    <a:pt x="1718" y="99"/>
                    <a:pt x="1718" y="99"/>
                    <a:pt x="1718" y="99"/>
                  </a:cubicBezTo>
                  <a:lnTo>
                    <a:pt x="1718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41" name="Freeform 117">
              <a:extLst>
                <a:ext uri="{FF2B5EF4-FFF2-40B4-BE49-F238E27FC236}">
                  <a16:creationId xmlns:a16="http://schemas.microsoft.com/office/drawing/2014/main" id="{5D3822A7-6B69-47DA-B25F-E3F6E8A621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8672" y="5100633"/>
              <a:ext cx="982661" cy="358775"/>
            </a:xfrm>
            <a:custGeom>
              <a:avLst/>
              <a:gdLst>
                <a:gd name="T0" fmla="*/ 619 w 619"/>
                <a:gd name="T1" fmla="*/ 0 h 226"/>
                <a:gd name="T2" fmla="*/ 0 w 619"/>
                <a:gd name="T3" fmla="*/ 226 h 226"/>
                <a:gd name="T4" fmla="*/ 619 w 619"/>
                <a:gd name="T5" fmla="*/ 117 h 226"/>
                <a:gd name="T6" fmla="*/ 619 w 619"/>
                <a:gd name="T7" fmla="*/ 0 h 226"/>
                <a:gd name="T8" fmla="*/ 619 w 619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26">
                  <a:moveTo>
                    <a:pt x="619" y="0"/>
                  </a:moveTo>
                  <a:lnTo>
                    <a:pt x="0" y="226"/>
                  </a:lnTo>
                  <a:lnTo>
                    <a:pt x="619" y="117"/>
                  </a:lnTo>
                  <a:lnTo>
                    <a:pt x="619" y="0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42" name="Freeform 118">
              <a:extLst>
                <a:ext uri="{FF2B5EF4-FFF2-40B4-BE49-F238E27FC236}">
                  <a16:creationId xmlns:a16="http://schemas.microsoft.com/office/drawing/2014/main" id="{CA9D4434-3649-41F1-8AC9-985FFBB2B0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56613" y="5608639"/>
              <a:ext cx="825500" cy="498474"/>
            </a:xfrm>
            <a:custGeom>
              <a:avLst/>
              <a:gdLst>
                <a:gd name="T0" fmla="*/ 418 w 520"/>
                <a:gd name="T1" fmla="*/ 0 h 314"/>
                <a:gd name="T2" fmla="*/ 364 w 520"/>
                <a:gd name="T3" fmla="*/ 102 h 314"/>
                <a:gd name="T4" fmla="*/ 311 w 520"/>
                <a:gd name="T5" fmla="*/ 0 h 314"/>
                <a:gd name="T6" fmla="*/ 207 w 520"/>
                <a:gd name="T7" fmla="*/ 0 h 314"/>
                <a:gd name="T8" fmla="*/ 318 w 520"/>
                <a:gd name="T9" fmla="*/ 189 h 314"/>
                <a:gd name="T10" fmla="*/ 318 w 520"/>
                <a:gd name="T11" fmla="*/ 314 h 314"/>
                <a:gd name="T12" fmla="*/ 410 w 520"/>
                <a:gd name="T13" fmla="*/ 314 h 314"/>
                <a:gd name="T14" fmla="*/ 410 w 520"/>
                <a:gd name="T15" fmla="*/ 189 h 314"/>
                <a:gd name="T16" fmla="*/ 520 w 520"/>
                <a:gd name="T17" fmla="*/ 0 h 314"/>
                <a:gd name="T18" fmla="*/ 418 w 520"/>
                <a:gd name="T19" fmla="*/ 0 h 314"/>
                <a:gd name="T20" fmla="*/ 0 w 520"/>
                <a:gd name="T21" fmla="*/ 0 h 314"/>
                <a:gd name="T22" fmla="*/ 0 w 520"/>
                <a:gd name="T23" fmla="*/ 314 h 314"/>
                <a:gd name="T24" fmla="*/ 251 w 520"/>
                <a:gd name="T25" fmla="*/ 314 h 314"/>
                <a:gd name="T26" fmla="*/ 251 w 520"/>
                <a:gd name="T27" fmla="*/ 242 h 314"/>
                <a:gd name="T28" fmla="*/ 94 w 520"/>
                <a:gd name="T29" fmla="*/ 242 h 314"/>
                <a:gd name="T30" fmla="*/ 94 w 520"/>
                <a:gd name="T31" fmla="*/ 189 h 314"/>
                <a:gd name="T32" fmla="*/ 207 w 520"/>
                <a:gd name="T33" fmla="*/ 189 h 314"/>
                <a:gd name="T34" fmla="*/ 207 w 520"/>
                <a:gd name="T35" fmla="*/ 124 h 314"/>
                <a:gd name="T36" fmla="*/ 94 w 520"/>
                <a:gd name="T37" fmla="*/ 124 h 314"/>
                <a:gd name="T38" fmla="*/ 94 w 520"/>
                <a:gd name="T39" fmla="*/ 72 h 314"/>
                <a:gd name="T40" fmla="*/ 219 w 520"/>
                <a:gd name="T41" fmla="*/ 72 h 314"/>
                <a:gd name="T42" fmla="*/ 178 w 520"/>
                <a:gd name="T43" fmla="*/ 0 h 314"/>
                <a:gd name="T44" fmla="*/ 0 w 520"/>
                <a:gd name="T4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314">
                  <a:moveTo>
                    <a:pt x="418" y="0"/>
                  </a:moveTo>
                  <a:lnTo>
                    <a:pt x="364" y="102"/>
                  </a:lnTo>
                  <a:lnTo>
                    <a:pt x="311" y="0"/>
                  </a:lnTo>
                  <a:lnTo>
                    <a:pt x="207" y="0"/>
                  </a:lnTo>
                  <a:lnTo>
                    <a:pt x="318" y="189"/>
                  </a:lnTo>
                  <a:lnTo>
                    <a:pt x="318" y="314"/>
                  </a:lnTo>
                  <a:lnTo>
                    <a:pt x="410" y="314"/>
                  </a:lnTo>
                  <a:lnTo>
                    <a:pt x="410" y="189"/>
                  </a:lnTo>
                  <a:lnTo>
                    <a:pt x="520" y="0"/>
                  </a:lnTo>
                  <a:lnTo>
                    <a:pt x="418" y="0"/>
                  </a:lnTo>
                  <a:close/>
                  <a:moveTo>
                    <a:pt x="0" y="0"/>
                  </a:moveTo>
                  <a:lnTo>
                    <a:pt x="0" y="314"/>
                  </a:lnTo>
                  <a:lnTo>
                    <a:pt x="251" y="314"/>
                  </a:lnTo>
                  <a:lnTo>
                    <a:pt x="251" y="242"/>
                  </a:lnTo>
                  <a:lnTo>
                    <a:pt x="94" y="242"/>
                  </a:lnTo>
                  <a:lnTo>
                    <a:pt x="94" y="189"/>
                  </a:lnTo>
                  <a:lnTo>
                    <a:pt x="207" y="189"/>
                  </a:lnTo>
                  <a:lnTo>
                    <a:pt x="207" y="124"/>
                  </a:lnTo>
                  <a:lnTo>
                    <a:pt x="94" y="124"/>
                  </a:lnTo>
                  <a:lnTo>
                    <a:pt x="94" y="72"/>
                  </a:lnTo>
                  <a:lnTo>
                    <a:pt x="219" y="72"/>
                  </a:ln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</p:grp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1F36157B-0006-49F6-A093-140BB9DCB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69418" y="3503820"/>
            <a:ext cx="3808017" cy="423453"/>
          </a:xfrm>
        </p:spPr>
        <p:txBody>
          <a:bodyPr anchor="b"/>
          <a:lstStyle>
            <a:lvl1pPr marL="0" indent="0" algn="l">
              <a:buFontTx/>
              <a:buNone/>
              <a:defRPr sz="1600">
                <a:solidFill>
                  <a:srgbClr val="FFFFFF"/>
                </a:solidFill>
                <a:latin typeface="EYInterstate" panose="0200050302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171450" indent="0" algn="l">
              <a:buFontTx/>
              <a:buNone/>
              <a:defRPr/>
            </a:lvl2pPr>
            <a:lvl3pPr marL="342900" indent="0" algn="l">
              <a:buFontTx/>
              <a:buNone/>
              <a:defRPr/>
            </a:lvl3pPr>
            <a:lvl4pPr marL="514350" indent="0" algn="l">
              <a:buFontTx/>
              <a:buNone/>
              <a:defRPr/>
            </a:lvl4pPr>
            <a:lvl5pPr marL="685800" indent="0" algn="l">
              <a:buFontTx/>
              <a:buNone/>
              <a:defRPr/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51C51D52-490F-459D-8AC4-FA781D8F6A1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858" y="959252"/>
            <a:ext cx="420123" cy="1035843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77352E4-38B3-4DDF-B9FC-BF03E2DEDDE7}"/>
              </a:ext>
            </a:extLst>
          </p:cNvPr>
          <p:cNvCxnSpPr>
            <a:cxnSpLocks/>
          </p:cNvCxnSpPr>
          <p:nvPr userDrawn="1"/>
        </p:nvCxnSpPr>
        <p:spPr>
          <a:xfrm>
            <a:off x="1362344" y="5743608"/>
            <a:ext cx="777240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50CEEED-E1FF-4F9D-84BB-93AA94FB20E2}"/>
              </a:ext>
            </a:extLst>
          </p:cNvPr>
          <p:cNvSpPr txBox="1"/>
          <p:nvPr userDrawn="1"/>
        </p:nvSpPr>
        <p:spPr>
          <a:xfrm>
            <a:off x="610962" y="5630224"/>
            <a:ext cx="1044529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>
                <a:solidFill>
                  <a:schemeClr val="tx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rPr>
              <a:t>Written by</a:t>
            </a:r>
          </a:p>
        </p:txBody>
      </p:sp>
      <p:sp>
        <p:nvSpPr>
          <p:cNvPr id="47" name="Picture Placeholder 19">
            <a:extLst>
              <a:ext uri="{FF2B5EF4-FFF2-40B4-BE49-F238E27FC236}">
                <a16:creationId xmlns:a16="http://schemas.microsoft.com/office/drawing/2014/main" id="{2825F75B-756F-4FA3-B22C-7DF41FCE5A8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4215" y="5845057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E339C961-639A-4E32-A263-C3E7AF027A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9619" y="5914112"/>
            <a:ext cx="3087667" cy="1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accent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</a:lstStyle>
          <a:p>
            <a:pPr lvl="0"/>
            <a:r>
              <a:rPr lang="en-US"/>
              <a:t>name</a:t>
            </a:r>
            <a:endParaRPr lang="en-GB"/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E65AEB65-C7DF-4747-9C57-AB29E848D6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59619" y="6156755"/>
            <a:ext cx="3087667" cy="1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</a:lstStyle>
          <a:p>
            <a:pPr lvl="0"/>
            <a:r>
              <a:rPr lang="en-US"/>
              <a:t>Additional text if needed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0463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2448">
          <p15:clr>
            <a:srgbClr val="5ACBF0"/>
          </p15:clr>
        </p15:guide>
        <p15:guide id="3" pos="674">
          <p15:clr>
            <a:srgbClr val="5ACBF0"/>
          </p15:clr>
        </p15:guide>
        <p15:guide id="4" pos="3438">
          <p15:clr>
            <a:srgbClr val="5ACBF0"/>
          </p15:clr>
        </p15:guide>
        <p15:guide id="5" pos="3072">
          <p15:clr>
            <a:srgbClr val="5ACBF0"/>
          </p15:clr>
        </p15:guide>
        <p15:guide id="6" pos="386">
          <p15:clr>
            <a:srgbClr val="5ACBF0"/>
          </p15:clr>
        </p15:guide>
        <p15:guide id="7" orient="horz" pos="3672">
          <p15:clr>
            <a:srgbClr val="5ACBF0"/>
          </p15:clr>
        </p15:guide>
        <p15:guide id="8" orient="horz" pos="3992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page with Better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audi Company to Build USD 1 Billion Tyre Manufacturing Facility - Tires &amp;  Parts News">
            <a:extLst>
              <a:ext uri="{FF2B5EF4-FFF2-40B4-BE49-F238E27FC236}">
                <a16:creationId xmlns:a16="http://schemas.microsoft.com/office/drawing/2014/main" id="{467BFA89-7F72-B9AD-F785-A73B9DAC1F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5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DB0A5894-841F-4E2E-9A36-4F3763B2F5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0649080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306" imgH="306" progId="TCLayout.ActiveDocument.1">
                  <p:embed/>
                </p:oleObj>
              </mc:Choice>
              <mc:Fallback>
                <p:oleObj name="think-cell Slide" r:id="rId10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DB0A5894-841F-4E2E-9A36-4F3763B2F5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1" name="Rectangle 370" hidden="1">
            <a:extLst>
              <a:ext uri="{FF2B5EF4-FFF2-40B4-BE49-F238E27FC236}">
                <a16:creationId xmlns:a16="http://schemas.microsoft.com/office/drawing/2014/main" id="{709BF2A2-CCF9-438E-8042-ACA08C943F9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000" b="0" i="0" baseline="0">
              <a:solidFill>
                <a:schemeClr val="tx1"/>
              </a:solidFill>
              <a:latin typeface="EYInterstate Light" panose="02000506000000020004" pitchFamily="2" charset="0"/>
              <a:ea typeface="+mj-ea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B5D8988-2B20-4391-B3BA-B8A898BD19B0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 rot="5400000">
            <a:off x="-170485" y="168925"/>
            <a:ext cx="6858001" cy="652014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5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1"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1058038" y="435988"/>
            <a:ext cx="3792785" cy="868680"/>
          </a:xfrm>
          <a:prstGeom prst="rect">
            <a:avLst/>
          </a:prstGeom>
        </p:spPr>
        <p:txBody>
          <a:bodyPr vert="horz"/>
          <a:lstStyle>
            <a:lvl1pPr>
              <a:defRPr sz="3000" b="0">
                <a:solidFill>
                  <a:srgbClr val="FFFFFF"/>
                </a:solidFill>
                <a:latin typeface="EYInterstate Light" panose="02000506000000020004" pitchFamily="2" charset="0"/>
                <a:cs typeface="Arial" pitchFamily="34" charset="0"/>
                <a:sym typeface="EYInterstate Light" panose="02000506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1069291" y="1780464"/>
            <a:ext cx="3792785" cy="9038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rgbClr val="FFFFFF"/>
                </a:solidFill>
                <a:latin typeface="EYInterstate" panose="02000503020000020004" pitchFamily="2" charset="0"/>
                <a:cs typeface="Arial" pitchFamily="34" charset="0"/>
                <a:sym typeface="EYInterstate Light" panose="02000506000000020004" pitchFamily="2" charset="0"/>
              </a:defRPr>
            </a:lvl1pPr>
            <a:lvl2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E08BCAC7-5BAB-4F88-B96A-3B750E110192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612445" y="460564"/>
            <a:ext cx="155367" cy="3429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27A82A8-1027-48C4-AFE2-0340A27B428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253352" y="5348385"/>
            <a:ext cx="2339817" cy="1024128"/>
            <a:chOff x="8448672" y="5100633"/>
            <a:chExt cx="3135314" cy="1371598"/>
          </a:xfrm>
        </p:grpSpPr>
        <p:sp>
          <p:nvSpPr>
            <p:cNvPr id="31" name="Freeform 107">
              <a:extLst>
                <a:ext uri="{FF2B5EF4-FFF2-40B4-BE49-F238E27FC236}">
                  <a16:creationId xmlns:a16="http://schemas.microsoft.com/office/drawing/2014/main" id="{8CDD7062-A01D-4A65-9EEF-07C21DF641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31334" y="5759446"/>
              <a:ext cx="255586" cy="347663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32" name="Freeform 108">
              <a:extLst>
                <a:ext uri="{FF2B5EF4-FFF2-40B4-BE49-F238E27FC236}">
                  <a16:creationId xmlns:a16="http://schemas.microsoft.com/office/drawing/2014/main" id="{B32565A4-9E5F-4B91-9F2E-C976C5DE51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4385" y="5840407"/>
              <a:ext cx="211137" cy="27146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33" name="Freeform 109">
              <a:extLst>
                <a:ext uri="{FF2B5EF4-FFF2-40B4-BE49-F238E27FC236}">
                  <a16:creationId xmlns:a16="http://schemas.microsoft.com/office/drawing/2014/main" id="{43CAF619-C0B2-42E1-88E7-A9172982E5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6322" y="5840407"/>
              <a:ext cx="153987" cy="266700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34" name="Freeform 110">
              <a:extLst>
                <a:ext uri="{FF2B5EF4-FFF2-40B4-BE49-F238E27FC236}">
                  <a16:creationId xmlns:a16="http://schemas.microsoft.com/office/drawing/2014/main" id="{83FE7026-41AB-40E4-A15D-BD52D8D97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50472" y="5745157"/>
              <a:ext cx="150812" cy="366713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35" name="Freeform 111">
              <a:extLst>
                <a:ext uri="{FF2B5EF4-FFF2-40B4-BE49-F238E27FC236}">
                  <a16:creationId xmlns:a16="http://schemas.microsoft.com/office/drawing/2014/main" id="{42842F55-E3F4-4B25-95B0-355BCB7A3D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50497" y="5745157"/>
              <a:ext cx="209550" cy="361950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36" name="Freeform 112">
              <a:extLst>
                <a:ext uri="{FF2B5EF4-FFF2-40B4-BE49-F238E27FC236}">
                  <a16:creationId xmlns:a16="http://schemas.microsoft.com/office/drawing/2014/main" id="{24195736-3D24-4932-ABEE-3F81D9CA5D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96561" y="5840407"/>
              <a:ext cx="223837" cy="27146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37" name="Freeform 113">
              <a:extLst>
                <a:ext uri="{FF2B5EF4-FFF2-40B4-BE49-F238E27FC236}">
                  <a16:creationId xmlns:a16="http://schemas.microsoft.com/office/drawing/2014/main" id="{5354A0AC-352C-441E-B9A3-763FF5E73B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58496" y="5840407"/>
              <a:ext cx="207962" cy="266700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38" name="Freeform 114">
              <a:extLst>
                <a:ext uri="{FF2B5EF4-FFF2-40B4-BE49-F238E27FC236}">
                  <a16:creationId xmlns:a16="http://schemas.microsoft.com/office/drawing/2014/main" id="{DC3D3104-9E0E-47C2-A2E7-D468A482E83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04559" y="5840407"/>
              <a:ext cx="231776" cy="27146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39" name="Freeform 115">
              <a:extLst>
                <a:ext uri="{FF2B5EF4-FFF2-40B4-BE49-F238E27FC236}">
                  <a16:creationId xmlns:a16="http://schemas.microsoft.com/office/drawing/2014/main" id="{C102AABF-9AA5-4699-91D6-DC1D76E4BD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374435" y="5840407"/>
              <a:ext cx="209550" cy="266700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40" name="Freeform 116">
              <a:extLst>
                <a:ext uri="{FF2B5EF4-FFF2-40B4-BE49-F238E27FC236}">
                  <a16:creationId xmlns:a16="http://schemas.microsoft.com/office/drawing/2014/main" id="{CAC0296E-2E87-4841-8978-C6BD76DBEA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56612" y="6251568"/>
              <a:ext cx="3127374" cy="220663"/>
            </a:xfrm>
            <a:custGeom>
              <a:avLst/>
              <a:gdLst>
                <a:gd name="T0" fmla="*/ 40 w 1807"/>
                <a:gd name="T1" fmla="*/ 99 h 127"/>
                <a:gd name="T2" fmla="*/ 40 w 1807"/>
                <a:gd name="T3" fmla="*/ 83 h 127"/>
                <a:gd name="T4" fmla="*/ 86 w 1807"/>
                <a:gd name="T5" fmla="*/ 68 h 127"/>
                <a:gd name="T6" fmla="*/ 146 w 1807"/>
                <a:gd name="T7" fmla="*/ 29 h 127"/>
                <a:gd name="T8" fmla="*/ 331 w 1807"/>
                <a:gd name="T9" fmla="*/ 99 h 127"/>
                <a:gd name="T10" fmla="*/ 374 w 1807"/>
                <a:gd name="T11" fmla="*/ 99 h 127"/>
                <a:gd name="T12" fmla="*/ 161 w 1807"/>
                <a:gd name="T13" fmla="*/ 99 h 127"/>
                <a:gd name="T14" fmla="*/ 211 w 1807"/>
                <a:gd name="T15" fmla="*/ 99 h 127"/>
                <a:gd name="T16" fmla="*/ 266 w 1807"/>
                <a:gd name="T17" fmla="*/ 93 h 127"/>
                <a:gd name="T18" fmla="*/ 240 w 1807"/>
                <a:gd name="T19" fmla="*/ 63 h 127"/>
                <a:gd name="T20" fmla="*/ 625 w 1807"/>
                <a:gd name="T21" fmla="*/ 2 h 127"/>
                <a:gd name="T22" fmla="*/ 640 w 1807"/>
                <a:gd name="T23" fmla="*/ 28 h 127"/>
                <a:gd name="T24" fmla="*/ 445 w 1807"/>
                <a:gd name="T25" fmla="*/ 34 h 127"/>
                <a:gd name="T26" fmla="*/ 422 w 1807"/>
                <a:gd name="T27" fmla="*/ 114 h 127"/>
                <a:gd name="T28" fmla="*/ 445 w 1807"/>
                <a:gd name="T29" fmla="*/ 50 h 127"/>
                <a:gd name="T30" fmla="*/ 533 w 1807"/>
                <a:gd name="T31" fmla="*/ 41 h 127"/>
                <a:gd name="T32" fmla="*/ 546 w 1807"/>
                <a:gd name="T33" fmla="*/ 99 h 127"/>
                <a:gd name="T34" fmla="*/ 532 w 1807"/>
                <a:gd name="T35" fmla="*/ 66 h 127"/>
                <a:gd name="T36" fmla="*/ 694 w 1807"/>
                <a:gd name="T37" fmla="*/ 69 h 127"/>
                <a:gd name="T38" fmla="*/ 723 w 1807"/>
                <a:gd name="T39" fmla="*/ 79 h 127"/>
                <a:gd name="T40" fmla="*/ 859 w 1807"/>
                <a:gd name="T41" fmla="*/ 69 h 127"/>
                <a:gd name="T42" fmla="*/ 889 w 1807"/>
                <a:gd name="T43" fmla="*/ 79 h 127"/>
                <a:gd name="T44" fmla="*/ 836 w 1807"/>
                <a:gd name="T45" fmla="*/ 81 h 127"/>
                <a:gd name="T46" fmla="*/ 801 w 1807"/>
                <a:gd name="T47" fmla="*/ 29 h 127"/>
                <a:gd name="T48" fmla="*/ 818 w 1807"/>
                <a:gd name="T49" fmla="*/ 75 h 127"/>
                <a:gd name="T50" fmla="*/ 752 w 1807"/>
                <a:gd name="T51" fmla="*/ 29 h 127"/>
                <a:gd name="T52" fmla="*/ 769 w 1807"/>
                <a:gd name="T53" fmla="*/ 75 h 127"/>
                <a:gd name="T54" fmla="*/ 931 w 1807"/>
                <a:gd name="T55" fmla="*/ 99 h 127"/>
                <a:gd name="T56" fmla="*/ 954 w 1807"/>
                <a:gd name="T57" fmla="*/ 49 h 127"/>
                <a:gd name="T58" fmla="*/ 298 w 1807"/>
                <a:gd name="T59" fmla="*/ 29 h 127"/>
                <a:gd name="T60" fmla="*/ 315 w 1807"/>
                <a:gd name="T61" fmla="*/ 19 h 127"/>
                <a:gd name="T62" fmla="*/ 1747 w 1807"/>
                <a:gd name="T63" fmla="*/ 63 h 127"/>
                <a:gd name="T64" fmla="*/ 1790 w 1807"/>
                <a:gd name="T65" fmla="*/ 34 h 127"/>
                <a:gd name="T66" fmla="*/ 1206 w 1807"/>
                <a:gd name="T67" fmla="*/ 49 h 127"/>
                <a:gd name="T68" fmla="*/ 1183 w 1807"/>
                <a:gd name="T69" fmla="*/ 35 h 127"/>
                <a:gd name="T70" fmla="*/ 1054 w 1807"/>
                <a:gd name="T71" fmla="*/ 99 h 127"/>
                <a:gd name="T72" fmla="*/ 996 w 1807"/>
                <a:gd name="T73" fmla="*/ 29 h 127"/>
                <a:gd name="T74" fmla="*/ 1057 w 1807"/>
                <a:gd name="T75" fmla="*/ 55 h 127"/>
                <a:gd name="T76" fmla="*/ 1155 w 1807"/>
                <a:gd name="T77" fmla="*/ 64 h 127"/>
                <a:gd name="T78" fmla="*/ 1705 w 1807"/>
                <a:gd name="T79" fmla="*/ 49 h 127"/>
                <a:gd name="T80" fmla="*/ 1682 w 1807"/>
                <a:gd name="T81" fmla="*/ 35 h 127"/>
                <a:gd name="T82" fmla="*/ 1553 w 1807"/>
                <a:gd name="T83" fmla="*/ 99 h 127"/>
                <a:gd name="T84" fmla="*/ 1495 w 1807"/>
                <a:gd name="T85" fmla="*/ 29 h 127"/>
                <a:gd name="T86" fmla="*/ 1556 w 1807"/>
                <a:gd name="T87" fmla="*/ 55 h 127"/>
                <a:gd name="T88" fmla="*/ 1654 w 1807"/>
                <a:gd name="T89" fmla="*/ 64 h 127"/>
                <a:gd name="T90" fmla="*/ 1258 w 1807"/>
                <a:gd name="T91" fmla="*/ 52 h 127"/>
                <a:gd name="T92" fmla="*/ 1219 w 1807"/>
                <a:gd name="T93" fmla="*/ 9 h 127"/>
                <a:gd name="T94" fmla="*/ 1339 w 1807"/>
                <a:gd name="T95" fmla="*/ 99 h 127"/>
                <a:gd name="T96" fmla="*/ 1382 w 1807"/>
                <a:gd name="T97" fmla="*/ 99 h 127"/>
                <a:gd name="T98" fmla="*/ 1421 w 1807"/>
                <a:gd name="T99" fmla="*/ 28 h 127"/>
                <a:gd name="T100" fmla="*/ 1419 w 1807"/>
                <a:gd name="T101" fmla="*/ 127 h 127"/>
                <a:gd name="T102" fmla="*/ 1436 w 1807"/>
                <a:gd name="T103" fmla="*/ 77 h 127"/>
                <a:gd name="T104" fmla="*/ 1307 w 1807"/>
                <a:gd name="T105" fmla="*/ 61 h 127"/>
                <a:gd name="T106" fmla="*/ 1289 w 1807"/>
                <a:gd name="T107" fmla="*/ 2 h 127"/>
                <a:gd name="T108" fmla="*/ 1718 w 1807"/>
                <a:gd name="T109" fmla="*/ 99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807" h="127">
                  <a:moveTo>
                    <a:pt x="74" y="68"/>
                  </a:moveTo>
                  <a:cubicBezTo>
                    <a:pt x="74" y="55"/>
                    <a:pt x="64" y="49"/>
                    <a:pt x="59" y="47"/>
                  </a:cubicBezTo>
                  <a:cubicBezTo>
                    <a:pt x="66" y="44"/>
                    <a:pt x="70" y="36"/>
                    <a:pt x="70" y="28"/>
                  </a:cubicBezTo>
                  <a:cubicBezTo>
                    <a:pt x="70" y="13"/>
                    <a:pt x="60" y="3"/>
                    <a:pt x="41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40" y="99"/>
                    <a:pt x="40" y="99"/>
                    <a:pt x="40" y="99"/>
                  </a:cubicBezTo>
                  <a:cubicBezTo>
                    <a:pt x="61" y="99"/>
                    <a:pt x="74" y="87"/>
                    <a:pt x="74" y="68"/>
                  </a:cubicBezTo>
                  <a:moveTo>
                    <a:pt x="40" y="83"/>
                  </a:moveTo>
                  <a:cubicBezTo>
                    <a:pt x="18" y="83"/>
                    <a:pt x="18" y="83"/>
                    <a:pt x="18" y="83"/>
                  </a:cubicBezTo>
                  <a:cubicBezTo>
                    <a:pt x="18" y="55"/>
                    <a:pt x="18" y="55"/>
                    <a:pt x="18" y="55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50" y="55"/>
                    <a:pt x="55" y="60"/>
                    <a:pt x="55" y="69"/>
                  </a:cubicBezTo>
                  <a:cubicBezTo>
                    <a:pt x="55" y="78"/>
                    <a:pt x="50" y="83"/>
                    <a:pt x="40" y="83"/>
                  </a:cubicBezTo>
                  <a:moveTo>
                    <a:pt x="40" y="40"/>
                  </a:moveTo>
                  <a:cubicBezTo>
                    <a:pt x="18" y="40"/>
                    <a:pt x="18" y="40"/>
                    <a:pt x="18" y="4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48" y="20"/>
                    <a:pt x="52" y="23"/>
                    <a:pt x="52" y="30"/>
                  </a:cubicBezTo>
                  <a:cubicBezTo>
                    <a:pt x="52" y="34"/>
                    <a:pt x="50" y="40"/>
                    <a:pt x="40" y="40"/>
                  </a:cubicBezTo>
                  <a:moveTo>
                    <a:pt x="86" y="68"/>
                  </a:moveTo>
                  <a:cubicBezTo>
                    <a:pt x="86" y="29"/>
                    <a:pt x="86" y="29"/>
                    <a:pt x="86" y="29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3" y="67"/>
                    <a:pt x="103" y="67"/>
                    <a:pt x="103" y="67"/>
                  </a:cubicBezTo>
                  <a:cubicBezTo>
                    <a:pt x="103" y="79"/>
                    <a:pt x="107" y="84"/>
                    <a:pt x="116" y="84"/>
                  </a:cubicBezTo>
                  <a:cubicBezTo>
                    <a:pt x="124" y="84"/>
                    <a:pt x="129" y="79"/>
                    <a:pt x="129" y="68"/>
                  </a:cubicBezTo>
                  <a:cubicBezTo>
                    <a:pt x="129" y="29"/>
                    <a:pt x="129" y="29"/>
                    <a:pt x="129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99"/>
                    <a:pt x="146" y="99"/>
                    <a:pt x="146" y="99"/>
                  </a:cubicBezTo>
                  <a:cubicBezTo>
                    <a:pt x="129" y="99"/>
                    <a:pt x="129" y="99"/>
                    <a:pt x="129" y="99"/>
                  </a:cubicBezTo>
                  <a:cubicBezTo>
                    <a:pt x="129" y="93"/>
                    <a:pt x="129" y="93"/>
                    <a:pt x="129" y="93"/>
                  </a:cubicBezTo>
                  <a:cubicBezTo>
                    <a:pt x="124" y="98"/>
                    <a:pt x="119" y="100"/>
                    <a:pt x="112" y="100"/>
                  </a:cubicBezTo>
                  <a:cubicBezTo>
                    <a:pt x="89" y="100"/>
                    <a:pt x="86" y="80"/>
                    <a:pt x="86" y="68"/>
                  </a:cubicBezTo>
                  <a:moveTo>
                    <a:pt x="348" y="99"/>
                  </a:moveTo>
                  <a:cubicBezTo>
                    <a:pt x="331" y="99"/>
                    <a:pt x="331" y="99"/>
                    <a:pt x="331" y="99"/>
                  </a:cubicBezTo>
                  <a:cubicBezTo>
                    <a:pt x="331" y="29"/>
                    <a:pt x="331" y="29"/>
                    <a:pt x="331" y="29"/>
                  </a:cubicBezTo>
                  <a:cubicBezTo>
                    <a:pt x="348" y="29"/>
                    <a:pt x="348" y="29"/>
                    <a:pt x="348" y="29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52" y="30"/>
                    <a:pt x="358" y="28"/>
                    <a:pt x="365" y="28"/>
                  </a:cubicBezTo>
                  <a:cubicBezTo>
                    <a:pt x="382" y="28"/>
                    <a:pt x="391" y="39"/>
                    <a:pt x="391" y="59"/>
                  </a:cubicBezTo>
                  <a:cubicBezTo>
                    <a:pt x="391" y="99"/>
                    <a:pt x="391" y="99"/>
                    <a:pt x="391" y="99"/>
                  </a:cubicBezTo>
                  <a:cubicBezTo>
                    <a:pt x="374" y="99"/>
                    <a:pt x="374" y="99"/>
                    <a:pt x="374" y="99"/>
                  </a:cubicBezTo>
                  <a:cubicBezTo>
                    <a:pt x="374" y="60"/>
                    <a:pt x="374" y="60"/>
                    <a:pt x="374" y="60"/>
                  </a:cubicBezTo>
                  <a:cubicBezTo>
                    <a:pt x="374" y="49"/>
                    <a:pt x="370" y="43"/>
                    <a:pt x="361" y="43"/>
                  </a:cubicBezTo>
                  <a:cubicBezTo>
                    <a:pt x="352" y="43"/>
                    <a:pt x="348" y="49"/>
                    <a:pt x="348" y="60"/>
                  </a:cubicBezTo>
                  <a:lnTo>
                    <a:pt x="348" y="99"/>
                  </a:lnTo>
                  <a:close/>
                  <a:moveTo>
                    <a:pt x="178" y="57"/>
                  </a:moveTo>
                  <a:cubicBezTo>
                    <a:pt x="178" y="99"/>
                    <a:pt x="178" y="99"/>
                    <a:pt x="178" y="99"/>
                  </a:cubicBezTo>
                  <a:cubicBezTo>
                    <a:pt x="161" y="99"/>
                    <a:pt x="161" y="99"/>
                    <a:pt x="161" y="99"/>
                  </a:cubicBezTo>
                  <a:cubicBezTo>
                    <a:pt x="161" y="29"/>
                    <a:pt x="161" y="29"/>
                    <a:pt x="161" y="29"/>
                  </a:cubicBezTo>
                  <a:cubicBezTo>
                    <a:pt x="178" y="29"/>
                    <a:pt x="178" y="29"/>
                    <a:pt x="178" y="29"/>
                  </a:cubicBezTo>
                  <a:lnTo>
                    <a:pt x="178" y="57"/>
                  </a:lnTo>
                  <a:close/>
                  <a:moveTo>
                    <a:pt x="194" y="9"/>
                  </a:moveTo>
                  <a:cubicBezTo>
                    <a:pt x="211" y="0"/>
                    <a:pt x="211" y="0"/>
                    <a:pt x="211" y="0"/>
                  </a:cubicBezTo>
                  <a:cubicBezTo>
                    <a:pt x="211" y="13"/>
                    <a:pt x="211" y="13"/>
                    <a:pt x="211" y="13"/>
                  </a:cubicBezTo>
                  <a:cubicBezTo>
                    <a:pt x="211" y="99"/>
                    <a:pt x="211" y="99"/>
                    <a:pt x="211" y="99"/>
                  </a:cubicBezTo>
                  <a:cubicBezTo>
                    <a:pt x="194" y="99"/>
                    <a:pt x="194" y="99"/>
                    <a:pt x="194" y="99"/>
                  </a:cubicBezTo>
                  <a:lnTo>
                    <a:pt x="194" y="9"/>
                  </a:lnTo>
                  <a:close/>
                  <a:moveTo>
                    <a:pt x="266" y="34"/>
                  </a:moveTo>
                  <a:cubicBezTo>
                    <a:pt x="261" y="30"/>
                    <a:pt x="256" y="28"/>
                    <a:pt x="250" y="28"/>
                  </a:cubicBezTo>
                  <a:cubicBezTo>
                    <a:pt x="233" y="28"/>
                    <a:pt x="223" y="41"/>
                    <a:pt x="223" y="63"/>
                  </a:cubicBezTo>
                  <a:cubicBezTo>
                    <a:pt x="223" y="86"/>
                    <a:pt x="233" y="100"/>
                    <a:pt x="250" y="100"/>
                  </a:cubicBezTo>
                  <a:cubicBezTo>
                    <a:pt x="256" y="100"/>
                    <a:pt x="261" y="98"/>
                    <a:pt x="266" y="93"/>
                  </a:cubicBezTo>
                  <a:cubicBezTo>
                    <a:pt x="266" y="99"/>
                    <a:pt x="266" y="99"/>
                    <a:pt x="266" y="99"/>
                  </a:cubicBezTo>
                  <a:cubicBezTo>
                    <a:pt x="283" y="99"/>
                    <a:pt x="283" y="99"/>
                    <a:pt x="283" y="99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66" y="9"/>
                    <a:pt x="266" y="9"/>
                    <a:pt x="266" y="9"/>
                  </a:cubicBezTo>
                  <a:lnTo>
                    <a:pt x="266" y="34"/>
                  </a:lnTo>
                  <a:close/>
                  <a:moveTo>
                    <a:pt x="253" y="84"/>
                  </a:moveTo>
                  <a:cubicBezTo>
                    <a:pt x="247" y="84"/>
                    <a:pt x="240" y="81"/>
                    <a:pt x="240" y="63"/>
                  </a:cubicBezTo>
                  <a:cubicBezTo>
                    <a:pt x="240" y="47"/>
                    <a:pt x="247" y="43"/>
                    <a:pt x="253" y="43"/>
                  </a:cubicBezTo>
                  <a:cubicBezTo>
                    <a:pt x="260" y="43"/>
                    <a:pt x="264" y="47"/>
                    <a:pt x="266" y="50"/>
                  </a:cubicBezTo>
                  <a:cubicBezTo>
                    <a:pt x="266" y="78"/>
                    <a:pt x="266" y="78"/>
                    <a:pt x="266" y="78"/>
                  </a:cubicBezTo>
                  <a:cubicBezTo>
                    <a:pt x="263" y="81"/>
                    <a:pt x="260" y="84"/>
                    <a:pt x="253" y="84"/>
                  </a:cubicBezTo>
                  <a:moveTo>
                    <a:pt x="640" y="28"/>
                  </a:moveTo>
                  <a:cubicBezTo>
                    <a:pt x="635" y="28"/>
                    <a:pt x="629" y="30"/>
                    <a:pt x="625" y="34"/>
                  </a:cubicBezTo>
                  <a:cubicBezTo>
                    <a:pt x="625" y="2"/>
                    <a:pt x="625" y="2"/>
                    <a:pt x="625" y="2"/>
                  </a:cubicBezTo>
                  <a:cubicBezTo>
                    <a:pt x="608" y="11"/>
                    <a:pt x="608" y="11"/>
                    <a:pt x="608" y="11"/>
                  </a:cubicBezTo>
                  <a:cubicBezTo>
                    <a:pt x="608" y="99"/>
                    <a:pt x="608" y="99"/>
                    <a:pt x="608" y="99"/>
                  </a:cubicBezTo>
                  <a:cubicBezTo>
                    <a:pt x="625" y="99"/>
                    <a:pt x="625" y="99"/>
                    <a:pt x="625" y="99"/>
                  </a:cubicBezTo>
                  <a:cubicBezTo>
                    <a:pt x="625" y="94"/>
                    <a:pt x="625" y="94"/>
                    <a:pt x="625" y="94"/>
                  </a:cubicBezTo>
                  <a:cubicBezTo>
                    <a:pt x="629" y="98"/>
                    <a:pt x="635" y="100"/>
                    <a:pt x="641" y="100"/>
                  </a:cubicBezTo>
                  <a:cubicBezTo>
                    <a:pt x="658" y="100"/>
                    <a:pt x="668" y="87"/>
                    <a:pt x="668" y="63"/>
                  </a:cubicBezTo>
                  <a:cubicBezTo>
                    <a:pt x="668" y="41"/>
                    <a:pt x="657" y="28"/>
                    <a:pt x="640" y="28"/>
                  </a:cubicBezTo>
                  <a:moveTo>
                    <a:pt x="637" y="43"/>
                  </a:moveTo>
                  <a:cubicBezTo>
                    <a:pt x="643" y="43"/>
                    <a:pt x="650" y="49"/>
                    <a:pt x="650" y="63"/>
                  </a:cubicBezTo>
                  <a:cubicBezTo>
                    <a:pt x="650" y="77"/>
                    <a:pt x="646" y="84"/>
                    <a:pt x="637" y="84"/>
                  </a:cubicBezTo>
                  <a:cubicBezTo>
                    <a:pt x="631" y="84"/>
                    <a:pt x="627" y="80"/>
                    <a:pt x="625" y="78"/>
                  </a:cubicBezTo>
                  <a:cubicBezTo>
                    <a:pt x="625" y="50"/>
                    <a:pt x="625" y="50"/>
                    <a:pt x="625" y="50"/>
                  </a:cubicBezTo>
                  <a:cubicBezTo>
                    <a:pt x="628" y="46"/>
                    <a:pt x="632" y="43"/>
                    <a:pt x="637" y="43"/>
                  </a:cubicBezTo>
                  <a:moveTo>
                    <a:pt x="445" y="34"/>
                  </a:moveTo>
                  <a:cubicBezTo>
                    <a:pt x="441" y="30"/>
                    <a:pt x="435" y="28"/>
                    <a:pt x="430" y="28"/>
                  </a:cubicBezTo>
                  <a:cubicBezTo>
                    <a:pt x="413" y="28"/>
                    <a:pt x="402" y="41"/>
                    <a:pt x="402" y="63"/>
                  </a:cubicBezTo>
                  <a:cubicBezTo>
                    <a:pt x="402" y="86"/>
                    <a:pt x="412" y="100"/>
                    <a:pt x="429" y="100"/>
                  </a:cubicBezTo>
                  <a:cubicBezTo>
                    <a:pt x="435" y="100"/>
                    <a:pt x="441" y="98"/>
                    <a:pt x="445" y="93"/>
                  </a:cubicBezTo>
                  <a:cubicBezTo>
                    <a:pt x="445" y="95"/>
                    <a:pt x="445" y="95"/>
                    <a:pt x="445" y="95"/>
                  </a:cubicBezTo>
                  <a:cubicBezTo>
                    <a:pt x="445" y="103"/>
                    <a:pt x="445" y="113"/>
                    <a:pt x="423" y="114"/>
                  </a:cubicBezTo>
                  <a:cubicBezTo>
                    <a:pt x="422" y="114"/>
                    <a:pt x="422" y="114"/>
                    <a:pt x="422" y="114"/>
                  </a:cubicBezTo>
                  <a:cubicBezTo>
                    <a:pt x="428" y="127"/>
                    <a:pt x="428" y="127"/>
                    <a:pt x="428" y="127"/>
                  </a:cubicBezTo>
                  <a:cubicBezTo>
                    <a:pt x="428" y="127"/>
                    <a:pt x="428" y="127"/>
                    <a:pt x="428" y="127"/>
                  </a:cubicBezTo>
                  <a:cubicBezTo>
                    <a:pt x="451" y="127"/>
                    <a:pt x="462" y="115"/>
                    <a:pt x="462" y="92"/>
                  </a:cubicBezTo>
                  <a:cubicBezTo>
                    <a:pt x="462" y="29"/>
                    <a:pt x="462" y="29"/>
                    <a:pt x="462" y="29"/>
                  </a:cubicBezTo>
                  <a:cubicBezTo>
                    <a:pt x="445" y="29"/>
                    <a:pt x="445" y="29"/>
                    <a:pt x="445" y="29"/>
                  </a:cubicBezTo>
                  <a:lnTo>
                    <a:pt x="445" y="34"/>
                  </a:lnTo>
                  <a:close/>
                  <a:moveTo>
                    <a:pt x="445" y="50"/>
                  </a:moveTo>
                  <a:cubicBezTo>
                    <a:pt x="445" y="77"/>
                    <a:pt x="445" y="77"/>
                    <a:pt x="445" y="77"/>
                  </a:cubicBezTo>
                  <a:cubicBezTo>
                    <a:pt x="442" y="81"/>
                    <a:pt x="439" y="84"/>
                    <a:pt x="433" y="84"/>
                  </a:cubicBezTo>
                  <a:cubicBezTo>
                    <a:pt x="427" y="84"/>
                    <a:pt x="420" y="81"/>
                    <a:pt x="420" y="63"/>
                  </a:cubicBezTo>
                  <a:cubicBezTo>
                    <a:pt x="420" y="47"/>
                    <a:pt x="427" y="43"/>
                    <a:pt x="433" y="43"/>
                  </a:cubicBezTo>
                  <a:cubicBezTo>
                    <a:pt x="439" y="43"/>
                    <a:pt x="443" y="47"/>
                    <a:pt x="445" y="50"/>
                  </a:cubicBezTo>
                  <a:moveTo>
                    <a:pt x="516" y="46"/>
                  </a:moveTo>
                  <a:cubicBezTo>
                    <a:pt x="521" y="43"/>
                    <a:pt x="526" y="41"/>
                    <a:pt x="533" y="41"/>
                  </a:cubicBezTo>
                  <a:cubicBezTo>
                    <a:pt x="541" y="41"/>
                    <a:pt x="546" y="45"/>
                    <a:pt x="546" y="51"/>
                  </a:cubicBezTo>
                  <a:cubicBezTo>
                    <a:pt x="546" y="56"/>
                    <a:pt x="546" y="56"/>
                    <a:pt x="546" y="56"/>
                  </a:cubicBezTo>
                  <a:cubicBezTo>
                    <a:pt x="542" y="54"/>
                    <a:pt x="536" y="53"/>
                    <a:pt x="531" y="53"/>
                  </a:cubicBezTo>
                  <a:cubicBezTo>
                    <a:pt x="518" y="53"/>
                    <a:pt x="503" y="59"/>
                    <a:pt x="503" y="76"/>
                  </a:cubicBezTo>
                  <a:cubicBezTo>
                    <a:pt x="503" y="94"/>
                    <a:pt x="517" y="100"/>
                    <a:pt x="529" y="100"/>
                  </a:cubicBezTo>
                  <a:cubicBezTo>
                    <a:pt x="534" y="100"/>
                    <a:pt x="541" y="98"/>
                    <a:pt x="546" y="93"/>
                  </a:cubicBezTo>
                  <a:cubicBezTo>
                    <a:pt x="546" y="99"/>
                    <a:pt x="546" y="99"/>
                    <a:pt x="546" y="99"/>
                  </a:cubicBezTo>
                  <a:cubicBezTo>
                    <a:pt x="563" y="99"/>
                    <a:pt x="563" y="99"/>
                    <a:pt x="563" y="99"/>
                  </a:cubicBezTo>
                  <a:cubicBezTo>
                    <a:pt x="563" y="52"/>
                    <a:pt x="563" y="52"/>
                    <a:pt x="563" y="52"/>
                  </a:cubicBezTo>
                  <a:cubicBezTo>
                    <a:pt x="563" y="37"/>
                    <a:pt x="552" y="28"/>
                    <a:pt x="535" y="28"/>
                  </a:cubicBezTo>
                  <a:cubicBezTo>
                    <a:pt x="525" y="28"/>
                    <a:pt x="517" y="30"/>
                    <a:pt x="509" y="34"/>
                  </a:cubicBezTo>
                  <a:lnTo>
                    <a:pt x="516" y="46"/>
                  </a:lnTo>
                  <a:close/>
                  <a:moveTo>
                    <a:pt x="520" y="76"/>
                  </a:moveTo>
                  <a:cubicBezTo>
                    <a:pt x="520" y="69"/>
                    <a:pt x="525" y="66"/>
                    <a:pt x="532" y="66"/>
                  </a:cubicBezTo>
                  <a:cubicBezTo>
                    <a:pt x="537" y="66"/>
                    <a:pt x="542" y="67"/>
                    <a:pt x="546" y="69"/>
                  </a:cubicBezTo>
                  <a:cubicBezTo>
                    <a:pt x="546" y="79"/>
                    <a:pt x="546" y="79"/>
                    <a:pt x="546" y="79"/>
                  </a:cubicBezTo>
                  <a:cubicBezTo>
                    <a:pt x="544" y="82"/>
                    <a:pt x="539" y="86"/>
                    <a:pt x="532" y="86"/>
                  </a:cubicBezTo>
                  <a:cubicBezTo>
                    <a:pt x="525" y="86"/>
                    <a:pt x="520" y="82"/>
                    <a:pt x="520" y="76"/>
                  </a:cubicBezTo>
                  <a:moveTo>
                    <a:pt x="723" y="79"/>
                  </a:moveTo>
                  <a:cubicBezTo>
                    <a:pt x="720" y="81"/>
                    <a:pt x="715" y="84"/>
                    <a:pt x="709" y="84"/>
                  </a:cubicBezTo>
                  <a:cubicBezTo>
                    <a:pt x="706" y="84"/>
                    <a:pt x="694" y="83"/>
                    <a:pt x="694" y="69"/>
                  </a:cubicBezTo>
                  <a:cubicBezTo>
                    <a:pt x="736" y="69"/>
                    <a:pt x="736" y="69"/>
                    <a:pt x="736" y="69"/>
                  </a:cubicBezTo>
                  <a:cubicBezTo>
                    <a:pt x="736" y="68"/>
                    <a:pt x="736" y="66"/>
                    <a:pt x="736" y="64"/>
                  </a:cubicBezTo>
                  <a:cubicBezTo>
                    <a:pt x="736" y="42"/>
                    <a:pt x="725" y="28"/>
                    <a:pt x="707" y="28"/>
                  </a:cubicBezTo>
                  <a:cubicBezTo>
                    <a:pt x="689" y="28"/>
                    <a:pt x="676" y="43"/>
                    <a:pt x="676" y="64"/>
                  </a:cubicBezTo>
                  <a:cubicBezTo>
                    <a:pt x="676" y="86"/>
                    <a:pt x="689" y="100"/>
                    <a:pt x="709" y="100"/>
                  </a:cubicBezTo>
                  <a:cubicBezTo>
                    <a:pt x="718" y="100"/>
                    <a:pt x="727" y="97"/>
                    <a:pt x="734" y="89"/>
                  </a:cubicBezTo>
                  <a:lnTo>
                    <a:pt x="723" y="79"/>
                  </a:lnTo>
                  <a:close/>
                  <a:moveTo>
                    <a:pt x="694" y="57"/>
                  </a:moveTo>
                  <a:cubicBezTo>
                    <a:pt x="694" y="48"/>
                    <a:pt x="700" y="42"/>
                    <a:pt x="707" y="42"/>
                  </a:cubicBezTo>
                  <a:cubicBezTo>
                    <a:pt x="716" y="42"/>
                    <a:pt x="720" y="50"/>
                    <a:pt x="720" y="57"/>
                  </a:cubicBezTo>
                  <a:lnTo>
                    <a:pt x="694" y="57"/>
                  </a:lnTo>
                  <a:close/>
                  <a:moveTo>
                    <a:pt x="889" y="79"/>
                  </a:moveTo>
                  <a:cubicBezTo>
                    <a:pt x="885" y="81"/>
                    <a:pt x="881" y="84"/>
                    <a:pt x="875" y="84"/>
                  </a:cubicBezTo>
                  <a:cubicBezTo>
                    <a:pt x="871" y="84"/>
                    <a:pt x="860" y="83"/>
                    <a:pt x="859" y="69"/>
                  </a:cubicBezTo>
                  <a:cubicBezTo>
                    <a:pt x="902" y="69"/>
                    <a:pt x="902" y="69"/>
                    <a:pt x="902" y="69"/>
                  </a:cubicBezTo>
                  <a:cubicBezTo>
                    <a:pt x="902" y="68"/>
                    <a:pt x="902" y="66"/>
                    <a:pt x="902" y="64"/>
                  </a:cubicBezTo>
                  <a:cubicBezTo>
                    <a:pt x="902" y="42"/>
                    <a:pt x="891" y="28"/>
                    <a:pt x="873" y="28"/>
                  </a:cubicBezTo>
                  <a:cubicBezTo>
                    <a:pt x="855" y="28"/>
                    <a:pt x="842" y="43"/>
                    <a:pt x="842" y="64"/>
                  </a:cubicBezTo>
                  <a:cubicBezTo>
                    <a:pt x="842" y="86"/>
                    <a:pt x="855" y="100"/>
                    <a:pt x="875" y="100"/>
                  </a:cubicBezTo>
                  <a:cubicBezTo>
                    <a:pt x="884" y="100"/>
                    <a:pt x="893" y="97"/>
                    <a:pt x="899" y="89"/>
                  </a:cubicBezTo>
                  <a:lnTo>
                    <a:pt x="889" y="79"/>
                  </a:lnTo>
                  <a:close/>
                  <a:moveTo>
                    <a:pt x="860" y="57"/>
                  </a:moveTo>
                  <a:cubicBezTo>
                    <a:pt x="860" y="48"/>
                    <a:pt x="865" y="42"/>
                    <a:pt x="873" y="42"/>
                  </a:cubicBezTo>
                  <a:cubicBezTo>
                    <a:pt x="882" y="42"/>
                    <a:pt x="885" y="50"/>
                    <a:pt x="886" y="57"/>
                  </a:cubicBezTo>
                  <a:lnTo>
                    <a:pt x="860" y="57"/>
                  </a:lnTo>
                  <a:close/>
                  <a:moveTo>
                    <a:pt x="818" y="75"/>
                  </a:moveTo>
                  <a:cubicBezTo>
                    <a:pt x="818" y="81"/>
                    <a:pt x="821" y="84"/>
                    <a:pt x="826" y="84"/>
                  </a:cubicBezTo>
                  <a:cubicBezTo>
                    <a:pt x="829" y="84"/>
                    <a:pt x="833" y="82"/>
                    <a:pt x="836" y="81"/>
                  </a:cubicBezTo>
                  <a:cubicBezTo>
                    <a:pt x="834" y="97"/>
                    <a:pt x="834" y="97"/>
                    <a:pt x="834" y="97"/>
                  </a:cubicBezTo>
                  <a:cubicBezTo>
                    <a:pt x="830" y="99"/>
                    <a:pt x="825" y="100"/>
                    <a:pt x="820" y="100"/>
                  </a:cubicBezTo>
                  <a:cubicBezTo>
                    <a:pt x="806" y="100"/>
                    <a:pt x="801" y="89"/>
                    <a:pt x="801" y="79"/>
                  </a:cubicBezTo>
                  <a:cubicBezTo>
                    <a:pt x="801" y="45"/>
                    <a:pt x="801" y="45"/>
                    <a:pt x="801" y="45"/>
                  </a:cubicBezTo>
                  <a:cubicBezTo>
                    <a:pt x="790" y="45"/>
                    <a:pt x="790" y="45"/>
                    <a:pt x="790" y="45"/>
                  </a:cubicBezTo>
                  <a:cubicBezTo>
                    <a:pt x="790" y="29"/>
                    <a:pt x="790" y="29"/>
                    <a:pt x="790" y="29"/>
                  </a:cubicBezTo>
                  <a:cubicBezTo>
                    <a:pt x="801" y="29"/>
                    <a:pt x="801" y="29"/>
                    <a:pt x="801" y="29"/>
                  </a:cubicBezTo>
                  <a:cubicBezTo>
                    <a:pt x="801" y="11"/>
                    <a:pt x="801" y="11"/>
                    <a:pt x="801" y="11"/>
                  </a:cubicBezTo>
                  <a:cubicBezTo>
                    <a:pt x="818" y="3"/>
                    <a:pt x="818" y="3"/>
                    <a:pt x="818" y="3"/>
                  </a:cubicBezTo>
                  <a:cubicBezTo>
                    <a:pt x="818" y="29"/>
                    <a:pt x="818" y="29"/>
                    <a:pt x="818" y="29"/>
                  </a:cubicBezTo>
                  <a:cubicBezTo>
                    <a:pt x="834" y="29"/>
                    <a:pt x="834" y="29"/>
                    <a:pt x="834" y="29"/>
                  </a:cubicBezTo>
                  <a:cubicBezTo>
                    <a:pt x="834" y="45"/>
                    <a:pt x="834" y="45"/>
                    <a:pt x="834" y="45"/>
                  </a:cubicBezTo>
                  <a:cubicBezTo>
                    <a:pt x="818" y="45"/>
                    <a:pt x="818" y="45"/>
                    <a:pt x="818" y="45"/>
                  </a:cubicBezTo>
                  <a:lnTo>
                    <a:pt x="818" y="75"/>
                  </a:lnTo>
                  <a:close/>
                  <a:moveTo>
                    <a:pt x="785" y="97"/>
                  </a:moveTo>
                  <a:cubicBezTo>
                    <a:pt x="781" y="99"/>
                    <a:pt x="776" y="100"/>
                    <a:pt x="770" y="100"/>
                  </a:cubicBezTo>
                  <a:cubicBezTo>
                    <a:pt x="757" y="100"/>
                    <a:pt x="752" y="89"/>
                    <a:pt x="752" y="79"/>
                  </a:cubicBezTo>
                  <a:cubicBezTo>
                    <a:pt x="752" y="45"/>
                    <a:pt x="752" y="45"/>
                    <a:pt x="752" y="45"/>
                  </a:cubicBezTo>
                  <a:cubicBezTo>
                    <a:pt x="741" y="45"/>
                    <a:pt x="741" y="45"/>
                    <a:pt x="741" y="45"/>
                  </a:cubicBezTo>
                  <a:cubicBezTo>
                    <a:pt x="741" y="29"/>
                    <a:pt x="741" y="29"/>
                    <a:pt x="741" y="29"/>
                  </a:cubicBezTo>
                  <a:cubicBezTo>
                    <a:pt x="752" y="29"/>
                    <a:pt x="752" y="29"/>
                    <a:pt x="752" y="29"/>
                  </a:cubicBezTo>
                  <a:cubicBezTo>
                    <a:pt x="752" y="11"/>
                    <a:pt x="752" y="11"/>
                    <a:pt x="752" y="11"/>
                  </a:cubicBezTo>
                  <a:cubicBezTo>
                    <a:pt x="769" y="3"/>
                    <a:pt x="769" y="3"/>
                    <a:pt x="769" y="3"/>
                  </a:cubicBezTo>
                  <a:cubicBezTo>
                    <a:pt x="769" y="29"/>
                    <a:pt x="769" y="29"/>
                    <a:pt x="769" y="29"/>
                  </a:cubicBezTo>
                  <a:cubicBezTo>
                    <a:pt x="784" y="29"/>
                    <a:pt x="784" y="29"/>
                    <a:pt x="784" y="29"/>
                  </a:cubicBezTo>
                  <a:cubicBezTo>
                    <a:pt x="784" y="45"/>
                    <a:pt x="784" y="45"/>
                    <a:pt x="784" y="45"/>
                  </a:cubicBezTo>
                  <a:cubicBezTo>
                    <a:pt x="769" y="45"/>
                    <a:pt x="769" y="45"/>
                    <a:pt x="769" y="45"/>
                  </a:cubicBezTo>
                  <a:cubicBezTo>
                    <a:pt x="769" y="75"/>
                    <a:pt x="769" y="75"/>
                    <a:pt x="769" y="75"/>
                  </a:cubicBezTo>
                  <a:cubicBezTo>
                    <a:pt x="769" y="81"/>
                    <a:pt x="771" y="84"/>
                    <a:pt x="777" y="84"/>
                  </a:cubicBezTo>
                  <a:cubicBezTo>
                    <a:pt x="780" y="84"/>
                    <a:pt x="784" y="82"/>
                    <a:pt x="787" y="81"/>
                  </a:cubicBezTo>
                  <a:lnTo>
                    <a:pt x="785" y="97"/>
                  </a:lnTo>
                  <a:close/>
                  <a:moveTo>
                    <a:pt x="954" y="49"/>
                  </a:moveTo>
                  <a:cubicBezTo>
                    <a:pt x="951" y="46"/>
                    <a:pt x="947" y="45"/>
                    <a:pt x="943" y="45"/>
                  </a:cubicBezTo>
                  <a:cubicBezTo>
                    <a:pt x="934" y="45"/>
                    <a:pt x="931" y="50"/>
                    <a:pt x="931" y="61"/>
                  </a:cubicBezTo>
                  <a:cubicBezTo>
                    <a:pt x="931" y="99"/>
                    <a:pt x="931" y="99"/>
                    <a:pt x="931" y="99"/>
                  </a:cubicBezTo>
                  <a:cubicBezTo>
                    <a:pt x="913" y="99"/>
                    <a:pt x="913" y="99"/>
                    <a:pt x="913" y="99"/>
                  </a:cubicBezTo>
                  <a:cubicBezTo>
                    <a:pt x="913" y="29"/>
                    <a:pt x="913" y="29"/>
                    <a:pt x="913" y="29"/>
                  </a:cubicBezTo>
                  <a:cubicBezTo>
                    <a:pt x="931" y="29"/>
                    <a:pt x="931" y="29"/>
                    <a:pt x="931" y="29"/>
                  </a:cubicBezTo>
                  <a:cubicBezTo>
                    <a:pt x="931" y="35"/>
                    <a:pt x="931" y="35"/>
                    <a:pt x="931" y="35"/>
                  </a:cubicBezTo>
                  <a:cubicBezTo>
                    <a:pt x="935" y="30"/>
                    <a:pt x="940" y="28"/>
                    <a:pt x="946" y="28"/>
                  </a:cubicBezTo>
                  <a:cubicBezTo>
                    <a:pt x="951" y="28"/>
                    <a:pt x="956" y="29"/>
                    <a:pt x="959" y="32"/>
                  </a:cubicBezTo>
                  <a:lnTo>
                    <a:pt x="954" y="49"/>
                  </a:lnTo>
                  <a:close/>
                  <a:moveTo>
                    <a:pt x="178" y="11"/>
                  </a:moveTo>
                  <a:cubicBezTo>
                    <a:pt x="178" y="19"/>
                    <a:pt x="178" y="19"/>
                    <a:pt x="178" y="19"/>
                  </a:cubicBezTo>
                  <a:cubicBezTo>
                    <a:pt x="161" y="19"/>
                    <a:pt x="161" y="19"/>
                    <a:pt x="161" y="19"/>
                  </a:cubicBezTo>
                  <a:cubicBezTo>
                    <a:pt x="161" y="2"/>
                    <a:pt x="161" y="2"/>
                    <a:pt x="161" y="2"/>
                  </a:cubicBezTo>
                  <a:cubicBezTo>
                    <a:pt x="178" y="2"/>
                    <a:pt x="178" y="2"/>
                    <a:pt x="178" y="2"/>
                  </a:cubicBezTo>
                  <a:lnTo>
                    <a:pt x="178" y="11"/>
                  </a:lnTo>
                  <a:close/>
                  <a:moveTo>
                    <a:pt x="298" y="29"/>
                  </a:moveTo>
                  <a:cubicBezTo>
                    <a:pt x="315" y="29"/>
                    <a:pt x="315" y="29"/>
                    <a:pt x="315" y="29"/>
                  </a:cubicBezTo>
                  <a:cubicBezTo>
                    <a:pt x="315" y="60"/>
                    <a:pt x="315" y="60"/>
                    <a:pt x="315" y="60"/>
                  </a:cubicBezTo>
                  <a:cubicBezTo>
                    <a:pt x="315" y="99"/>
                    <a:pt x="315" y="99"/>
                    <a:pt x="315" y="99"/>
                  </a:cubicBezTo>
                  <a:cubicBezTo>
                    <a:pt x="298" y="99"/>
                    <a:pt x="298" y="99"/>
                    <a:pt x="298" y="99"/>
                  </a:cubicBezTo>
                  <a:lnTo>
                    <a:pt x="298" y="29"/>
                  </a:lnTo>
                  <a:close/>
                  <a:moveTo>
                    <a:pt x="315" y="11"/>
                  </a:moveTo>
                  <a:cubicBezTo>
                    <a:pt x="315" y="19"/>
                    <a:pt x="315" y="19"/>
                    <a:pt x="315" y="19"/>
                  </a:cubicBezTo>
                  <a:cubicBezTo>
                    <a:pt x="298" y="19"/>
                    <a:pt x="298" y="19"/>
                    <a:pt x="298" y="19"/>
                  </a:cubicBezTo>
                  <a:cubicBezTo>
                    <a:pt x="298" y="2"/>
                    <a:pt x="298" y="2"/>
                    <a:pt x="298" y="2"/>
                  </a:cubicBezTo>
                  <a:cubicBezTo>
                    <a:pt x="315" y="2"/>
                    <a:pt x="315" y="2"/>
                    <a:pt x="315" y="2"/>
                  </a:cubicBezTo>
                  <a:lnTo>
                    <a:pt x="315" y="11"/>
                  </a:lnTo>
                  <a:close/>
                  <a:moveTo>
                    <a:pt x="1790" y="34"/>
                  </a:moveTo>
                  <a:cubicBezTo>
                    <a:pt x="1786" y="30"/>
                    <a:pt x="1780" y="28"/>
                    <a:pt x="1775" y="28"/>
                  </a:cubicBezTo>
                  <a:cubicBezTo>
                    <a:pt x="1758" y="28"/>
                    <a:pt x="1747" y="41"/>
                    <a:pt x="1747" y="63"/>
                  </a:cubicBezTo>
                  <a:cubicBezTo>
                    <a:pt x="1747" y="86"/>
                    <a:pt x="1757" y="100"/>
                    <a:pt x="1774" y="100"/>
                  </a:cubicBezTo>
                  <a:cubicBezTo>
                    <a:pt x="1780" y="100"/>
                    <a:pt x="1785" y="98"/>
                    <a:pt x="1790" y="93"/>
                  </a:cubicBezTo>
                  <a:cubicBezTo>
                    <a:pt x="1790" y="99"/>
                    <a:pt x="1790" y="99"/>
                    <a:pt x="1790" y="99"/>
                  </a:cubicBezTo>
                  <a:cubicBezTo>
                    <a:pt x="1807" y="99"/>
                    <a:pt x="1807" y="99"/>
                    <a:pt x="1807" y="99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790" y="9"/>
                    <a:pt x="1790" y="9"/>
                    <a:pt x="1790" y="9"/>
                  </a:cubicBezTo>
                  <a:lnTo>
                    <a:pt x="1790" y="34"/>
                  </a:lnTo>
                  <a:close/>
                  <a:moveTo>
                    <a:pt x="1778" y="84"/>
                  </a:moveTo>
                  <a:cubicBezTo>
                    <a:pt x="1772" y="84"/>
                    <a:pt x="1765" y="81"/>
                    <a:pt x="1765" y="63"/>
                  </a:cubicBezTo>
                  <a:cubicBezTo>
                    <a:pt x="1765" y="47"/>
                    <a:pt x="1772" y="43"/>
                    <a:pt x="1778" y="43"/>
                  </a:cubicBezTo>
                  <a:cubicBezTo>
                    <a:pt x="1784" y="43"/>
                    <a:pt x="1788" y="47"/>
                    <a:pt x="1790" y="50"/>
                  </a:cubicBezTo>
                  <a:cubicBezTo>
                    <a:pt x="1790" y="78"/>
                    <a:pt x="1790" y="78"/>
                    <a:pt x="1790" y="78"/>
                  </a:cubicBezTo>
                  <a:cubicBezTo>
                    <a:pt x="1788" y="81"/>
                    <a:pt x="1784" y="84"/>
                    <a:pt x="1778" y="84"/>
                  </a:cubicBezTo>
                  <a:moveTo>
                    <a:pt x="1206" y="49"/>
                  </a:moveTo>
                  <a:cubicBezTo>
                    <a:pt x="1203" y="46"/>
                    <a:pt x="1199" y="45"/>
                    <a:pt x="1195" y="45"/>
                  </a:cubicBezTo>
                  <a:cubicBezTo>
                    <a:pt x="1187" y="45"/>
                    <a:pt x="1183" y="50"/>
                    <a:pt x="1183" y="61"/>
                  </a:cubicBezTo>
                  <a:cubicBezTo>
                    <a:pt x="1183" y="99"/>
                    <a:pt x="1183" y="99"/>
                    <a:pt x="1183" y="99"/>
                  </a:cubicBezTo>
                  <a:cubicBezTo>
                    <a:pt x="1165" y="99"/>
                    <a:pt x="1165" y="99"/>
                    <a:pt x="1165" y="99"/>
                  </a:cubicBezTo>
                  <a:cubicBezTo>
                    <a:pt x="1165" y="29"/>
                    <a:pt x="1165" y="29"/>
                    <a:pt x="1165" y="29"/>
                  </a:cubicBezTo>
                  <a:cubicBezTo>
                    <a:pt x="1183" y="29"/>
                    <a:pt x="1183" y="29"/>
                    <a:pt x="1183" y="29"/>
                  </a:cubicBezTo>
                  <a:cubicBezTo>
                    <a:pt x="1183" y="35"/>
                    <a:pt x="1183" y="35"/>
                    <a:pt x="1183" y="35"/>
                  </a:cubicBezTo>
                  <a:cubicBezTo>
                    <a:pt x="1187" y="30"/>
                    <a:pt x="1192" y="28"/>
                    <a:pt x="1198" y="28"/>
                  </a:cubicBezTo>
                  <a:cubicBezTo>
                    <a:pt x="1203" y="28"/>
                    <a:pt x="1208" y="29"/>
                    <a:pt x="1211" y="32"/>
                  </a:cubicBezTo>
                  <a:lnTo>
                    <a:pt x="1206" y="49"/>
                  </a:lnTo>
                  <a:close/>
                  <a:moveTo>
                    <a:pt x="1071" y="29"/>
                  </a:moveTo>
                  <a:cubicBezTo>
                    <a:pt x="1088" y="29"/>
                    <a:pt x="1088" y="29"/>
                    <a:pt x="1088" y="29"/>
                  </a:cubicBezTo>
                  <a:cubicBezTo>
                    <a:pt x="1069" y="99"/>
                    <a:pt x="1069" y="99"/>
                    <a:pt x="1069" y="99"/>
                  </a:cubicBezTo>
                  <a:cubicBezTo>
                    <a:pt x="1054" y="99"/>
                    <a:pt x="1054" y="99"/>
                    <a:pt x="1054" y="99"/>
                  </a:cubicBezTo>
                  <a:cubicBezTo>
                    <a:pt x="1046" y="70"/>
                    <a:pt x="1046" y="70"/>
                    <a:pt x="1046" y="70"/>
                  </a:cubicBezTo>
                  <a:cubicBezTo>
                    <a:pt x="1045" y="65"/>
                    <a:pt x="1043" y="59"/>
                    <a:pt x="1042" y="55"/>
                  </a:cubicBezTo>
                  <a:cubicBezTo>
                    <a:pt x="1042" y="58"/>
                    <a:pt x="1040" y="66"/>
                    <a:pt x="1038" y="70"/>
                  </a:cubicBezTo>
                  <a:cubicBezTo>
                    <a:pt x="1031" y="99"/>
                    <a:pt x="1031" y="99"/>
                    <a:pt x="1031" y="99"/>
                  </a:cubicBezTo>
                  <a:cubicBezTo>
                    <a:pt x="1016" y="99"/>
                    <a:pt x="1016" y="99"/>
                    <a:pt x="1016" y="99"/>
                  </a:cubicBezTo>
                  <a:cubicBezTo>
                    <a:pt x="1016" y="98"/>
                    <a:pt x="1016" y="98"/>
                    <a:pt x="1016" y="98"/>
                  </a:cubicBezTo>
                  <a:cubicBezTo>
                    <a:pt x="996" y="29"/>
                    <a:pt x="996" y="29"/>
                    <a:pt x="996" y="29"/>
                  </a:cubicBezTo>
                  <a:cubicBezTo>
                    <a:pt x="1014" y="29"/>
                    <a:pt x="1014" y="29"/>
                    <a:pt x="1014" y="29"/>
                  </a:cubicBezTo>
                  <a:cubicBezTo>
                    <a:pt x="1020" y="55"/>
                    <a:pt x="1020" y="55"/>
                    <a:pt x="1020" y="55"/>
                  </a:cubicBezTo>
                  <a:cubicBezTo>
                    <a:pt x="1021" y="59"/>
                    <a:pt x="1023" y="67"/>
                    <a:pt x="1024" y="72"/>
                  </a:cubicBezTo>
                  <a:cubicBezTo>
                    <a:pt x="1025" y="67"/>
                    <a:pt x="1027" y="60"/>
                    <a:pt x="1028" y="55"/>
                  </a:cubicBezTo>
                  <a:cubicBezTo>
                    <a:pt x="1035" y="29"/>
                    <a:pt x="1035" y="29"/>
                    <a:pt x="1035" y="29"/>
                  </a:cubicBezTo>
                  <a:cubicBezTo>
                    <a:pt x="1050" y="29"/>
                    <a:pt x="1050" y="29"/>
                    <a:pt x="1050" y="29"/>
                  </a:cubicBezTo>
                  <a:cubicBezTo>
                    <a:pt x="1057" y="55"/>
                    <a:pt x="1057" y="55"/>
                    <a:pt x="1057" y="55"/>
                  </a:cubicBezTo>
                  <a:cubicBezTo>
                    <a:pt x="1058" y="59"/>
                    <a:pt x="1060" y="67"/>
                    <a:pt x="1061" y="72"/>
                  </a:cubicBezTo>
                  <a:cubicBezTo>
                    <a:pt x="1062" y="68"/>
                    <a:pt x="1063" y="61"/>
                    <a:pt x="1065" y="55"/>
                  </a:cubicBezTo>
                  <a:lnTo>
                    <a:pt x="1071" y="29"/>
                  </a:lnTo>
                  <a:close/>
                  <a:moveTo>
                    <a:pt x="1123" y="28"/>
                  </a:moveTo>
                  <a:cubicBezTo>
                    <a:pt x="1105" y="28"/>
                    <a:pt x="1092" y="43"/>
                    <a:pt x="1092" y="64"/>
                  </a:cubicBezTo>
                  <a:cubicBezTo>
                    <a:pt x="1092" y="85"/>
                    <a:pt x="1105" y="100"/>
                    <a:pt x="1123" y="100"/>
                  </a:cubicBezTo>
                  <a:cubicBezTo>
                    <a:pt x="1142" y="100"/>
                    <a:pt x="1155" y="85"/>
                    <a:pt x="1155" y="64"/>
                  </a:cubicBezTo>
                  <a:cubicBezTo>
                    <a:pt x="1155" y="43"/>
                    <a:pt x="1142" y="28"/>
                    <a:pt x="1123" y="28"/>
                  </a:cubicBezTo>
                  <a:moveTo>
                    <a:pt x="1123" y="84"/>
                  </a:moveTo>
                  <a:cubicBezTo>
                    <a:pt x="1115" y="84"/>
                    <a:pt x="1109" y="76"/>
                    <a:pt x="1109" y="64"/>
                  </a:cubicBezTo>
                  <a:cubicBezTo>
                    <a:pt x="1109" y="52"/>
                    <a:pt x="1115" y="44"/>
                    <a:pt x="1123" y="44"/>
                  </a:cubicBezTo>
                  <a:cubicBezTo>
                    <a:pt x="1132" y="44"/>
                    <a:pt x="1137" y="52"/>
                    <a:pt x="1137" y="64"/>
                  </a:cubicBezTo>
                  <a:cubicBezTo>
                    <a:pt x="1137" y="76"/>
                    <a:pt x="1132" y="84"/>
                    <a:pt x="1123" y="84"/>
                  </a:cubicBezTo>
                  <a:moveTo>
                    <a:pt x="1705" y="49"/>
                  </a:moveTo>
                  <a:cubicBezTo>
                    <a:pt x="1702" y="46"/>
                    <a:pt x="1698" y="45"/>
                    <a:pt x="1694" y="45"/>
                  </a:cubicBezTo>
                  <a:cubicBezTo>
                    <a:pt x="1686" y="45"/>
                    <a:pt x="1682" y="50"/>
                    <a:pt x="1682" y="61"/>
                  </a:cubicBezTo>
                  <a:cubicBezTo>
                    <a:pt x="1682" y="99"/>
                    <a:pt x="1682" y="99"/>
                    <a:pt x="1682" y="99"/>
                  </a:cubicBezTo>
                  <a:cubicBezTo>
                    <a:pt x="1665" y="99"/>
                    <a:pt x="1665" y="99"/>
                    <a:pt x="1665" y="99"/>
                  </a:cubicBezTo>
                  <a:cubicBezTo>
                    <a:pt x="1665" y="29"/>
                    <a:pt x="1665" y="29"/>
                    <a:pt x="1665" y="29"/>
                  </a:cubicBezTo>
                  <a:cubicBezTo>
                    <a:pt x="1682" y="29"/>
                    <a:pt x="1682" y="29"/>
                    <a:pt x="1682" y="29"/>
                  </a:cubicBezTo>
                  <a:cubicBezTo>
                    <a:pt x="1682" y="35"/>
                    <a:pt x="1682" y="35"/>
                    <a:pt x="1682" y="35"/>
                  </a:cubicBezTo>
                  <a:cubicBezTo>
                    <a:pt x="1686" y="30"/>
                    <a:pt x="1691" y="28"/>
                    <a:pt x="1697" y="28"/>
                  </a:cubicBezTo>
                  <a:cubicBezTo>
                    <a:pt x="1702" y="28"/>
                    <a:pt x="1707" y="29"/>
                    <a:pt x="1710" y="32"/>
                  </a:cubicBezTo>
                  <a:lnTo>
                    <a:pt x="1705" y="49"/>
                  </a:lnTo>
                  <a:close/>
                  <a:moveTo>
                    <a:pt x="1570" y="29"/>
                  </a:moveTo>
                  <a:cubicBezTo>
                    <a:pt x="1587" y="29"/>
                    <a:pt x="1587" y="29"/>
                    <a:pt x="1587" y="29"/>
                  </a:cubicBezTo>
                  <a:cubicBezTo>
                    <a:pt x="1568" y="99"/>
                    <a:pt x="1568" y="99"/>
                    <a:pt x="1568" y="99"/>
                  </a:cubicBezTo>
                  <a:cubicBezTo>
                    <a:pt x="1553" y="99"/>
                    <a:pt x="1553" y="99"/>
                    <a:pt x="1553" y="99"/>
                  </a:cubicBezTo>
                  <a:cubicBezTo>
                    <a:pt x="1545" y="70"/>
                    <a:pt x="1545" y="70"/>
                    <a:pt x="1545" y="70"/>
                  </a:cubicBezTo>
                  <a:cubicBezTo>
                    <a:pt x="1544" y="65"/>
                    <a:pt x="1542" y="59"/>
                    <a:pt x="1541" y="55"/>
                  </a:cubicBezTo>
                  <a:cubicBezTo>
                    <a:pt x="1541" y="58"/>
                    <a:pt x="1539" y="66"/>
                    <a:pt x="1537" y="70"/>
                  </a:cubicBezTo>
                  <a:cubicBezTo>
                    <a:pt x="1530" y="99"/>
                    <a:pt x="1530" y="99"/>
                    <a:pt x="1530" y="99"/>
                  </a:cubicBezTo>
                  <a:cubicBezTo>
                    <a:pt x="1515" y="99"/>
                    <a:pt x="1515" y="99"/>
                    <a:pt x="1515" y="99"/>
                  </a:cubicBezTo>
                  <a:cubicBezTo>
                    <a:pt x="1515" y="98"/>
                    <a:pt x="1515" y="98"/>
                    <a:pt x="1515" y="98"/>
                  </a:cubicBezTo>
                  <a:cubicBezTo>
                    <a:pt x="1495" y="29"/>
                    <a:pt x="1495" y="29"/>
                    <a:pt x="1495" y="29"/>
                  </a:cubicBezTo>
                  <a:cubicBezTo>
                    <a:pt x="1513" y="29"/>
                    <a:pt x="1513" y="29"/>
                    <a:pt x="1513" y="29"/>
                  </a:cubicBezTo>
                  <a:cubicBezTo>
                    <a:pt x="1519" y="55"/>
                    <a:pt x="1519" y="55"/>
                    <a:pt x="1519" y="55"/>
                  </a:cubicBezTo>
                  <a:cubicBezTo>
                    <a:pt x="1520" y="59"/>
                    <a:pt x="1522" y="67"/>
                    <a:pt x="1523" y="72"/>
                  </a:cubicBezTo>
                  <a:cubicBezTo>
                    <a:pt x="1524" y="67"/>
                    <a:pt x="1526" y="60"/>
                    <a:pt x="1527" y="55"/>
                  </a:cubicBezTo>
                  <a:cubicBezTo>
                    <a:pt x="1534" y="29"/>
                    <a:pt x="1534" y="29"/>
                    <a:pt x="1534" y="29"/>
                  </a:cubicBezTo>
                  <a:cubicBezTo>
                    <a:pt x="1549" y="29"/>
                    <a:pt x="1549" y="29"/>
                    <a:pt x="1549" y="29"/>
                  </a:cubicBezTo>
                  <a:cubicBezTo>
                    <a:pt x="1556" y="55"/>
                    <a:pt x="1556" y="55"/>
                    <a:pt x="1556" y="55"/>
                  </a:cubicBezTo>
                  <a:cubicBezTo>
                    <a:pt x="1557" y="59"/>
                    <a:pt x="1559" y="67"/>
                    <a:pt x="1560" y="72"/>
                  </a:cubicBezTo>
                  <a:cubicBezTo>
                    <a:pt x="1561" y="68"/>
                    <a:pt x="1563" y="61"/>
                    <a:pt x="1564" y="55"/>
                  </a:cubicBezTo>
                  <a:lnTo>
                    <a:pt x="1570" y="29"/>
                  </a:lnTo>
                  <a:close/>
                  <a:moveTo>
                    <a:pt x="1622" y="28"/>
                  </a:moveTo>
                  <a:cubicBezTo>
                    <a:pt x="1604" y="28"/>
                    <a:pt x="1591" y="43"/>
                    <a:pt x="1591" y="64"/>
                  </a:cubicBezTo>
                  <a:cubicBezTo>
                    <a:pt x="1591" y="85"/>
                    <a:pt x="1604" y="100"/>
                    <a:pt x="1622" y="100"/>
                  </a:cubicBezTo>
                  <a:cubicBezTo>
                    <a:pt x="1640" y="100"/>
                    <a:pt x="1654" y="85"/>
                    <a:pt x="1654" y="64"/>
                  </a:cubicBezTo>
                  <a:cubicBezTo>
                    <a:pt x="1654" y="43"/>
                    <a:pt x="1640" y="28"/>
                    <a:pt x="1622" y="28"/>
                  </a:cubicBezTo>
                  <a:moveTo>
                    <a:pt x="1622" y="84"/>
                  </a:moveTo>
                  <a:cubicBezTo>
                    <a:pt x="1614" y="84"/>
                    <a:pt x="1608" y="76"/>
                    <a:pt x="1608" y="64"/>
                  </a:cubicBezTo>
                  <a:cubicBezTo>
                    <a:pt x="1608" y="52"/>
                    <a:pt x="1614" y="44"/>
                    <a:pt x="1622" y="44"/>
                  </a:cubicBezTo>
                  <a:cubicBezTo>
                    <a:pt x="1631" y="44"/>
                    <a:pt x="1636" y="52"/>
                    <a:pt x="1636" y="64"/>
                  </a:cubicBezTo>
                  <a:cubicBezTo>
                    <a:pt x="1636" y="76"/>
                    <a:pt x="1631" y="84"/>
                    <a:pt x="1622" y="84"/>
                  </a:cubicBezTo>
                  <a:moveTo>
                    <a:pt x="1258" y="52"/>
                  </a:moveTo>
                  <a:cubicBezTo>
                    <a:pt x="1279" y="99"/>
                    <a:pt x="1279" y="99"/>
                    <a:pt x="1279" y="99"/>
                  </a:cubicBezTo>
                  <a:cubicBezTo>
                    <a:pt x="1260" y="99"/>
                    <a:pt x="1260" y="99"/>
                    <a:pt x="1260" y="99"/>
                  </a:cubicBezTo>
                  <a:cubicBezTo>
                    <a:pt x="1245" y="66"/>
                    <a:pt x="1245" y="66"/>
                    <a:pt x="1245" y="66"/>
                  </a:cubicBezTo>
                  <a:cubicBezTo>
                    <a:pt x="1236" y="78"/>
                    <a:pt x="1236" y="78"/>
                    <a:pt x="1236" y="78"/>
                  </a:cubicBezTo>
                  <a:cubicBezTo>
                    <a:pt x="1236" y="99"/>
                    <a:pt x="1236" y="99"/>
                    <a:pt x="1236" y="99"/>
                  </a:cubicBezTo>
                  <a:cubicBezTo>
                    <a:pt x="1219" y="99"/>
                    <a:pt x="1219" y="99"/>
                    <a:pt x="1219" y="99"/>
                  </a:cubicBezTo>
                  <a:cubicBezTo>
                    <a:pt x="1219" y="9"/>
                    <a:pt x="1219" y="9"/>
                    <a:pt x="1219" y="9"/>
                  </a:cubicBezTo>
                  <a:cubicBezTo>
                    <a:pt x="1236" y="0"/>
                    <a:pt x="1236" y="0"/>
                    <a:pt x="1236" y="0"/>
                  </a:cubicBezTo>
                  <a:cubicBezTo>
                    <a:pt x="1236" y="56"/>
                    <a:pt x="1236" y="56"/>
                    <a:pt x="1236" y="56"/>
                  </a:cubicBezTo>
                  <a:cubicBezTo>
                    <a:pt x="1238" y="53"/>
                    <a:pt x="1241" y="49"/>
                    <a:pt x="1243" y="47"/>
                  </a:cubicBezTo>
                  <a:cubicBezTo>
                    <a:pt x="1256" y="29"/>
                    <a:pt x="1256" y="29"/>
                    <a:pt x="1256" y="29"/>
                  </a:cubicBezTo>
                  <a:cubicBezTo>
                    <a:pt x="1276" y="29"/>
                    <a:pt x="1276" y="29"/>
                    <a:pt x="1276" y="29"/>
                  </a:cubicBezTo>
                  <a:lnTo>
                    <a:pt x="1258" y="52"/>
                  </a:lnTo>
                  <a:close/>
                  <a:moveTo>
                    <a:pt x="1339" y="99"/>
                  </a:moveTo>
                  <a:cubicBezTo>
                    <a:pt x="1322" y="99"/>
                    <a:pt x="1322" y="99"/>
                    <a:pt x="1322" y="99"/>
                  </a:cubicBezTo>
                  <a:cubicBezTo>
                    <a:pt x="1322" y="29"/>
                    <a:pt x="1322" y="29"/>
                    <a:pt x="1322" y="29"/>
                  </a:cubicBezTo>
                  <a:cubicBezTo>
                    <a:pt x="1339" y="29"/>
                    <a:pt x="1339" y="29"/>
                    <a:pt x="1339" y="29"/>
                  </a:cubicBezTo>
                  <a:cubicBezTo>
                    <a:pt x="1339" y="35"/>
                    <a:pt x="1339" y="35"/>
                    <a:pt x="1339" y="35"/>
                  </a:cubicBezTo>
                  <a:cubicBezTo>
                    <a:pt x="1343" y="30"/>
                    <a:pt x="1350" y="28"/>
                    <a:pt x="1357" y="28"/>
                  </a:cubicBezTo>
                  <a:cubicBezTo>
                    <a:pt x="1373" y="28"/>
                    <a:pt x="1382" y="39"/>
                    <a:pt x="1382" y="59"/>
                  </a:cubicBezTo>
                  <a:cubicBezTo>
                    <a:pt x="1382" y="99"/>
                    <a:pt x="1382" y="99"/>
                    <a:pt x="1382" y="99"/>
                  </a:cubicBezTo>
                  <a:cubicBezTo>
                    <a:pt x="1365" y="99"/>
                    <a:pt x="1365" y="99"/>
                    <a:pt x="1365" y="99"/>
                  </a:cubicBezTo>
                  <a:cubicBezTo>
                    <a:pt x="1365" y="60"/>
                    <a:pt x="1365" y="60"/>
                    <a:pt x="1365" y="60"/>
                  </a:cubicBezTo>
                  <a:cubicBezTo>
                    <a:pt x="1365" y="49"/>
                    <a:pt x="1361" y="43"/>
                    <a:pt x="1352" y="43"/>
                  </a:cubicBezTo>
                  <a:cubicBezTo>
                    <a:pt x="1344" y="43"/>
                    <a:pt x="1339" y="49"/>
                    <a:pt x="1339" y="60"/>
                  </a:cubicBezTo>
                  <a:lnTo>
                    <a:pt x="1339" y="99"/>
                  </a:lnTo>
                  <a:close/>
                  <a:moveTo>
                    <a:pt x="1436" y="34"/>
                  </a:moveTo>
                  <a:cubicBezTo>
                    <a:pt x="1432" y="30"/>
                    <a:pt x="1427" y="28"/>
                    <a:pt x="1421" y="28"/>
                  </a:cubicBezTo>
                  <a:cubicBezTo>
                    <a:pt x="1404" y="28"/>
                    <a:pt x="1394" y="41"/>
                    <a:pt x="1394" y="63"/>
                  </a:cubicBezTo>
                  <a:cubicBezTo>
                    <a:pt x="1394" y="86"/>
                    <a:pt x="1404" y="100"/>
                    <a:pt x="1421" y="100"/>
                  </a:cubicBezTo>
                  <a:cubicBezTo>
                    <a:pt x="1427" y="100"/>
                    <a:pt x="1432" y="98"/>
                    <a:pt x="1436" y="93"/>
                  </a:cubicBezTo>
                  <a:cubicBezTo>
                    <a:pt x="1436" y="95"/>
                    <a:pt x="1436" y="95"/>
                    <a:pt x="1436" y="95"/>
                  </a:cubicBezTo>
                  <a:cubicBezTo>
                    <a:pt x="1436" y="103"/>
                    <a:pt x="1436" y="113"/>
                    <a:pt x="1414" y="114"/>
                  </a:cubicBezTo>
                  <a:cubicBezTo>
                    <a:pt x="1413" y="114"/>
                    <a:pt x="1413" y="114"/>
                    <a:pt x="1413" y="114"/>
                  </a:cubicBezTo>
                  <a:cubicBezTo>
                    <a:pt x="1419" y="127"/>
                    <a:pt x="1419" y="127"/>
                    <a:pt x="1419" y="127"/>
                  </a:cubicBezTo>
                  <a:cubicBezTo>
                    <a:pt x="1420" y="127"/>
                    <a:pt x="1420" y="127"/>
                    <a:pt x="1420" y="127"/>
                  </a:cubicBezTo>
                  <a:cubicBezTo>
                    <a:pt x="1442" y="127"/>
                    <a:pt x="1453" y="115"/>
                    <a:pt x="1453" y="92"/>
                  </a:cubicBezTo>
                  <a:cubicBezTo>
                    <a:pt x="1453" y="29"/>
                    <a:pt x="1453" y="29"/>
                    <a:pt x="1453" y="29"/>
                  </a:cubicBezTo>
                  <a:cubicBezTo>
                    <a:pt x="1436" y="29"/>
                    <a:pt x="1436" y="29"/>
                    <a:pt x="1436" y="29"/>
                  </a:cubicBezTo>
                  <a:lnTo>
                    <a:pt x="1436" y="34"/>
                  </a:lnTo>
                  <a:close/>
                  <a:moveTo>
                    <a:pt x="1436" y="50"/>
                  </a:moveTo>
                  <a:cubicBezTo>
                    <a:pt x="1436" y="77"/>
                    <a:pt x="1436" y="77"/>
                    <a:pt x="1436" y="77"/>
                  </a:cubicBezTo>
                  <a:cubicBezTo>
                    <a:pt x="1434" y="81"/>
                    <a:pt x="1430" y="84"/>
                    <a:pt x="1424" y="84"/>
                  </a:cubicBezTo>
                  <a:cubicBezTo>
                    <a:pt x="1418" y="84"/>
                    <a:pt x="1411" y="81"/>
                    <a:pt x="1411" y="63"/>
                  </a:cubicBezTo>
                  <a:cubicBezTo>
                    <a:pt x="1411" y="47"/>
                    <a:pt x="1418" y="43"/>
                    <a:pt x="1424" y="43"/>
                  </a:cubicBezTo>
                  <a:cubicBezTo>
                    <a:pt x="1430" y="43"/>
                    <a:pt x="1434" y="47"/>
                    <a:pt x="1436" y="50"/>
                  </a:cubicBezTo>
                  <a:moveTo>
                    <a:pt x="1289" y="29"/>
                  </a:moveTo>
                  <a:cubicBezTo>
                    <a:pt x="1307" y="29"/>
                    <a:pt x="1307" y="29"/>
                    <a:pt x="1307" y="29"/>
                  </a:cubicBezTo>
                  <a:cubicBezTo>
                    <a:pt x="1307" y="61"/>
                    <a:pt x="1307" y="61"/>
                    <a:pt x="1307" y="61"/>
                  </a:cubicBezTo>
                  <a:cubicBezTo>
                    <a:pt x="1307" y="99"/>
                    <a:pt x="1307" y="99"/>
                    <a:pt x="1307" y="99"/>
                  </a:cubicBezTo>
                  <a:cubicBezTo>
                    <a:pt x="1289" y="99"/>
                    <a:pt x="1289" y="99"/>
                    <a:pt x="1289" y="99"/>
                  </a:cubicBezTo>
                  <a:lnTo>
                    <a:pt x="1289" y="29"/>
                  </a:lnTo>
                  <a:close/>
                  <a:moveTo>
                    <a:pt x="1307" y="11"/>
                  </a:moveTo>
                  <a:cubicBezTo>
                    <a:pt x="1307" y="19"/>
                    <a:pt x="1307" y="19"/>
                    <a:pt x="1307" y="19"/>
                  </a:cubicBezTo>
                  <a:cubicBezTo>
                    <a:pt x="1289" y="19"/>
                    <a:pt x="1289" y="19"/>
                    <a:pt x="1289" y="19"/>
                  </a:cubicBezTo>
                  <a:cubicBezTo>
                    <a:pt x="1289" y="2"/>
                    <a:pt x="1289" y="2"/>
                    <a:pt x="1289" y="2"/>
                  </a:cubicBezTo>
                  <a:cubicBezTo>
                    <a:pt x="1307" y="2"/>
                    <a:pt x="1307" y="2"/>
                    <a:pt x="1307" y="2"/>
                  </a:cubicBezTo>
                  <a:lnTo>
                    <a:pt x="1307" y="11"/>
                  </a:lnTo>
                  <a:close/>
                  <a:moveTo>
                    <a:pt x="1718" y="9"/>
                  </a:moveTo>
                  <a:cubicBezTo>
                    <a:pt x="1735" y="0"/>
                    <a:pt x="1735" y="0"/>
                    <a:pt x="1735" y="0"/>
                  </a:cubicBezTo>
                  <a:cubicBezTo>
                    <a:pt x="1735" y="63"/>
                    <a:pt x="1735" y="63"/>
                    <a:pt x="1735" y="63"/>
                  </a:cubicBezTo>
                  <a:cubicBezTo>
                    <a:pt x="1735" y="99"/>
                    <a:pt x="1735" y="99"/>
                    <a:pt x="1735" y="99"/>
                  </a:cubicBezTo>
                  <a:cubicBezTo>
                    <a:pt x="1718" y="99"/>
                    <a:pt x="1718" y="99"/>
                    <a:pt x="1718" y="99"/>
                  </a:cubicBezTo>
                  <a:lnTo>
                    <a:pt x="1718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41" name="Freeform 117">
              <a:extLst>
                <a:ext uri="{FF2B5EF4-FFF2-40B4-BE49-F238E27FC236}">
                  <a16:creationId xmlns:a16="http://schemas.microsoft.com/office/drawing/2014/main" id="{5D3822A7-6B69-47DA-B25F-E3F6E8A621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8672" y="5100633"/>
              <a:ext cx="982661" cy="358775"/>
            </a:xfrm>
            <a:custGeom>
              <a:avLst/>
              <a:gdLst>
                <a:gd name="T0" fmla="*/ 619 w 619"/>
                <a:gd name="T1" fmla="*/ 0 h 226"/>
                <a:gd name="T2" fmla="*/ 0 w 619"/>
                <a:gd name="T3" fmla="*/ 226 h 226"/>
                <a:gd name="T4" fmla="*/ 619 w 619"/>
                <a:gd name="T5" fmla="*/ 117 h 226"/>
                <a:gd name="T6" fmla="*/ 619 w 619"/>
                <a:gd name="T7" fmla="*/ 0 h 226"/>
                <a:gd name="T8" fmla="*/ 619 w 619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26">
                  <a:moveTo>
                    <a:pt x="619" y="0"/>
                  </a:moveTo>
                  <a:lnTo>
                    <a:pt x="0" y="226"/>
                  </a:lnTo>
                  <a:lnTo>
                    <a:pt x="619" y="117"/>
                  </a:lnTo>
                  <a:lnTo>
                    <a:pt x="619" y="0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42" name="Freeform 118">
              <a:extLst>
                <a:ext uri="{FF2B5EF4-FFF2-40B4-BE49-F238E27FC236}">
                  <a16:creationId xmlns:a16="http://schemas.microsoft.com/office/drawing/2014/main" id="{CA9D4434-3649-41F1-8AC9-985FFBB2B0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56613" y="5608639"/>
              <a:ext cx="825500" cy="498474"/>
            </a:xfrm>
            <a:custGeom>
              <a:avLst/>
              <a:gdLst>
                <a:gd name="T0" fmla="*/ 418 w 520"/>
                <a:gd name="T1" fmla="*/ 0 h 314"/>
                <a:gd name="T2" fmla="*/ 364 w 520"/>
                <a:gd name="T3" fmla="*/ 102 h 314"/>
                <a:gd name="T4" fmla="*/ 311 w 520"/>
                <a:gd name="T5" fmla="*/ 0 h 314"/>
                <a:gd name="T6" fmla="*/ 207 w 520"/>
                <a:gd name="T7" fmla="*/ 0 h 314"/>
                <a:gd name="T8" fmla="*/ 318 w 520"/>
                <a:gd name="T9" fmla="*/ 189 h 314"/>
                <a:gd name="T10" fmla="*/ 318 w 520"/>
                <a:gd name="T11" fmla="*/ 314 h 314"/>
                <a:gd name="T12" fmla="*/ 410 w 520"/>
                <a:gd name="T13" fmla="*/ 314 h 314"/>
                <a:gd name="T14" fmla="*/ 410 w 520"/>
                <a:gd name="T15" fmla="*/ 189 h 314"/>
                <a:gd name="T16" fmla="*/ 520 w 520"/>
                <a:gd name="T17" fmla="*/ 0 h 314"/>
                <a:gd name="T18" fmla="*/ 418 w 520"/>
                <a:gd name="T19" fmla="*/ 0 h 314"/>
                <a:gd name="T20" fmla="*/ 0 w 520"/>
                <a:gd name="T21" fmla="*/ 0 h 314"/>
                <a:gd name="T22" fmla="*/ 0 w 520"/>
                <a:gd name="T23" fmla="*/ 314 h 314"/>
                <a:gd name="T24" fmla="*/ 251 w 520"/>
                <a:gd name="T25" fmla="*/ 314 h 314"/>
                <a:gd name="T26" fmla="*/ 251 w 520"/>
                <a:gd name="T27" fmla="*/ 242 h 314"/>
                <a:gd name="T28" fmla="*/ 94 w 520"/>
                <a:gd name="T29" fmla="*/ 242 h 314"/>
                <a:gd name="T30" fmla="*/ 94 w 520"/>
                <a:gd name="T31" fmla="*/ 189 h 314"/>
                <a:gd name="T32" fmla="*/ 207 w 520"/>
                <a:gd name="T33" fmla="*/ 189 h 314"/>
                <a:gd name="T34" fmla="*/ 207 w 520"/>
                <a:gd name="T35" fmla="*/ 124 h 314"/>
                <a:gd name="T36" fmla="*/ 94 w 520"/>
                <a:gd name="T37" fmla="*/ 124 h 314"/>
                <a:gd name="T38" fmla="*/ 94 w 520"/>
                <a:gd name="T39" fmla="*/ 72 h 314"/>
                <a:gd name="T40" fmla="*/ 219 w 520"/>
                <a:gd name="T41" fmla="*/ 72 h 314"/>
                <a:gd name="T42" fmla="*/ 178 w 520"/>
                <a:gd name="T43" fmla="*/ 0 h 314"/>
                <a:gd name="T44" fmla="*/ 0 w 520"/>
                <a:gd name="T4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314">
                  <a:moveTo>
                    <a:pt x="418" y="0"/>
                  </a:moveTo>
                  <a:lnTo>
                    <a:pt x="364" y="102"/>
                  </a:lnTo>
                  <a:lnTo>
                    <a:pt x="311" y="0"/>
                  </a:lnTo>
                  <a:lnTo>
                    <a:pt x="207" y="0"/>
                  </a:lnTo>
                  <a:lnTo>
                    <a:pt x="318" y="189"/>
                  </a:lnTo>
                  <a:lnTo>
                    <a:pt x="318" y="314"/>
                  </a:lnTo>
                  <a:lnTo>
                    <a:pt x="410" y="314"/>
                  </a:lnTo>
                  <a:lnTo>
                    <a:pt x="410" y="189"/>
                  </a:lnTo>
                  <a:lnTo>
                    <a:pt x="520" y="0"/>
                  </a:lnTo>
                  <a:lnTo>
                    <a:pt x="418" y="0"/>
                  </a:lnTo>
                  <a:close/>
                  <a:moveTo>
                    <a:pt x="0" y="0"/>
                  </a:moveTo>
                  <a:lnTo>
                    <a:pt x="0" y="314"/>
                  </a:lnTo>
                  <a:lnTo>
                    <a:pt x="251" y="314"/>
                  </a:lnTo>
                  <a:lnTo>
                    <a:pt x="251" y="242"/>
                  </a:lnTo>
                  <a:lnTo>
                    <a:pt x="94" y="242"/>
                  </a:lnTo>
                  <a:lnTo>
                    <a:pt x="94" y="189"/>
                  </a:lnTo>
                  <a:lnTo>
                    <a:pt x="207" y="189"/>
                  </a:lnTo>
                  <a:lnTo>
                    <a:pt x="207" y="124"/>
                  </a:lnTo>
                  <a:lnTo>
                    <a:pt x="94" y="124"/>
                  </a:lnTo>
                  <a:lnTo>
                    <a:pt x="94" y="72"/>
                  </a:lnTo>
                  <a:lnTo>
                    <a:pt x="219" y="72"/>
                  </a:ln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</p:grp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1F36157B-0006-49F6-A093-140BB9DCB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69418" y="2684314"/>
            <a:ext cx="3808017" cy="423453"/>
          </a:xfrm>
        </p:spPr>
        <p:txBody>
          <a:bodyPr anchor="b"/>
          <a:lstStyle>
            <a:lvl1pPr marL="0" indent="0" algn="l">
              <a:buFontTx/>
              <a:buNone/>
              <a:defRPr sz="1600">
                <a:solidFill>
                  <a:srgbClr val="FFFFFF"/>
                </a:solidFill>
                <a:latin typeface="EYInterstate" panose="0200050302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171450" indent="0" algn="l">
              <a:buFontTx/>
              <a:buNone/>
              <a:defRPr/>
            </a:lvl2pPr>
            <a:lvl3pPr marL="342900" indent="0" algn="l">
              <a:buFontTx/>
              <a:buNone/>
              <a:defRPr/>
            </a:lvl3pPr>
            <a:lvl4pPr marL="514350" indent="0" algn="l">
              <a:buFontTx/>
              <a:buNone/>
              <a:defRPr/>
            </a:lvl4pPr>
            <a:lvl5pPr marL="685800" indent="0" algn="l">
              <a:buFontTx/>
              <a:buNone/>
              <a:defRPr/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A2065DB-7BF5-4CF3-A5DC-E515FBBA2E55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>
            <a:off x="1069975" y="3802983"/>
            <a:ext cx="82296" cy="82296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B746D22-4D3C-4EA5-B35F-7495D39C37E8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1236661" y="3802981"/>
            <a:ext cx="82296" cy="82296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D371F3B-15D8-4E49-B3B5-3B787C476B72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1403347" y="3802979"/>
            <a:ext cx="82296" cy="82296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4480D6-8E86-4585-8F0D-45695F0D0FA5}"/>
              </a:ext>
            </a:extLst>
          </p:cNvPr>
          <p:cNvSpPr txBox="1"/>
          <p:nvPr userDrawn="1"/>
        </p:nvSpPr>
        <p:spPr>
          <a:xfrm>
            <a:off x="1058037" y="3449097"/>
            <a:ext cx="1866137" cy="16668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>
              <a:buSzPct val="70000"/>
              <a:buFont typeface="Arial" panose="020B0604020202020204" pitchFamily="34" charset="0"/>
              <a:buNone/>
            </a:pPr>
            <a:r>
              <a:rPr lang="en-US" sz="1600">
                <a:solidFill>
                  <a:srgbClr val="FFFFFF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rPr>
              <a:t>Strategy realized</a:t>
            </a:r>
          </a:p>
        </p:txBody>
      </p: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FC554EAD-66B1-4CA9-8F88-BB1CF38AD7E9}"/>
              </a:ext>
            </a:extLst>
          </p:cNvPr>
          <p:cNvGrpSpPr/>
          <p:nvPr userDrawn="1"/>
        </p:nvGrpSpPr>
        <p:grpSpPr>
          <a:xfrm>
            <a:off x="612775" y="5829300"/>
            <a:ext cx="3443905" cy="508132"/>
            <a:chOff x="612775" y="5829300"/>
            <a:chExt cx="3443905" cy="508132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68296C3E-342A-456A-B848-039CDC501423}"/>
                </a:ext>
              </a:extLst>
            </p:cNvPr>
            <p:cNvSpPr/>
            <p:nvPr/>
          </p:nvSpPr>
          <p:spPr>
            <a:xfrm>
              <a:off x="975609" y="5829300"/>
              <a:ext cx="82296" cy="82296"/>
            </a:xfrm>
            <a:custGeom>
              <a:avLst/>
              <a:gdLst>
                <a:gd name="connsiteX0" fmla="*/ 0 w 82296"/>
                <a:gd name="connsiteY0" fmla="*/ 0 h 82296"/>
                <a:gd name="connsiteX1" fmla="*/ 90708 w 82296"/>
                <a:gd name="connsiteY1" fmla="*/ 0 h 82296"/>
                <a:gd name="connsiteX2" fmla="*/ 90708 w 82296"/>
                <a:gd name="connsiteY2" fmla="*/ 90800 h 82296"/>
                <a:gd name="connsiteX3" fmla="*/ 0 w 82296"/>
                <a:gd name="connsiteY3" fmla="*/ 90800 h 82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296" h="82296">
                  <a:moveTo>
                    <a:pt x="0" y="0"/>
                  </a:moveTo>
                  <a:lnTo>
                    <a:pt x="90708" y="0"/>
                  </a:lnTo>
                  <a:lnTo>
                    <a:pt x="90708" y="90800"/>
                  </a:lnTo>
                  <a:lnTo>
                    <a:pt x="0" y="90800"/>
                  </a:lnTo>
                  <a:close/>
                </a:path>
              </a:pathLst>
            </a:custGeom>
            <a:solidFill>
              <a:srgbClr val="1A9AFA"/>
            </a:solidFill>
            <a:ln w="91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C780777-96FE-450E-ACD3-00F8155F4BE7}"/>
                </a:ext>
              </a:extLst>
            </p:cNvPr>
            <p:cNvSpPr/>
            <p:nvPr/>
          </p:nvSpPr>
          <p:spPr>
            <a:xfrm>
              <a:off x="794192" y="5829300"/>
              <a:ext cx="82296" cy="82296"/>
            </a:xfrm>
            <a:custGeom>
              <a:avLst/>
              <a:gdLst>
                <a:gd name="connsiteX0" fmla="*/ 0 w 82296"/>
                <a:gd name="connsiteY0" fmla="*/ 0 h 82296"/>
                <a:gd name="connsiteX1" fmla="*/ 90708 w 82296"/>
                <a:gd name="connsiteY1" fmla="*/ 0 h 82296"/>
                <a:gd name="connsiteX2" fmla="*/ 90708 w 82296"/>
                <a:gd name="connsiteY2" fmla="*/ 90800 h 82296"/>
                <a:gd name="connsiteX3" fmla="*/ 0 w 82296"/>
                <a:gd name="connsiteY3" fmla="*/ 90800 h 82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296" h="82296">
                  <a:moveTo>
                    <a:pt x="0" y="0"/>
                  </a:moveTo>
                  <a:lnTo>
                    <a:pt x="90708" y="0"/>
                  </a:lnTo>
                  <a:lnTo>
                    <a:pt x="90708" y="90800"/>
                  </a:lnTo>
                  <a:lnTo>
                    <a:pt x="0" y="90800"/>
                  </a:lnTo>
                  <a:close/>
                </a:path>
              </a:pathLst>
            </a:custGeom>
            <a:solidFill>
              <a:srgbClr val="1A9AFA"/>
            </a:solidFill>
            <a:ln w="91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9A3A6D8-6A25-4A48-93A0-92A72A6CFE27}"/>
                </a:ext>
              </a:extLst>
            </p:cNvPr>
            <p:cNvSpPr/>
            <p:nvPr/>
          </p:nvSpPr>
          <p:spPr>
            <a:xfrm>
              <a:off x="612866" y="5829300"/>
              <a:ext cx="82296" cy="82296"/>
            </a:xfrm>
            <a:custGeom>
              <a:avLst/>
              <a:gdLst>
                <a:gd name="connsiteX0" fmla="*/ 0 w 82296"/>
                <a:gd name="connsiteY0" fmla="*/ 0 h 82296"/>
                <a:gd name="connsiteX1" fmla="*/ 90617 w 82296"/>
                <a:gd name="connsiteY1" fmla="*/ 0 h 82296"/>
                <a:gd name="connsiteX2" fmla="*/ 90617 w 82296"/>
                <a:gd name="connsiteY2" fmla="*/ 90800 h 82296"/>
                <a:gd name="connsiteX3" fmla="*/ 0 w 82296"/>
                <a:gd name="connsiteY3" fmla="*/ 90800 h 82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296" h="82296">
                  <a:moveTo>
                    <a:pt x="0" y="0"/>
                  </a:moveTo>
                  <a:lnTo>
                    <a:pt x="90617" y="0"/>
                  </a:lnTo>
                  <a:lnTo>
                    <a:pt x="90617" y="90800"/>
                  </a:lnTo>
                  <a:lnTo>
                    <a:pt x="0" y="90800"/>
                  </a:lnTo>
                  <a:close/>
                </a:path>
              </a:pathLst>
            </a:custGeom>
            <a:solidFill>
              <a:srgbClr val="1A9AFA"/>
            </a:solidFill>
            <a:ln w="91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3EEDF1E-B605-41C1-8622-1509298F1103}"/>
                </a:ext>
              </a:extLst>
            </p:cNvPr>
            <p:cNvSpPr/>
            <p:nvPr/>
          </p:nvSpPr>
          <p:spPr>
            <a:xfrm>
              <a:off x="612775" y="6038515"/>
              <a:ext cx="82296" cy="109728"/>
            </a:xfrm>
            <a:custGeom>
              <a:avLst/>
              <a:gdLst>
                <a:gd name="connsiteX0" fmla="*/ 0 w 82296"/>
                <a:gd name="connsiteY0" fmla="*/ 0 h 109728"/>
                <a:gd name="connsiteX1" fmla="*/ 0 w 82296"/>
                <a:gd name="connsiteY1" fmla="*/ 17008 h 109728"/>
                <a:gd name="connsiteX2" fmla="*/ 33833 w 82296"/>
                <a:gd name="connsiteY2" fmla="*/ 17008 h 109728"/>
                <a:gd name="connsiteX3" fmla="*/ 33833 w 82296"/>
                <a:gd name="connsiteY3" fmla="*/ 116129 h 109728"/>
                <a:gd name="connsiteX4" fmla="*/ 51298 w 82296"/>
                <a:gd name="connsiteY4" fmla="*/ 116129 h 109728"/>
                <a:gd name="connsiteX5" fmla="*/ 51298 w 82296"/>
                <a:gd name="connsiteY5" fmla="*/ 17008 h 109728"/>
                <a:gd name="connsiteX6" fmla="*/ 85131 w 82296"/>
                <a:gd name="connsiteY6" fmla="*/ 17008 h 109728"/>
                <a:gd name="connsiteX7" fmla="*/ 85131 w 82296"/>
                <a:gd name="connsiteY7" fmla="*/ 0 h 109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296" h="109728">
                  <a:moveTo>
                    <a:pt x="0" y="0"/>
                  </a:moveTo>
                  <a:lnTo>
                    <a:pt x="0" y="17008"/>
                  </a:lnTo>
                  <a:lnTo>
                    <a:pt x="33833" y="17008"/>
                  </a:lnTo>
                  <a:lnTo>
                    <a:pt x="33833" y="116129"/>
                  </a:lnTo>
                  <a:lnTo>
                    <a:pt x="51298" y="116129"/>
                  </a:lnTo>
                  <a:lnTo>
                    <a:pt x="51298" y="17008"/>
                  </a:lnTo>
                  <a:lnTo>
                    <a:pt x="85131" y="17008"/>
                  </a:lnTo>
                  <a:lnTo>
                    <a:pt x="85131" y="0"/>
                  </a:lnTo>
                  <a:close/>
                </a:path>
              </a:pathLst>
            </a:custGeom>
            <a:solidFill>
              <a:srgbClr val="FFFFFF"/>
            </a:solidFill>
            <a:ln w="91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grpSp>
          <p:nvGrpSpPr>
            <p:cNvPr id="10" name="Graphic 2">
              <a:extLst>
                <a:ext uri="{FF2B5EF4-FFF2-40B4-BE49-F238E27FC236}">
                  <a16:creationId xmlns:a16="http://schemas.microsoft.com/office/drawing/2014/main" id="{69916B0C-9B62-4073-A26B-3F4B3A5DFA66}"/>
                </a:ext>
              </a:extLst>
            </p:cNvPr>
            <p:cNvGrpSpPr/>
            <p:nvPr/>
          </p:nvGrpSpPr>
          <p:grpSpPr>
            <a:xfrm>
              <a:off x="712445" y="6033668"/>
              <a:ext cx="1655064" cy="146304"/>
              <a:chOff x="712445" y="6033668"/>
              <a:chExt cx="1655064" cy="146304"/>
            </a:xfrm>
            <a:solidFill>
              <a:srgbClr val="FFFFFF"/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00E331F-A8EE-4CB1-9BFA-6D0CBE06D2CE}"/>
                  </a:ext>
                </a:extLst>
              </p:cNvPr>
              <p:cNvSpPr/>
              <p:nvPr/>
            </p:nvSpPr>
            <p:spPr>
              <a:xfrm>
                <a:off x="712445" y="6033760"/>
                <a:ext cx="64008" cy="118872"/>
              </a:xfrm>
              <a:custGeom>
                <a:avLst/>
                <a:gdLst>
                  <a:gd name="connsiteX0" fmla="*/ 52944 w 64008"/>
                  <a:gd name="connsiteY0" fmla="*/ 120884 h 118872"/>
                  <a:gd name="connsiteX1" fmla="*/ 52944 w 64008"/>
                  <a:gd name="connsiteY1" fmla="*/ 71598 h 118872"/>
                  <a:gd name="connsiteX2" fmla="*/ 48646 w 64008"/>
                  <a:gd name="connsiteY2" fmla="*/ 53584 h 118872"/>
                  <a:gd name="connsiteX3" fmla="*/ 35022 w 64008"/>
                  <a:gd name="connsiteY3" fmla="*/ 47640 h 118872"/>
                  <a:gd name="connsiteX4" fmla="*/ 27706 w 64008"/>
                  <a:gd name="connsiteY4" fmla="*/ 48920 h 118872"/>
                  <a:gd name="connsiteX5" fmla="*/ 21946 w 64008"/>
                  <a:gd name="connsiteY5" fmla="*/ 53218 h 118872"/>
                  <a:gd name="connsiteX6" fmla="*/ 18288 w 64008"/>
                  <a:gd name="connsiteY6" fmla="*/ 60259 h 118872"/>
                  <a:gd name="connsiteX7" fmla="*/ 17099 w 64008"/>
                  <a:gd name="connsiteY7" fmla="*/ 69860 h 118872"/>
                  <a:gd name="connsiteX8" fmla="*/ 17099 w 64008"/>
                  <a:gd name="connsiteY8" fmla="*/ 120792 h 118872"/>
                  <a:gd name="connsiteX9" fmla="*/ 0 w 64008"/>
                  <a:gd name="connsiteY9" fmla="*/ 120792 h 118872"/>
                  <a:gd name="connsiteX10" fmla="*/ 0 w 64008"/>
                  <a:gd name="connsiteY10" fmla="*/ 8961 h 118872"/>
                  <a:gd name="connsiteX11" fmla="*/ 17099 w 64008"/>
                  <a:gd name="connsiteY11" fmla="*/ 0 h 118872"/>
                  <a:gd name="connsiteX12" fmla="*/ 17099 w 64008"/>
                  <a:gd name="connsiteY12" fmla="*/ 42154 h 118872"/>
                  <a:gd name="connsiteX13" fmla="*/ 21031 w 64008"/>
                  <a:gd name="connsiteY13" fmla="*/ 37948 h 118872"/>
                  <a:gd name="connsiteX14" fmla="*/ 26243 w 64008"/>
                  <a:gd name="connsiteY14" fmla="*/ 34747 h 118872"/>
                  <a:gd name="connsiteX15" fmla="*/ 32278 w 64008"/>
                  <a:gd name="connsiteY15" fmla="*/ 32736 h 118872"/>
                  <a:gd name="connsiteX16" fmla="*/ 38953 w 64008"/>
                  <a:gd name="connsiteY16" fmla="*/ 32004 h 118872"/>
                  <a:gd name="connsiteX17" fmla="*/ 52578 w 64008"/>
                  <a:gd name="connsiteY17" fmla="*/ 34473 h 118872"/>
                  <a:gd name="connsiteX18" fmla="*/ 62271 w 64008"/>
                  <a:gd name="connsiteY18" fmla="*/ 41880 h 118872"/>
                  <a:gd name="connsiteX19" fmla="*/ 68123 w 64008"/>
                  <a:gd name="connsiteY19" fmla="*/ 54315 h 118872"/>
                  <a:gd name="connsiteX20" fmla="*/ 70043 w 64008"/>
                  <a:gd name="connsiteY20" fmla="*/ 70957 h 118872"/>
                  <a:gd name="connsiteX21" fmla="*/ 70043 w 64008"/>
                  <a:gd name="connsiteY21" fmla="*/ 120884 h 118872"/>
                  <a:gd name="connsiteX22" fmla="*/ 52944 w 64008"/>
                  <a:gd name="connsiteY22" fmla="*/ 120884 h 118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4008" h="118872">
                    <a:moveTo>
                      <a:pt x="52944" y="120884"/>
                    </a:moveTo>
                    <a:lnTo>
                      <a:pt x="52944" y="71598"/>
                    </a:lnTo>
                    <a:cubicBezTo>
                      <a:pt x="52944" y="63551"/>
                      <a:pt x="51481" y="57516"/>
                      <a:pt x="48646" y="53584"/>
                    </a:cubicBezTo>
                    <a:cubicBezTo>
                      <a:pt x="45811" y="49652"/>
                      <a:pt x="41239" y="47640"/>
                      <a:pt x="35022" y="47640"/>
                    </a:cubicBezTo>
                    <a:cubicBezTo>
                      <a:pt x="32370" y="47640"/>
                      <a:pt x="29901" y="48097"/>
                      <a:pt x="27706" y="48920"/>
                    </a:cubicBezTo>
                    <a:cubicBezTo>
                      <a:pt x="25420" y="49743"/>
                      <a:pt x="23500" y="51206"/>
                      <a:pt x="21946" y="53218"/>
                    </a:cubicBezTo>
                    <a:cubicBezTo>
                      <a:pt x="20300" y="55230"/>
                      <a:pt x="19111" y="57607"/>
                      <a:pt x="18288" y="60259"/>
                    </a:cubicBezTo>
                    <a:cubicBezTo>
                      <a:pt x="17465" y="63002"/>
                      <a:pt x="17099" y="66111"/>
                      <a:pt x="17099" y="69860"/>
                    </a:cubicBezTo>
                    <a:lnTo>
                      <a:pt x="17099" y="120792"/>
                    </a:lnTo>
                    <a:lnTo>
                      <a:pt x="0" y="120792"/>
                    </a:lnTo>
                    <a:lnTo>
                      <a:pt x="0" y="8961"/>
                    </a:lnTo>
                    <a:lnTo>
                      <a:pt x="17099" y="0"/>
                    </a:lnTo>
                    <a:lnTo>
                      <a:pt x="17099" y="42154"/>
                    </a:lnTo>
                    <a:cubicBezTo>
                      <a:pt x="18197" y="40599"/>
                      <a:pt x="19477" y="39136"/>
                      <a:pt x="21031" y="37948"/>
                    </a:cubicBezTo>
                    <a:cubicBezTo>
                      <a:pt x="22586" y="36667"/>
                      <a:pt x="24323" y="35570"/>
                      <a:pt x="26243" y="34747"/>
                    </a:cubicBezTo>
                    <a:cubicBezTo>
                      <a:pt x="28164" y="33924"/>
                      <a:pt x="30175" y="33193"/>
                      <a:pt x="32278" y="32736"/>
                    </a:cubicBezTo>
                    <a:cubicBezTo>
                      <a:pt x="34473" y="32278"/>
                      <a:pt x="36667" y="32004"/>
                      <a:pt x="38953" y="32004"/>
                    </a:cubicBezTo>
                    <a:cubicBezTo>
                      <a:pt x="44166" y="32004"/>
                      <a:pt x="48738" y="32827"/>
                      <a:pt x="52578" y="34473"/>
                    </a:cubicBezTo>
                    <a:cubicBezTo>
                      <a:pt x="56418" y="36119"/>
                      <a:pt x="59619" y="38588"/>
                      <a:pt x="62271" y="41880"/>
                    </a:cubicBezTo>
                    <a:cubicBezTo>
                      <a:pt x="64922" y="45171"/>
                      <a:pt x="66843" y="49286"/>
                      <a:pt x="68123" y="54315"/>
                    </a:cubicBezTo>
                    <a:cubicBezTo>
                      <a:pt x="69403" y="59345"/>
                      <a:pt x="70043" y="64922"/>
                      <a:pt x="70043" y="70957"/>
                    </a:cubicBezTo>
                    <a:lnTo>
                      <a:pt x="70043" y="120884"/>
                    </a:lnTo>
                    <a:lnTo>
                      <a:pt x="52944" y="120884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113CC86-12C8-4181-BB1C-811C8CA0E999}"/>
                  </a:ext>
                </a:extLst>
              </p:cNvPr>
              <p:cNvSpPr/>
              <p:nvPr/>
            </p:nvSpPr>
            <p:spPr>
              <a:xfrm>
                <a:off x="799587" y="6065581"/>
                <a:ext cx="73152" cy="82296"/>
              </a:xfrm>
              <a:custGeom>
                <a:avLst/>
                <a:gdLst>
                  <a:gd name="connsiteX0" fmla="*/ 57516 w 73152"/>
                  <a:gd name="connsiteY0" fmla="*/ 37490 h 82296"/>
                  <a:gd name="connsiteX1" fmla="*/ 55961 w 73152"/>
                  <a:gd name="connsiteY1" fmla="*/ 29078 h 82296"/>
                  <a:gd name="connsiteX2" fmla="*/ 52212 w 73152"/>
                  <a:gd name="connsiteY2" fmla="*/ 22128 h 82296"/>
                  <a:gd name="connsiteX3" fmla="*/ 45994 w 73152"/>
                  <a:gd name="connsiteY3" fmla="*/ 17374 h 82296"/>
                  <a:gd name="connsiteX4" fmla="*/ 36942 w 73152"/>
                  <a:gd name="connsiteY4" fmla="*/ 15636 h 82296"/>
                  <a:gd name="connsiteX5" fmla="*/ 28986 w 73152"/>
                  <a:gd name="connsiteY5" fmla="*/ 17099 h 82296"/>
                  <a:gd name="connsiteX6" fmla="*/ 23134 w 73152"/>
                  <a:gd name="connsiteY6" fmla="*/ 21397 h 82296"/>
                  <a:gd name="connsiteX7" fmla="*/ 19111 w 73152"/>
                  <a:gd name="connsiteY7" fmla="*/ 28164 h 82296"/>
                  <a:gd name="connsiteX8" fmla="*/ 16916 w 73152"/>
                  <a:gd name="connsiteY8" fmla="*/ 37490 h 82296"/>
                  <a:gd name="connsiteX9" fmla="*/ 57516 w 73152"/>
                  <a:gd name="connsiteY9" fmla="*/ 37490 h 82296"/>
                  <a:gd name="connsiteX10" fmla="*/ 74706 w 73152"/>
                  <a:gd name="connsiteY10" fmla="*/ 43800 h 82296"/>
                  <a:gd name="connsiteX11" fmla="*/ 74524 w 73152"/>
                  <a:gd name="connsiteY11" fmla="*/ 48189 h 82296"/>
                  <a:gd name="connsiteX12" fmla="*/ 74249 w 73152"/>
                  <a:gd name="connsiteY12" fmla="*/ 51572 h 82296"/>
                  <a:gd name="connsiteX13" fmla="*/ 16642 w 73152"/>
                  <a:gd name="connsiteY13" fmla="*/ 51572 h 82296"/>
                  <a:gd name="connsiteX14" fmla="*/ 19385 w 73152"/>
                  <a:gd name="connsiteY14" fmla="*/ 62362 h 82296"/>
                  <a:gd name="connsiteX15" fmla="*/ 24323 w 73152"/>
                  <a:gd name="connsiteY15" fmla="*/ 69769 h 82296"/>
                  <a:gd name="connsiteX16" fmla="*/ 30907 w 73152"/>
                  <a:gd name="connsiteY16" fmla="*/ 74066 h 82296"/>
                  <a:gd name="connsiteX17" fmla="*/ 38588 w 73152"/>
                  <a:gd name="connsiteY17" fmla="*/ 75438 h 82296"/>
                  <a:gd name="connsiteX18" fmla="*/ 43891 w 73152"/>
                  <a:gd name="connsiteY18" fmla="*/ 74981 h 82296"/>
                  <a:gd name="connsiteX19" fmla="*/ 48738 w 73152"/>
                  <a:gd name="connsiteY19" fmla="*/ 73518 h 82296"/>
                  <a:gd name="connsiteX20" fmla="*/ 52852 w 73152"/>
                  <a:gd name="connsiteY20" fmla="*/ 71506 h 82296"/>
                  <a:gd name="connsiteX21" fmla="*/ 57516 w 73152"/>
                  <a:gd name="connsiteY21" fmla="*/ 68489 h 82296"/>
                  <a:gd name="connsiteX22" fmla="*/ 67666 w 73152"/>
                  <a:gd name="connsiteY22" fmla="*/ 79370 h 82296"/>
                  <a:gd name="connsiteX23" fmla="*/ 61448 w 73152"/>
                  <a:gd name="connsiteY23" fmla="*/ 84308 h 82296"/>
                  <a:gd name="connsiteX24" fmla="*/ 55047 w 73152"/>
                  <a:gd name="connsiteY24" fmla="*/ 87691 h 82296"/>
                  <a:gd name="connsiteX25" fmla="*/ 47274 w 73152"/>
                  <a:gd name="connsiteY25" fmla="*/ 89977 h 82296"/>
                  <a:gd name="connsiteX26" fmla="*/ 37673 w 73152"/>
                  <a:gd name="connsiteY26" fmla="*/ 90800 h 82296"/>
                  <a:gd name="connsiteX27" fmla="*/ 27066 w 73152"/>
                  <a:gd name="connsiteY27" fmla="*/ 89245 h 82296"/>
                  <a:gd name="connsiteX28" fmla="*/ 18288 w 73152"/>
                  <a:gd name="connsiteY28" fmla="*/ 85131 h 82296"/>
                  <a:gd name="connsiteX29" fmla="*/ 11430 w 73152"/>
                  <a:gd name="connsiteY29" fmla="*/ 79278 h 82296"/>
                  <a:gd name="connsiteX30" fmla="*/ 5669 w 73152"/>
                  <a:gd name="connsiteY30" fmla="*/ 70866 h 82296"/>
                  <a:gd name="connsiteX31" fmla="*/ 1463 w 73152"/>
                  <a:gd name="connsiteY31" fmla="*/ 59345 h 82296"/>
                  <a:gd name="connsiteX32" fmla="*/ 0 w 73152"/>
                  <a:gd name="connsiteY32" fmla="*/ 45446 h 82296"/>
                  <a:gd name="connsiteX33" fmla="*/ 2835 w 73152"/>
                  <a:gd name="connsiteY33" fmla="*/ 25878 h 82296"/>
                  <a:gd name="connsiteX34" fmla="*/ 10698 w 73152"/>
                  <a:gd name="connsiteY34" fmla="*/ 11613 h 82296"/>
                  <a:gd name="connsiteX35" fmla="*/ 22769 w 73152"/>
                  <a:gd name="connsiteY35" fmla="*/ 2926 h 82296"/>
                  <a:gd name="connsiteX36" fmla="*/ 38222 w 73152"/>
                  <a:gd name="connsiteY36" fmla="*/ 0 h 82296"/>
                  <a:gd name="connsiteX37" fmla="*/ 54407 w 73152"/>
                  <a:gd name="connsiteY37" fmla="*/ 3566 h 82296"/>
                  <a:gd name="connsiteX38" fmla="*/ 65837 w 73152"/>
                  <a:gd name="connsiteY38" fmla="*/ 13076 h 82296"/>
                  <a:gd name="connsiteX39" fmla="*/ 72603 w 73152"/>
                  <a:gd name="connsiteY39" fmla="*/ 26975 h 82296"/>
                  <a:gd name="connsiteX40" fmla="*/ 74706 w 73152"/>
                  <a:gd name="connsiteY40" fmla="*/ 43800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3152" h="82296">
                    <a:moveTo>
                      <a:pt x="57516" y="37490"/>
                    </a:moveTo>
                    <a:cubicBezTo>
                      <a:pt x="57333" y="34564"/>
                      <a:pt x="56784" y="31730"/>
                      <a:pt x="55961" y="29078"/>
                    </a:cubicBezTo>
                    <a:cubicBezTo>
                      <a:pt x="55138" y="26426"/>
                      <a:pt x="53858" y="24140"/>
                      <a:pt x="52212" y="22128"/>
                    </a:cubicBezTo>
                    <a:cubicBezTo>
                      <a:pt x="50566" y="20117"/>
                      <a:pt x="48463" y="18562"/>
                      <a:pt x="45994" y="17374"/>
                    </a:cubicBezTo>
                    <a:cubicBezTo>
                      <a:pt x="43434" y="16185"/>
                      <a:pt x="40508" y="15636"/>
                      <a:pt x="36942" y="15636"/>
                    </a:cubicBezTo>
                    <a:cubicBezTo>
                      <a:pt x="33924" y="15636"/>
                      <a:pt x="31272" y="16093"/>
                      <a:pt x="28986" y="17099"/>
                    </a:cubicBezTo>
                    <a:cubicBezTo>
                      <a:pt x="26700" y="18105"/>
                      <a:pt x="24780" y="19477"/>
                      <a:pt x="23134" y="21397"/>
                    </a:cubicBezTo>
                    <a:cubicBezTo>
                      <a:pt x="21488" y="23226"/>
                      <a:pt x="20208" y="25512"/>
                      <a:pt x="19111" y="28164"/>
                    </a:cubicBezTo>
                    <a:cubicBezTo>
                      <a:pt x="18014" y="30815"/>
                      <a:pt x="17374" y="33924"/>
                      <a:pt x="16916" y="37490"/>
                    </a:cubicBezTo>
                    <a:lnTo>
                      <a:pt x="57516" y="37490"/>
                    </a:lnTo>
                    <a:close/>
                    <a:moveTo>
                      <a:pt x="74706" y="43800"/>
                    </a:moveTo>
                    <a:cubicBezTo>
                      <a:pt x="74706" y="45354"/>
                      <a:pt x="74615" y="46817"/>
                      <a:pt x="74524" y="48189"/>
                    </a:cubicBezTo>
                    <a:cubicBezTo>
                      <a:pt x="74432" y="49560"/>
                      <a:pt x="74341" y="50658"/>
                      <a:pt x="74249" y="51572"/>
                    </a:cubicBezTo>
                    <a:lnTo>
                      <a:pt x="16642" y="51572"/>
                    </a:lnTo>
                    <a:cubicBezTo>
                      <a:pt x="17099" y="55778"/>
                      <a:pt x="18105" y="59345"/>
                      <a:pt x="19385" y="62362"/>
                    </a:cubicBezTo>
                    <a:cubicBezTo>
                      <a:pt x="20757" y="65380"/>
                      <a:pt x="22403" y="67848"/>
                      <a:pt x="24323" y="69769"/>
                    </a:cubicBezTo>
                    <a:cubicBezTo>
                      <a:pt x="26243" y="71689"/>
                      <a:pt x="28438" y="73152"/>
                      <a:pt x="30907" y="74066"/>
                    </a:cubicBezTo>
                    <a:cubicBezTo>
                      <a:pt x="33376" y="74981"/>
                      <a:pt x="35936" y="75438"/>
                      <a:pt x="38588" y="75438"/>
                    </a:cubicBezTo>
                    <a:cubicBezTo>
                      <a:pt x="40508" y="75438"/>
                      <a:pt x="42245" y="75255"/>
                      <a:pt x="43891" y="74981"/>
                    </a:cubicBezTo>
                    <a:cubicBezTo>
                      <a:pt x="45537" y="74615"/>
                      <a:pt x="47183" y="74158"/>
                      <a:pt x="48738" y="73518"/>
                    </a:cubicBezTo>
                    <a:cubicBezTo>
                      <a:pt x="50292" y="72878"/>
                      <a:pt x="51664" y="72238"/>
                      <a:pt x="52852" y="71506"/>
                    </a:cubicBezTo>
                    <a:cubicBezTo>
                      <a:pt x="54041" y="70866"/>
                      <a:pt x="55596" y="69769"/>
                      <a:pt x="57516" y="68489"/>
                    </a:cubicBezTo>
                    <a:lnTo>
                      <a:pt x="67666" y="79370"/>
                    </a:lnTo>
                    <a:cubicBezTo>
                      <a:pt x="65471" y="81382"/>
                      <a:pt x="63459" y="83119"/>
                      <a:pt x="61448" y="84308"/>
                    </a:cubicBezTo>
                    <a:cubicBezTo>
                      <a:pt x="59436" y="85588"/>
                      <a:pt x="57333" y="86685"/>
                      <a:pt x="55047" y="87691"/>
                    </a:cubicBezTo>
                    <a:cubicBezTo>
                      <a:pt x="52761" y="88697"/>
                      <a:pt x="50109" y="89428"/>
                      <a:pt x="47274" y="89977"/>
                    </a:cubicBezTo>
                    <a:cubicBezTo>
                      <a:pt x="44348" y="90526"/>
                      <a:pt x="41148" y="90800"/>
                      <a:pt x="37673" y="90800"/>
                    </a:cubicBezTo>
                    <a:cubicBezTo>
                      <a:pt x="33924" y="90800"/>
                      <a:pt x="30358" y="90251"/>
                      <a:pt x="27066" y="89245"/>
                    </a:cubicBezTo>
                    <a:cubicBezTo>
                      <a:pt x="23774" y="88148"/>
                      <a:pt x="20848" y="86777"/>
                      <a:pt x="18288" y="85131"/>
                    </a:cubicBezTo>
                    <a:cubicBezTo>
                      <a:pt x="15728" y="83393"/>
                      <a:pt x="13442" y="81473"/>
                      <a:pt x="11430" y="79278"/>
                    </a:cubicBezTo>
                    <a:cubicBezTo>
                      <a:pt x="9418" y="77084"/>
                      <a:pt x="7498" y="74249"/>
                      <a:pt x="5669" y="70866"/>
                    </a:cubicBezTo>
                    <a:cubicBezTo>
                      <a:pt x="3840" y="67391"/>
                      <a:pt x="2469" y="63642"/>
                      <a:pt x="1463" y="59345"/>
                    </a:cubicBezTo>
                    <a:cubicBezTo>
                      <a:pt x="457" y="55138"/>
                      <a:pt x="0" y="50475"/>
                      <a:pt x="0" y="45446"/>
                    </a:cubicBezTo>
                    <a:cubicBezTo>
                      <a:pt x="0" y="38130"/>
                      <a:pt x="914" y="31547"/>
                      <a:pt x="2835" y="25878"/>
                    </a:cubicBezTo>
                    <a:cubicBezTo>
                      <a:pt x="4663" y="20208"/>
                      <a:pt x="7315" y="15453"/>
                      <a:pt x="10698" y="11613"/>
                    </a:cubicBezTo>
                    <a:cubicBezTo>
                      <a:pt x="14082" y="7772"/>
                      <a:pt x="18105" y="4846"/>
                      <a:pt x="22769" y="2926"/>
                    </a:cubicBezTo>
                    <a:cubicBezTo>
                      <a:pt x="27432" y="914"/>
                      <a:pt x="32644" y="0"/>
                      <a:pt x="38222" y="0"/>
                    </a:cubicBezTo>
                    <a:cubicBezTo>
                      <a:pt x="44440" y="0"/>
                      <a:pt x="49835" y="1189"/>
                      <a:pt x="54407" y="3566"/>
                    </a:cubicBezTo>
                    <a:cubicBezTo>
                      <a:pt x="58979" y="5944"/>
                      <a:pt x="62819" y="9053"/>
                      <a:pt x="65837" y="13076"/>
                    </a:cubicBezTo>
                    <a:cubicBezTo>
                      <a:pt x="68854" y="17008"/>
                      <a:pt x="71140" y="21671"/>
                      <a:pt x="72603" y="26975"/>
                    </a:cubicBezTo>
                    <a:cubicBezTo>
                      <a:pt x="73975" y="32278"/>
                      <a:pt x="74706" y="37856"/>
                      <a:pt x="74706" y="43800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29216EF-AF30-4B33-A782-CD23AD374B2C}"/>
                  </a:ext>
                </a:extLst>
              </p:cNvPr>
              <p:cNvSpPr/>
              <p:nvPr/>
            </p:nvSpPr>
            <p:spPr>
              <a:xfrm>
                <a:off x="933729" y="6033668"/>
                <a:ext cx="73152" cy="118872"/>
              </a:xfrm>
              <a:custGeom>
                <a:avLst/>
                <a:gdLst>
                  <a:gd name="connsiteX0" fmla="*/ 56053 w 73152"/>
                  <a:gd name="connsiteY0" fmla="*/ 79370 h 118872"/>
                  <a:gd name="connsiteX1" fmla="*/ 51024 w 73152"/>
                  <a:gd name="connsiteY1" fmla="*/ 55413 h 118872"/>
                  <a:gd name="connsiteX2" fmla="*/ 36485 w 73152"/>
                  <a:gd name="connsiteY2" fmla="*/ 47823 h 118872"/>
                  <a:gd name="connsiteX3" fmla="*/ 30632 w 73152"/>
                  <a:gd name="connsiteY3" fmla="*/ 48738 h 118872"/>
                  <a:gd name="connsiteX4" fmla="*/ 25329 w 73152"/>
                  <a:gd name="connsiteY4" fmla="*/ 51206 h 118872"/>
                  <a:gd name="connsiteX5" fmla="*/ 20665 w 73152"/>
                  <a:gd name="connsiteY5" fmla="*/ 54773 h 118872"/>
                  <a:gd name="connsiteX6" fmla="*/ 16825 w 73152"/>
                  <a:gd name="connsiteY6" fmla="*/ 58887 h 118872"/>
                  <a:gd name="connsiteX7" fmla="*/ 16825 w 73152"/>
                  <a:gd name="connsiteY7" fmla="*/ 95555 h 118872"/>
                  <a:gd name="connsiteX8" fmla="*/ 20391 w 73152"/>
                  <a:gd name="connsiteY8" fmla="*/ 99487 h 118872"/>
                  <a:gd name="connsiteX9" fmla="*/ 25237 w 73152"/>
                  <a:gd name="connsiteY9" fmla="*/ 103144 h 118872"/>
                  <a:gd name="connsiteX10" fmla="*/ 30907 w 73152"/>
                  <a:gd name="connsiteY10" fmla="*/ 105888 h 118872"/>
                  <a:gd name="connsiteX11" fmla="*/ 37216 w 73152"/>
                  <a:gd name="connsiteY11" fmla="*/ 106893 h 118872"/>
                  <a:gd name="connsiteX12" fmla="*/ 51389 w 73152"/>
                  <a:gd name="connsiteY12" fmla="*/ 99944 h 118872"/>
                  <a:gd name="connsiteX13" fmla="*/ 56053 w 73152"/>
                  <a:gd name="connsiteY13" fmla="*/ 79370 h 118872"/>
                  <a:gd name="connsiteX14" fmla="*/ 73152 w 73152"/>
                  <a:gd name="connsiteY14" fmla="*/ 78821 h 118872"/>
                  <a:gd name="connsiteX15" fmla="*/ 70317 w 73152"/>
                  <a:gd name="connsiteY15" fmla="*/ 98298 h 118872"/>
                  <a:gd name="connsiteX16" fmla="*/ 62728 w 73152"/>
                  <a:gd name="connsiteY16" fmla="*/ 112014 h 118872"/>
                  <a:gd name="connsiteX17" fmla="*/ 51755 w 73152"/>
                  <a:gd name="connsiteY17" fmla="*/ 120152 h 118872"/>
                  <a:gd name="connsiteX18" fmla="*/ 38771 w 73152"/>
                  <a:gd name="connsiteY18" fmla="*/ 122804 h 118872"/>
                  <a:gd name="connsiteX19" fmla="*/ 26518 w 73152"/>
                  <a:gd name="connsiteY19" fmla="*/ 119878 h 118872"/>
                  <a:gd name="connsiteX20" fmla="*/ 16825 w 73152"/>
                  <a:gd name="connsiteY20" fmla="*/ 112837 h 118872"/>
                  <a:gd name="connsiteX21" fmla="*/ 16825 w 73152"/>
                  <a:gd name="connsiteY21" fmla="*/ 120975 h 118872"/>
                  <a:gd name="connsiteX22" fmla="*/ 0 w 73152"/>
                  <a:gd name="connsiteY22" fmla="*/ 120975 h 118872"/>
                  <a:gd name="connsiteX23" fmla="*/ 0 w 73152"/>
                  <a:gd name="connsiteY23" fmla="*/ 8870 h 118872"/>
                  <a:gd name="connsiteX24" fmla="*/ 16916 w 73152"/>
                  <a:gd name="connsiteY24" fmla="*/ 0 h 118872"/>
                  <a:gd name="connsiteX25" fmla="*/ 16916 w 73152"/>
                  <a:gd name="connsiteY25" fmla="*/ 42154 h 118872"/>
                  <a:gd name="connsiteX26" fmla="*/ 21763 w 73152"/>
                  <a:gd name="connsiteY26" fmla="*/ 38222 h 118872"/>
                  <a:gd name="connsiteX27" fmla="*/ 26335 w 73152"/>
                  <a:gd name="connsiteY27" fmla="*/ 35296 h 118872"/>
                  <a:gd name="connsiteX28" fmla="*/ 32004 w 73152"/>
                  <a:gd name="connsiteY28" fmla="*/ 33010 h 118872"/>
                  <a:gd name="connsiteX29" fmla="*/ 39502 w 73152"/>
                  <a:gd name="connsiteY29" fmla="*/ 32095 h 118872"/>
                  <a:gd name="connsiteX30" fmla="*/ 52669 w 73152"/>
                  <a:gd name="connsiteY30" fmla="*/ 34747 h 118872"/>
                  <a:gd name="connsiteX31" fmla="*/ 63368 w 73152"/>
                  <a:gd name="connsiteY31" fmla="*/ 43068 h 118872"/>
                  <a:gd name="connsiteX32" fmla="*/ 70500 w 73152"/>
                  <a:gd name="connsiteY32" fmla="*/ 57607 h 118872"/>
                  <a:gd name="connsiteX33" fmla="*/ 73152 w 73152"/>
                  <a:gd name="connsiteY33" fmla="*/ 78821 h 118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3152" h="118872">
                    <a:moveTo>
                      <a:pt x="56053" y="79370"/>
                    </a:moveTo>
                    <a:cubicBezTo>
                      <a:pt x="56053" y="68489"/>
                      <a:pt x="54407" y="60442"/>
                      <a:pt x="51024" y="55413"/>
                    </a:cubicBezTo>
                    <a:cubicBezTo>
                      <a:pt x="47640" y="50383"/>
                      <a:pt x="42794" y="47823"/>
                      <a:pt x="36485" y="47823"/>
                    </a:cubicBezTo>
                    <a:cubicBezTo>
                      <a:pt x="34473" y="47823"/>
                      <a:pt x="32461" y="48097"/>
                      <a:pt x="30632" y="48738"/>
                    </a:cubicBezTo>
                    <a:cubicBezTo>
                      <a:pt x="28804" y="49378"/>
                      <a:pt x="26975" y="50201"/>
                      <a:pt x="25329" y="51206"/>
                    </a:cubicBezTo>
                    <a:cubicBezTo>
                      <a:pt x="23592" y="52212"/>
                      <a:pt x="22037" y="53401"/>
                      <a:pt x="20665" y="54773"/>
                    </a:cubicBezTo>
                    <a:cubicBezTo>
                      <a:pt x="19202" y="56144"/>
                      <a:pt x="17922" y="57516"/>
                      <a:pt x="16825" y="58887"/>
                    </a:cubicBezTo>
                    <a:lnTo>
                      <a:pt x="16825" y="95555"/>
                    </a:lnTo>
                    <a:cubicBezTo>
                      <a:pt x="17831" y="96835"/>
                      <a:pt x="19020" y="98207"/>
                      <a:pt x="20391" y="99487"/>
                    </a:cubicBezTo>
                    <a:cubicBezTo>
                      <a:pt x="21854" y="100858"/>
                      <a:pt x="23409" y="102047"/>
                      <a:pt x="25237" y="103144"/>
                    </a:cubicBezTo>
                    <a:cubicBezTo>
                      <a:pt x="26975" y="104242"/>
                      <a:pt x="28895" y="105156"/>
                      <a:pt x="30907" y="105888"/>
                    </a:cubicBezTo>
                    <a:cubicBezTo>
                      <a:pt x="32918" y="106619"/>
                      <a:pt x="35022" y="106893"/>
                      <a:pt x="37216" y="106893"/>
                    </a:cubicBezTo>
                    <a:cubicBezTo>
                      <a:pt x="43434" y="106893"/>
                      <a:pt x="48097" y="104607"/>
                      <a:pt x="51389" y="99944"/>
                    </a:cubicBezTo>
                    <a:cubicBezTo>
                      <a:pt x="54498" y="95463"/>
                      <a:pt x="56053" y="88514"/>
                      <a:pt x="56053" y="79370"/>
                    </a:cubicBezTo>
                    <a:moveTo>
                      <a:pt x="73152" y="78821"/>
                    </a:moveTo>
                    <a:cubicBezTo>
                      <a:pt x="73152" y="86228"/>
                      <a:pt x="72238" y="92720"/>
                      <a:pt x="70317" y="98298"/>
                    </a:cubicBezTo>
                    <a:cubicBezTo>
                      <a:pt x="68397" y="103784"/>
                      <a:pt x="65928" y="108356"/>
                      <a:pt x="62728" y="112014"/>
                    </a:cubicBezTo>
                    <a:cubicBezTo>
                      <a:pt x="59527" y="115672"/>
                      <a:pt x="55961" y="118323"/>
                      <a:pt x="51755" y="120152"/>
                    </a:cubicBezTo>
                    <a:cubicBezTo>
                      <a:pt x="47640" y="121890"/>
                      <a:pt x="43343" y="122804"/>
                      <a:pt x="38771" y="122804"/>
                    </a:cubicBezTo>
                    <a:cubicBezTo>
                      <a:pt x="34564" y="122804"/>
                      <a:pt x="30450" y="121798"/>
                      <a:pt x="26518" y="119878"/>
                    </a:cubicBezTo>
                    <a:cubicBezTo>
                      <a:pt x="22586" y="117958"/>
                      <a:pt x="19385" y="115580"/>
                      <a:pt x="16825" y="112837"/>
                    </a:cubicBezTo>
                    <a:lnTo>
                      <a:pt x="16825" y="120975"/>
                    </a:lnTo>
                    <a:lnTo>
                      <a:pt x="0" y="120975"/>
                    </a:lnTo>
                    <a:lnTo>
                      <a:pt x="0" y="8870"/>
                    </a:lnTo>
                    <a:lnTo>
                      <a:pt x="16916" y="0"/>
                    </a:lnTo>
                    <a:lnTo>
                      <a:pt x="16916" y="42154"/>
                    </a:lnTo>
                    <a:cubicBezTo>
                      <a:pt x="18654" y="40508"/>
                      <a:pt x="20300" y="39228"/>
                      <a:pt x="21763" y="38222"/>
                    </a:cubicBezTo>
                    <a:cubicBezTo>
                      <a:pt x="23226" y="37216"/>
                      <a:pt x="24780" y="36210"/>
                      <a:pt x="26335" y="35296"/>
                    </a:cubicBezTo>
                    <a:cubicBezTo>
                      <a:pt x="27981" y="34381"/>
                      <a:pt x="29809" y="33650"/>
                      <a:pt x="32004" y="33010"/>
                    </a:cubicBezTo>
                    <a:cubicBezTo>
                      <a:pt x="34199" y="32370"/>
                      <a:pt x="36667" y="32095"/>
                      <a:pt x="39502" y="32095"/>
                    </a:cubicBezTo>
                    <a:cubicBezTo>
                      <a:pt x="44166" y="32095"/>
                      <a:pt x="48555" y="33010"/>
                      <a:pt x="52669" y="34747"/>
                    </a:cubicBezTo>
                    <a:cubicBezTo>
                      <a:pt x="56693" y="36485"/>
                      <a:pt x="60259" y="39228"/>
                      <a:pt x="63368" y="43068"/>
                    </a:cubicBezTo>
                    <a:cubicBezTo>
                      <a:pt x="66385" y="46817"/>
                      <a:pt x="68763" y="51664"/>
                      <a:pt x="70500" y="57607"/>
                    </a:cubicBezTo>
                    <a:cubicBezTo>
                      <a:pt x="72329" y="63368"/>
                      <a:pt x="73152" y="70500"/>
                      <a:pt x="73152" y="78821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8263E36-EE00-4B6C-A77F-BA6197368E3F}"/>
                  </a:ext>
                </a:extLst>
              </p:cNvPr>
              <p:cNvSpPr/>
              <p:nvPr/>
            </p:nvSpPr>
            <p:spPr>
              <a:xfrm>
                <a:off x="1020872" y="6065581"/>
                <a:ext cx="73152" cy="82296"/>
              </a:xfrm>
              <a:custGeom>
                <a:avLst/>
                <a:gdLst>
                  <a:gd name="connsiteX0" fmla="*/ 57516 w 73152"/>
                  <a:gd name="connsiteY0" fmla="*/ 37490 h 82296"/>
                  <a:gd name="connsiteX1" fmla="*/ 55961 w 73152"/>
                  <a:gd name="connsiteY1" fmla="*/ 29078 h 82296"/>
                  <a:gd name="connsiteX2" fmla="*/ 52212 w 73152"/>
                  <a:gd name="connsiteY2" fmla="*/ 22128 h 82296"/>
                  <a:gd name="connsiteX3" fmla="*/ 45994 w 73152"/>
                  <a:gd name="connsiteY3" fmla="*/ 17374 h 82296"/>
                  <a:gd name="connsiteX4" fmla="*/ 36942 w 73152"/>
                  <a:gd name="connsiteY4" fmla="*/ 15636 h 82296"/>
                  <a:gd name="connsiteX5" fmla="*/ 28986 w 73152"/>
                  <a:gd name="connsiteY5" fmla="*/ 17099 h 82296"/>
                  <a:gd name="connsiteX6" fmla="*/ 23134 w 73152"/>
                  <a:gd name="connsiteY6" fmla="*/ 21397 h 82296"/>
                  <a:gd name="connsiteX7" fmla="*/ 19111 w 73152"/>
                  <a:gd name="connsiteY7" fmla="*/ 28164 h 82296"/>
                  <a:gd name="connsiteX8" fmla="*/ 16916 w 73152"/>
                  <a:gd name="connsiteY8" fmla="*/ 37490 h 82296"/>
                  <a:gd name="connsiteX9" fmla="*/ 57516 w 73152"/>
                  <a:gd name="connsiteY9" fmla="*/ 37490 h 82296"/>
                  <a:gd name="connsiteX10" fmla="*/ 74706 w 73152"/>
                  <a:gd name="connsiteY10" fmla="*/ 43800 h 82296"/>
                  <a:gd name="connsiteX11" fmla="*/ 74524 w 73152"/>
                  <a:gd name="connsiteY11" fmla="*/ 48189 h 82296"/>
                  <a:gd name="connsiteX12" fmla="*/ 74249 w 73152"/>
                  <a:gd name="connsiteY12" fmla="*/ 51572 h 82296"/>
                  <a:gd name="connsiteX13" fmla="*/ 16642 w 73152"/>
                  <a:gd name="connsiteY13" fmla="*/ 51572 h 82296"/>
                  <a:gd name="connsiteX14" fmla="*/ 19385 w 73152"/>
                  <a:gd name="connsiteY14" fmla="*/ 62362 h 82296"/>
                  <a:gd name="connsiteX15" fmla="*/ 24323 w 73152"/>
                  <a:gd name="connsiteY15" fmla="*/ 69769 h 82296"/>
                  <a:gd name="connsiteX16" fmla="*/ 30907 w 73152"/>
                  <a:gd name="connsiteY16" fmla="*/ 74066 h 82296"/>
                  <a:gd name="connsiteX17" fmla="*/ 38588 w 73152"/>
                  <a:gd name="connsiteY17" fmla="*/ 75438 h 82296"/>
                  <a:gd name="connsiteX18" fmla="*/ 43891 w 73152"/>
                  <a:gd name="connsiteY18" fmla="*/ 74981 h 82296"/>
                  <a:gd name="connsiteX19" fmla="*/ 48738 w 73152"/>
                  <a:gd name="connsiteY19" fmla="*/ 73518 h 82296"/>
                  <a:gd name="connsiteX20" fmla="*/ 52852 w 73152"/>
                  <a:gd name="connsiteY20" fmla="*/ 71506 h 82296"/>
                  <a:gd name="connsiteX21" fmla="*/ 57516 w 73152"/>
                  <a:gd name="connsiteY21" fmla="*/ 68489 h 82296"/>
                  <a:gd name="connsiteX22" fmla="*/ 67666 w 73152"/>
                  <a:gd name="connsiteY22" fmla="*/ 79370 h 82296"/>
                  <a:gd name="connsiteX23" fmla="*/ 61448 w 73152"/>
                  <a:gd name="connsiteY23" fmla="*/ 84308 h 82296"/>
                  <a:gd name="connsiteX24" fmla="*/ 55047 w 73152"/>
                  <a:gd name="connsiteY24" fmla="*/ 87691 h 82296"/>
                  <a:gd name="connsiteX25" fmla="*/ 47274 w 73152"/>
                  <a:gd name="connsiteY25" fmla="*/ 89977 h 82296"/>
                  <a:gd name="connsiteX26" fmla="*/ 37673 w 73152"/>
                  <a:gd name="connsiteY26" fmla="*/ 90800 h 82296"/>
                  <a:gd name="connsiteX27" fmla="*/ 27066 w 73152"/>
                  <a:gd name="connsiteY27" fmla="*/ 89245 h 82296"/>
                  <a:gd name="connsiteX28" fmla="*/ 18288 w 73152"/>
                  <a:gd name="connsiteY28" fmla="*/ 85131 h 82296"/>
                  <a:gd name="connsiteX29" fmla="*/ 11430 w 73152"/>
                  <a:gd name="connsiteY29" fmla="*/ 79278 h 82296"/>
                  <a:gd name="connsiteX30" fmla="*/ 5669 w 73152"/>
                  <a:gd name="connsiteY30" fmla="*/ 70866 h 82296"/>
                  <a:gd name="connsiteX31" fmla="*/ 1463 w 73152"/>
                  <a:gd name="connsiteY31" fmla="*/ 59345 h 82296"/>
                  <a:gd name="connsiteX32" fmla="*/ 0 w 73152"/>
                  <a:gd name="connsiteY32" fmla="*/ 45446 h 82296"/>
                  <a:gd name="connsiteX33" fmla="*/ 2835 w 73152"/>
                  <a:gd name="connsiteY33" fmla="*/ 25878 h 82296"/>
                  <a:gd name="connsiteX34" fmla="*/ 10607 w 73152"/>
                  <a:gd name="connsiteY34" fmla="*/ 11613 h 82296"/>
                  <a:gd name="connsiteX35" fmla="*/ 22677 w 73152"/>
                  <a:gd name="connsiteY35" fmla="*/ 2926 h 82296"/>
                  <a:gd name="connsiteX36" fmla="*/ 38130 w 73152"/>
                  <a:gd name="connsiteY36" fmla="*/ 0 h 82296"/>
                  <a:gd name="connsiteX37" fmla="*/ 54315 w 73152"/>
                  <a:gd name="connsiteY37" fmla="*/ 3566 h 82296"/>
                  <a:gd name="connsiteX38" fmla="*/ 65745 w 73152"/>
                  <a:gd name="connsiteY38" fmla="*/ 13076 h 82296"/>
                  <a:gd name="connsiteX39" fmla="*/ 72512 w 73152"/>
                  <a:gd name="connsiteY39" fmla="*/ 26975 h 82296"/>
                  <a:gd name="connsiteX40" fmla="*/ 74706 w 73152"/>
                  <a:gd name="connsiteY40" fmla="*/ 43800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3152" h="82296">
                    <a:moveTo>
                      <a:pt x="57516" y="37490"/>
                    </a:moveTo>
                    <a:cubicBezTo>
                      <a:pt x="57241" y="34564"/>
                      <a:pt x="56784" y="31730"/>
                      <a:pt x="55961" y="29078"/>
                    </a:cubicBezTo>
                    <a:cubicBezTo>
                      <a:pt x="55138" y="26426"/>
                      <a:pt x="53858" y="24140"/>
                      <a:pt x="52212" y="22128"/>
                    </a:cubicBezTo>
                    <a:cubicBezTo>
                      <a:pt x="50566" y="20117"/>
                      <a:pt x="48463" y="18562"/>
                      <a:pt x="45994" y="17374"/>
                    </a:cubicBezTo>
                    <a:cubicBezTo>
                      <a:pt x="43434" y="16185"/>
                      <a:pt x="40508" y="15636"/>
                      <a:pt x="36942" y="15636"/>
                    </a:cubicBezTo>
                    <a:cubicBezTo>
                      <a:pt x="33924" y="15636"/>
                      <a:pt x="31272" y="16093"/>
                      <a:pt x="28986" y="17099"/>
                    </a:cubicBezTo>
                    <a:cubicBezTo>
                      <a:pt x="26700" y="18105"/>
                      <a:pt x="24780" y="19477"/>
                      <a:pt x="23134" y="21397"/>
                    </a:cubicBezTo>
                    <a:cubicBezTo>
                      <a:pt x="21488" y="23226"/>
                      <a:pt x="20208" y="25512"/>
                      <a:pt x="19111" y="28164"/>
                    </a:cubicBezTo>
                    <a:cubicBezTo>
                      <a:pt x="18014" y="30815"/>
                      <a:pt x="17374" y="33924"/>
                      <a:pt x="16916" y="37490"/>
                    </a:cubicBezTo>
                    <a:lnTo>
                      <a:pt x="57516" y="37490"/>
                    </a:lnTo>
                    <a:close/>
                    <a:moveTo>
                      <a:pt x="74706" y="43800"/>
                    </a:moveTo>
                    <a:cubicBezTo>
                      <a:pt x="74706" y="45354"/>
                      <a:pt x="74615" y="46817"/>
                      <a:pt x="74524" y="48189"/>
                    </a:cubicBezTo>
                    <a:cubicBezTo>
                      <a:pt x="74432" y="49560"/>
                      <a:pt x="74341" y="50658"/>
                      <a:pt x="74249" y="51572"/>
                    </a:cubicBezTo>
                    <a:lnTo>
                      <a:pt x="16642" y="51572"/>
                    </a:lnTo>
                    <a:cubicBezTo>
                      <a:pt x="17099" y="55778"/>
                      <a:pt x="18014" y="59345"/>
                      <a:pt x="19385" y="62362"/>
                    </a:cubicBezTo>
                    <a:cubicBezTo>
                      <a:pt x="20757" y="65380"/>
                      <a:pt x="22403" y="67848"/>
                      <a:pt x="24323" y="69769"/>
                    </a:cubicBezTo>
                    <a:cubicBezTo>
                      <a:pt x="26243" y="71689"/>
                      <a:pt x="28438" y="73152"/>
                      <a:pt x="30907" y="74066"/>
                    </a:cubicBezTo>
                    <a:cubicBezTo>
                      <a:pt x="33376" y="74981"/>
                      <a:pt x="35936" y="75438"/>
                      <a:pt x="38588" y="75438"/>
                    </a:cubicBezTo>
                    <a:cubicBezTo>
                      <a:pt x="40508" y="75438"/>
                      <a:pt x="42245" y="75255"/>
                      <a:pt x="43891" y="74981"/>
                    </a:cubicBezTo>
                    <a:cubicBezTo>
                      <a:pt x="45537" y="74615"/>
                      <a:pt x="47183" y="74158"/>
                      <a:pt x="48738" y="73518"/>
                    </a:cubicBezTo>
                    <a:cubicBezTo>
                      <a:pt x="50292" y="72878"/>
                      <a:pt x="51664" y="72238"/>
                      <a:pt x="52852" y="71506"/>
                    </a:cubicBezTo>
                    <a:cubicBezTo>
                      <a:pt x="54041" y="70866"/>
                      <a:pt x="55596" y="69769"/>
                      <a:pt x="57516" y="68489"/>
                    </a:cubicBezTo>
                    <a:lnTo>
                      <a:pt x="67666" y="79370"/>
                    </a:lnTo>
                    <a:cubicBezTo>
                      <a:pt x="65471" y="81382"/>
                      <a:pt x="63459" y="83119"/>
                      <a:pt x="61448" y="84308"/>
                    </a:cubicBezTo>
                    <a:cubicBezTo>
                      <a:pt x="59436" y="85588"/>
                      <a:pt x="57333" y="86685"/>
                      <a:pt x="55047" y="87691"/>
                    </a:cubicBezTo>
                    <a:cubicBezTo>
                      <a:pt x="52761" y="88697"/>
                      <a:pt x="50109" y="89428"/>
                      <a:pt x="47274" y="89977"/>
                    </a:cubicBezTo>
                    <a:cubicBezTo>
                      <a:pt x="44348" y="90526"/>
                      <a:pt x="41148" y="90800"/>
                      <a:pt x="37673" y="90800"/>
                    </a:cubicBezTo>
                    <a:cubicBezTo>
                      <a:pt x="33924" y="90800"/>
                      <a:pt x="30358" y="90251"/>
                      <a:pt x="27066" y="89245"/>
                    </a:cubicBezTo>
                    <a:cubicBezTo>
                      <a:pt x="23774" y="88148"/>
                      <a:pt x="20848" y="86777"/>
                      <a:pt x="18288" y="85131"/>
                    </a:cubicBezTo>
                    <a:cubicBezTo>
                      <a:pt x="15728" y="83393"/>
                      <a:pt x="13442" y="81473"/>
                      <a:pt x="11430" y="79278"/>
                    </a:cubicBezTo>
                    <a:cubicBezTo>
                      <a:pt x="9418" y="77084"/>
                      <a:pt x="7498" y="74249"/>
                      <a:pt x="5669" y="70866"/>
                    </a:cubicBezTo>
                    <a:cubicBezTo>
                      <a:pt x="3840" y="67391"/>
                      <a:pt x="2469" y="63642"/>
                      <a:pt x="1463" y="59345"/>
                    </a:cubicBezTo>
                    <a:cubicBezTo>
                      <a:pt x="457" y="55138"/>
                      <a:pt x="0" y="50475"/>
                      <a:pt x="0" y="45446"/>
                    </a:cubicBezTo>
                    <a:cubicBezTo>
                      <a:pt x="0" y="38130"/>
                      <a:pt x="914" y="31547"/>
                      <a:pt x="2835" y="25878"/>
                    </a:cubicBezTo>
                    <a:cubicBezTo>
                      <a:pt x="4663" y="20208"/>
                      <a:pt x="7315" y="15453"/>
                      <a:pt x="10607" y="11613"/>
                    </a:cubicBezTo>
                    <a:cubicBezTo>
                      <a:pt x="13990" y="7772"/>
                      <a:pt x="18014" y="4846"/>
                      <a:pt x="22677" y="2926"/>
                    </a:cubicBezTo>
                    <a:cubicBezTo>
                      <a:pt x="27341" y="914"/>
                      <a:pt x="32553" y="0"/>
                      <a:pt x="38130" y="0"/>
                    </a:cubicBezTo>
                    <a:cubicBezTo>
                      <a:pt x="44348" y="0"/>
                      <a:pt x="49743" y="1189"/>
                      <a:pt x="54315" y="3566"/>
                    </a:cubicBezTo>
                    <a:cubicBezTo>
                      <a:pt x="58887" y="5944"/>
                      <a:pt x="62728" y="9053"/>
                      <a:pt x="65745" y="13076"/>
                    </a:cubicBezTo>
                    <a:cubicBezTo>
                      <a:pt x="68763" y="17008"/>
                      <a:pt x="71049" y="21671"/>
                      <a:pt x="72512" y="26975"/>
                    </a:cubicBezTo>
                    <a:cubicBezTo>
                      <a:pt x="73975" y="32278"/>
                      <a:pt x="74706" y="37856"/>
                      <a:pt x="74706" y="43800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197CCF05-BC25-4BCA-A66E-83F1C5A4699F}"/>
                  </a:ext>
                </a:extLst>
              </p:cNvPr>
              <p:cNvSpPr/>
              <p:nvPr/>
            </p:nvSpPr>
            <p:spPr>
              <a:xfrm>
                <a:off x="1105179" y="6033760"/>
                <a:ext cx="45720" cy="118872"/>
              </a:xfrm>
              <a:custGeom>
                <a:avLst/>
                <a:gdLst>
                  <a:gd name="connsiteX0" fmla="*/ 48738 w 45720"/>
                  <a:gd name="connsiteY0" fmla="*/ 118689 h 118872"/>
                  <a:gd name="connsiteX1" fmla="*/ 41331 w 45720"/>
                  <a:gd name="connsiteY1" fmla="*/ 121615 h 118872"/>
                  <a:gd name="connsiteX2" fmla="*/ 32004 w 45720"/>
                  <a:gd name="connsiteY2" fmla="*/ 122712 h 118872"/>
                  <a:gd name="connsiteX3" fmla="*/ 24232 w 45720"/>
                  <a:gd name="connsiteY3" fmla="*/ 121432 h 118872"/>
                  <a:gd name="connsiteX4" fmla="*/ 18105 w 45720"/>
                  <a:gd name="connsiteY4" fmla="*/ 117500 h 118872"/>
                  <a:gd name="connsiteX5" fmla="*/ 13899 w 45720"/>
                  <a:gd name="connsiteY5" fmla="*/ 110368 h 118872"/>
                  <a:gd name="connsiteX6" fmla="*/ 12436 w 45720"/>
                  <a:gd name="connsiteY6" fmla="*/ 99670 h 118872"/>
                  <a:gd name="connsiteX7" fmla="*/ 12436 w 45720"/>
                  <a:gd name="connsiteY7" fmla="*/ 49378 h 118872"/>
                  <a:gd name="connsiteX8" fmla="*/ 0 w 45720"/>
                  <a:gd name="connsiteY8" fmla="*/ 49378 h 118872"/>
                  <a:gd name="connsiteX9" fmla="*/ 0 w 45720"/>
                  <a:gd name="connsiteY9" fmla="*/ 33833 h 118872"/>
                  <a:gd name="connsiteX10" fmla="*/ 12436 w 45720"/>
                  <a:gd name="connsiteY10" fmla="*/ 33833 h 118872"/>
                  <a:gd name="connsiteX11" fmla="*/ 12436 w 45720"/>
                  <a:gd name="connsiteY11" fmla="*/ 8961 h 118872"/>
                  <a:gd name="connsiteX12" fmla="*/ 29169 w 45720"/>
                  <a:gd name="connsiteY12" fmla="*/ 0 h 118872"/>
                  <a:gd name="connsiteX13" fmla="*/ 29169 w 45720"/>
                  <a:gd name="connsiteY13" fmla="*/ 33833 h 118872"/>
                  <a:gd name="connsiteX14" fmla="*/ 50749 w 45720"/>
                  <a:gd name="connsiteY14" fmla="*/ 33833 h 118872"/>
                  <a:gd name="connsiteX15" fmla="*/ 50749 w 45720"/>
                  <a:gd name="connsiteY15" fmla="*/ 49378 h 118872"/>
                  <a:gd name="connsiteX16" fmla="*/ 29169 w 45720"/>
                  <a:gd name="connsiteY16" fmla="*/ 49378 h 118872"/>
                  <a:gd name="connsiteX17" fmla="*/ 29169 w 45720"/>
                  <a:gd name="connsiteY17" fmla="*/ 96652 h 118872"/>
                  <a:gd name="connsiteX18" fmla="*/ 29718 w 45720"/>
                  <a:gd name="connsiteY18" fmla="*/ 101681 h 118872"/>
                  <a:gd name="connsiteX19" fmla="*/ 31364 w 45720"/>
                  <a:gd name="connsiteY19" fmla="*/ 104882 h 118872"/>
                  <a:gd name="connsiteX20" fmla="*/ 34199 w 45720"/>
                  <a:gd name="connsiteY20" fmla="*/ 106619 h 118872"/>
                  <a:gd name="connsiteX21" fmla="*/ 38222 w 45720"/>
                  <a:gd name="connsiteY21" fmla="*/ 107076 h 118872"/>
                  <a:gd name="connsiteX22" fmla="*/ 44989 w 45720"/>
                  <a:gd name="connsiteY22" fmla="*/ 105979 h 118872"/>
                  <a:gd name="connsiteX23" fmla="*/ 50749 w 45720"/>
                  <a:gd name="connsiteY23" fmla="*/ 103510 h 118872"/>
                  <a:gd name="connsiteX24" fmla="*/ 48738 w 45720"/>
                  <a:gd name="connsiteY24" fmla="*/ 118689 h 118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720" h="118872">
                    <a:moveTo>
                      <a:pt x="48738" y="118689"/>
                    </a:moveTo>
                    <a:cubicBezTo>
                      <a:pt x="46634" y="119878"/>
                      <a:pt x="44166" y="120884"/>
                      <a:pt x="41331" y="121615"/>
                    </a:cubicBezTo>
                    <a:cubicBezTo>
                      <a:pt x="38496" y="122347"/>
                      <a:pt x="35387" y="122712"/>
                      <a:pt x="32004" y="122712"/>
                    </a:cubicBezTo>
                    <a:cubicBezTo>
                      <a:pt x="29078" y="122712"/>
                      <a:pt x="26426" y="122255"/>
                      <a:pt x="24232" y="121432"/>
                    </a:cubicBezTo>
                    <a:cubicBezTo>
                      <a:pt x="22037" y="120609"/>
                      <a:pt x="19934" y="119238"/>
                      <a:pt x="18105" y="117500"/>
                    </a:cubicBezTo>
                    <a:cubicBezTo>
                      <a:pt x="16276" y="115672"/>
                      <a:pt x="14905" y="113294"/>
                      <a:pt x="13899" y="110368"/>
                    </a:cubicBezTo>
                    <a:cubicBezTo>
                      <a:pt x="12893" y="107442"/>
                      <a:pt x="12436" y="103876"/>
                      <a:pt x="12436" y="99670"/>
                    </a:cubicBezTo>
                    <a:lnTo>
                      <a:pt x="12436" y="49378"/>
                    </a:lnTo>
                    <a:lnTo>
                      <a:pt x="0" y="49378"/>
                    </a:lnTo>
                    <a:lnTo>
                      <a:pt x="0" y="33833"/>
                    </a:lnTo>
                    <a:lnTo>
                      <a:pt x="12436" y="33833"/>
                    </a:lnTo>
                    <a:lnTo>
                      <a:pt x="12436" y="8961"/>
                    </a:lnTo>
                    <a:lnTo>
                      <a:pt x="29169" y="0"/>
                    </a:lnTo>
                    <a:lnTo>
                      <a:pt x="29169" y="33833"/>
                    </a:lnTo>
                    <a:lnTo>
                      <a:pt x="50749" y="33833"/>
                    </a:lnTo>
                    <a:lnTo>
                      <a:pt x="50749" y="49378"/>
                    </a:lnTo>
                    <a:lnTo>
                      <a:pt x="29169" y="49378"/>
                    </a:lnTo>
                    <a:lnTo>
                      <a:pt x="29169" y="96652"/>
                    </a:lnTo>
                    <a:cubicBezTo>
                      <a:pt x="29169" y="98664"/>
                      <a:pt x="29352" y="100401"/>
                      <a:pt x="29718" y="101681"/>
                    </a:cubicBezTo>
                    <a:cubicBezTo>
                      <a:pt x="30084" y="103053"/>
                      <a:pt x="30632" y="104059"/>
                      <a:pt x="31364" y="104882"/>
                    </a:cubicBezTo>
                    <a:cubicBezTo>
                      <a:pt x="32095" y="105705"/>
                      <a:pt x="33010" y="106253"/>
                      <a:pt x="34199" y="106619"/>
                    </a:cubicBezTo>
                    <a:cubicBezTo>
                      <a:pt x="35296" y="106893"/>
                      <a:pt x="36667" y="107076"/>
                      <a:pt x="38222" y="107076"/>
                    </a:cubicBezTo>
                    <a:cubicBezTo>
                      <a:pt x="40417" y="107076"/>
                      <a:pt x="42703" y="106710"/>
                      <a:pt x="44989" y="105979"/>
                    </a:cubicBezTo>
                    <a:cubicBezTo>
                      <a:pt x="47275" y="105247"/>
                      <a:pt x="49195" y="104516"/>
                      <a:pt x="50749" y="103510"/>
                    </a:cubicBezTo>
                    <a:lnTo>
                      <a:pt x="48738" y="118689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D754096-0A5E-4D51-9C0A-C46209C5B359}"/>
                  </a:ext>
                </a:extLst>
              </p:cNvPr>
              <p:cNvSpPr/>
              <p:nvPr/>
            </p:nvSpPr>
            <p:spPr>
              <a:xfrm>
                <a:off x="1166170" y="6033760"/>
                <a:ext cx="45720" cy="118872"/>
              </a:xfrm>
              <a:custGeom>
                <a:avLst/>
                <a:gdLst>
                  <a:gd name="connsiteX0" fmla="*/ 48738 w 45720"/>
                  <a:gd name="connsiteY0" fmla="*/ 118689 h 118872"/>
                  <a:gd name="connsiteX1" fmla="*/ 41331 w 45720"/>
                  <a:gd name="connsiteY1" fmla="*/ 121615 h 118872"/>
                  <a:gd name="connsiteX2" fmla="*/ 32004 w 45720"/>
                  <a:gd name="connsiteY2" fmla="*/ 122712 h 118872"/>
                  <a:gd name="connsiteX3" fmla="*/ 24232 w 45720"/>
                  <a:gd name="connsiteY3" fmla="*/ 121432 h 118872"/>
                  <a:gd name="connsiteX4" fmla="*/ 18105 w 45720"/>
                  <a:gd name="connsiteY4" fmla="*/ 117500 h 118872"/>
                  <a:gd name="connsiteX5" fmla="*/ 13899 w 45720"/>
                  <a:gd name="connsiteY5" fmla="*/ 110368 h 118872"/>
                  <a:gd name="connsiteX6" fmla="*/ 12436 w 45720"/>
                  <a:gd name="connsiteY6" fmla="*/ 99670 h 118872"/>
                  <a:gd name="connsiteX7" fmla="*/ 12436 w 45720"/>
                  <a:gd name="connsiteY7" fmla="*/ 49378 h 118872"/>
                  <a:gd name="connsiteX8" fmla="*/ 0 w 45720"/>
                  <a:gd name="connsiteY8" fmla="*/ 49378 h 118872"/>
                  <a:gd name="connsiteX9" fmla="*/ 0 w 45720"/>
                  <a:gd name="connsiteY9" fmla="*/ 33833 h 118872"/>
                  <a:gd name="connsiteX10" fmla="*/ 12436 w 45720"/>
                  <a:gd name="connsiteY10" fmla="*/ 33833 h 118872"/>
                  <a:gd name="connsiteX11" fmla="*/ 12436 w 45720"/>
                  <a:gd name="connsiteY11" fmla="*/ 8961 h 118872"/>
                  <a:gd name="connsiteX12" fmla="*/ 29169 w 45720"/>
                  <a:gd name="connsiteY12" fmla="*/ 0 h 118872"/>
                  <a:gd name="connsiteX13" fmla="*/ 29169 w 45720"/>
                  <a:gd name="connsiteY13" fmla="*/ 33833 h 118872"/>
                  <a:gd name="connsiteX14" fmla="*/ 50658 w 45720"/>
                  <a:gd name="connsiteY14" fmla="*/ 33833 h 118872"/>
                  <a:gd name="connsiteX15" fmla="*/ 50658 w 45720"/>
                  <a:gd name="connsiteY15" fmla="*/ 49378 h 118872"/>
                  <a:gd name="connsiteX16" fmla="*/ 29169 w 45720"/>
                  <a:gd name="connsiteY16" fmla="*/ 49378 h 118872"/>
                  <a:gd name="connsiteX17" fmla="*/ 29169 w 45720"/>
                  <a:gd name="connsiteY17" fmla="*/ 96652 h 118872"/>
                  <a:gd name="connsiteX18" fmla="*/ 29718 w 45720"/>
                  <a:gd name="connsiteY18" fmla="*/ 101681 h 118872"/>
                  <a:gd name="connsiteX19" fmla="*/ 31364 w 45720"/>
                  <a:gd name="connsiteY19" fmla="*/ 104882 h 118872"/>
                  <a:gd name="connsiteX20" fmla="*/ 34107 w 45720"/>
                  <a:gd name="connsiteY20" fmla="*/ 106619 h 118872"/>
                  <a:gd name="connsiteX21" fmla="*/ 38131 w 45720"/>
                  <a:gd name="connsiteY21" fmla="*/ 107076 h 118872"/>
                  <a:gd name="connsiteX22" fmla="*/ 44897 w 45720"/>
                  <a:gd name="connsiteY22" fmla="*/ 105979 h 118872"/>
                  <a:gd name="connsiteX23" fmla="*/ 50658 w 45720"/>
                  <a:gd name="connsiteY23" fmla="*/ 103510 h 118872"/>
                  <a:gd name="connsiteX24" fmla="*/ 48738 w 45720"/>
                  <a:gd name="connsiteY24" fmla="*/ 118689 h 118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720" h="118872">
                    <a:moveTo>
                      <a:pt x="48738" y="118689"/>
                    </a:moveTo>
                    <a:cubicBezTo>
                      <a:pt x="46634" y="119878"/>
                      <a:pt x="44166" y="120884"/>
                      <a:pt x="41331" y="121615"/>
                    </a:cubicBezTo>
                    <a:cubicBezTo>
                      <a:pt x="38496" y="122347"/>
                      <a:pt x="35387" y="122712"/>
                      <a:pt x="32004" y="122712"/>
                    </a:cubicBezTo>
                    <a:cubicBezTo>
                      <a:pt x="29078" y="122712"/>
                      <a:pt x="26426" y="122255"/>
                      <a:pt x="24232" y="121432"/>
                    </a:cubicBezTo>
                    <a:cubicBezTo>
                      <a:pt x="21946" y="120609"/>
                      <a:pt x="19934" y="119238"/>
                      <a:pt x="18105" y="117500"/>
                    </a:cubicBezTo>
                    <a:cubicBezTo>
                      <a:pt x="16276" y="115672"/>
                      <a:pt x="14905" y="113294"/>
                      <a:pt x="13899" y="110368"/>
                    </a:cubicBezTo>
                    <a:cubicBezTo>
                      <a:pt x="12893" y="107442"/>
                      <a:pt x="12436" y="103876"/>
                      <a:pt x="12436" y="99670"/>
                    </a:cubicBezTo>
                    <a:lnTo>
                      <a:pt x="12436" y="49378"/>
                    </a:lnTo>
                    <a:lnTo>
                      <a:pt x="0" y="49378"/>
                    </a:lnTo>
                    <a:lnTo>
                      <a:pt x="0" y="33833"/>
                    </a:lnTo>
                    <a:lnTo>
                      <a:pt x="12436" y="33833"/>
                    </a:lnTo>
                    <a:lnTo>
                      <a:pt x="12436" y="8961"/>
                    </a:lnTo>
                    <a:lnTo>
                      <a:pt x="29169" y="0"/>
                    </a:lnTo>
                    <a:lnTo>
                      <a:pt x="29169" y="33833"/>
                    </a:lnTo>
                    <a:lnTo>
                      <a:pt x="50658" y="33833"/>
                    </a:lnTo>
                    <a:lnTo>
                      <a:pt x="50658" y="49378"/>
                    </a:lnTo>
                    <a:lnTo>
                      <a:pt x="29169" y="49378"/>
                    </a:lnTo>
                    <a:lnTo>
                      <a:pt x="29169" y="96652"/>
                    </a:lnTo>
                    <a:cubicBezTo>
                      <a:pt x="29169" y="98664"/>
                      <a:pt x="29352" y="100401"/>
                      <a:pt x="29718" y="101681"/>
                    </a:cubicBezTo>
                    <a:cubicBezTo>
                      <a:pt x="30084" y="103053"/>
                      <a:pt x="30632" y="104059"/>
                      <a:pt x="31364" y="104882"/>
                    </a:cubicBezTo>
                    <a:cubicBezTo>
                      <a:pt x="32095" y="105705"/>
                      <a:pt x="33010" y="106253"/>
                      <a:pt x="34107" y="106619"/>
                    </a:cubicBezTo>
                    <a:cubicBezTo>
                      <a:pt x="35204" y="106893"/>
                      <a:pt x="36576" y="107076"/>
                      <a:pt x="38131" y="107076"/>
                    </a:cubicBezTo>
                    <a:cubicBezTo>
                      <a:pt x="40325" y="107076"/>
                      <a:pt x="42611" y="106710"/>
                      <a:pt x="44897" y="105979"/>
                    </a:cubicBezTo>
                    <a:cubicBezTo>
                      <a:pt x="47183" y="105247"/>
                      <a:pt x="49103" y="104516"/>
                      <a:pt x="50658" y="103510"/>
                    </a:cubicBezTo>
                    <a:lnTo>
                      <a:pt x="48738" y="118689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70B8B7B-1FF4-4E6D-B34A-96C43ED1674A}"/>
                  </a:ext>
                </a:extLst>
              </p:cNvPr>
              <p:cNvSpPr/>
              <p:nvPr/>
            </p:nvSpPr>
            <p:spPr>
              <a:xfrm>
                <a:off x="1229355" y="6065581"/>
                <a:ext cx="73152" cy="82296"/>
              </a:xfrm>
              <a:custGeom>
                <a:avLst/>
                <a:gdLst>
                  <a:gd name="connsiteX0" fmla="*/ 57516 w 73152"/>
                  <a:gd name="connsiteY0" fmla="*/ 37490 h 82296"/>
                  <a:gd name="connsiteX1" fmla="*/ 55961 w 73152"/>
                  <a:gd name="connsiteY1" fmla="*/ 29078 h 82296"/>
                  <a:gd name="connsiteX2" fmla="*/ 52212 w 73152"/>
                  <a:gd name="connsiteY2" fmla="*/ 22128 h 82296"/>
                  <a:gd name="connsiteX3" fmla="*/ 45994 w 73152"/>
                  <a:gd name="connsiteY3" fmla="*/ 17374 h 82296"/>
                  <a:gd name="connsiteX4" fmla="*/ 36942 w 73152"/>
                  <a:gd name="connsiteY4" fmla="*/ 15636 h 82296"/>
                  <a:gd name="connsiteX5" fmla="*/ 28986 w 73152"/>
                  <a:gd name="connsiteY5" fmla="*/ 17099 h 82296"/>
                  <a:gd name="connsiteX6" fmla="*/ 23134 w 73152"/>
                  <a:gd name="connsiteY6" fmla="*/ 21397 h 82296"/>
                  <a:gd name="connsiteX7" fmla="*/ 19111 w 73152"/>
                  <a:gd name="connsiteY7" fmla="*/ 28164 h 82296"/>
                  <a:gd name="connsiteX8" fmla="*/ 16916 w 73152"/>
                  <a:gd name="connsiteY8" fmla="*/ 37490 h 82296"/>
                  <a:gd name="connsiteX9" fmla="*/ 57516 w 73152"/>
                  <a:gd name="connsiteY9" fmla="*/ 37490 h 82296"/>
                  <a:gd name="connsiteX10" fmla="*/ 74706 w 73152"/>
                  <a:gd name="connsiteY10" fmla="*/ 43800 h 82296"/>
                  <a:gd name="connsiteX11" fmla="*/ 74524 w 73152"/>
                  <a:gd name="connsiteY11" fmla="*/ 48189 h 82296"/>
                  <a:gd name="connsiteX12" fmla="*/ 74249 w 73152"/>
                  <a:gd name="connsiteY12" fmla="*/ 51572 h 82296"/>
                  <a:gd name="connsiteX13" fmla="*/ 16642 w 73152"/>
                  <a:gd name="connsiteY13" fmla="*/ 51572 h 82296"/>
                  <a:gd name="connsiteX14" fmla="*/ 19385 w 73152"/>
                  <a:gd name="connsiteY14" fmla="*/ 62362 h 82296"/>
                  <a:gd name="connsiteX15" fmla="*/ 24323 w 73152"/>
                  <a:gd name="connsiteY15" fmla="*/ 69769 h 82296"/>
                  <a:gd name="connsiteX16" fmla="*/ 30907 w 73152"/>
                  <a:gd name="connsiteY16" fmla="*/ 74066 h 82296"/>
                  <a:gd name="connsiteX17" fmla="*/ 38588 w 73152"/>
                  <a:gd name="connsiteY17" fmla="*/ 75438 h 82296"/>
                  <a:gd name="connsiteX18" fmla="*/ 43891 w 73152"/>
                  <a:gd name="connsiteY18" fmla="*/ 74981 h 82296"/>
                  <a:gd name="connsiteX19" fmla="*/ 48738 w 73152"/>
                  <a:gd name="connsiteY19" fmla="*/ 73518 h 82296"/>
                  <a:gd name="connsiteX20" fmla="*/ 52852 w 73152"/>
                  <a:gd name="connsiteY20" fmla="*/ 71506 h 82296"/>
                  <a:gd name="connsiteX21" fmla="*/ 57516 w 73152"/>
                  <a:gd name="connsiteY21" fmla="*/ 68489 h 82296"/>
                  <a:gd name="connsiteX22" fmla="*/ 67666 w 73152"/>
                  <a:gd name="connsiteY22" fmla="*/ 79370 h 82296"/>
                  <a:gd name="connsiteX23" fmla="*/ 61448 w 73152"/>
                  <a:gd name="connsiteY23" fmla="*/ 84308 h 82296"/>
                  <a:gd name="connsiteX24" fmla="*/ 55047 w 73152"/>
                  <a:gd name="connsiteY24" fmla="*/ 87691 h 82296"/>
                  <a:gd name="connsiteX25" fmla="*/ 47274 w 73152"/>
                  <a:gd name="connsiteY25" fmla="*/ 89977 h 82296"/>
                  <a:gd name="connsiteX26" fmla="*/ 37673 w 73152"/>
                  <a:gd name="connsiteY26" fmla="*/ 90800 h 82296"/>
                  <a:gd name="connsiteX27" fmla="*/ 27066 w 73152"/>
                  <a:gd name="connsiteY27" fmla="*/ 89245 h 82296"/>
                  <a:gd name="connsiteX28" fmla="*/ 18288 w 73152"/>
                  <a:gd name="connsiteY28" fmla="*/ 85131 h 82296"/>
                  <a:gd name="connsiteX29" fmla="*/ 11430 w 73152"/>
                  <a:gd name="connsiteY29" fmla="*/ 79278 h 82296"/>
                  <a:gd name="connsiteX30" fmla="*/ 5669 w 73152"/>
                  <a:gd name="connsiteY30" fmla="*/ 70866 h 82296"/>
                  <a:gd name="connsiteX31" fmla="*/ 1463 w 73152"/>
                  <a:gd name="connsiteY31" fmla="*/ 59345 h 82296"/>
                  <a:gd name="connsiteX32" fmla="*/ 0 w 73152"/>
                  <a:gd name="connsiteY32" fmla="*/ 45446 h 82296"/>
                  <a:gd name="connsiteX33" fmla="*/ 2835 w 73152"/>
                  <a:gd name="connsiteY33" fmla="*/ 25878 h 82296"/>
                  <a:gd name="connsiteX34" fmla="*/ 10698 w 73152"/>
                  <a:gd name="connsiteY34" fmla="*/ 11613 h 82296"/>
                  <a:gd name="connsiteX35" fmla="*/ 22769 w 73152"/>
                  <a:gd name="connsiteY35" fmla="*/ 2926 h 82296"/>
                  <a:gd name="connsiteX36" fmla="*/ 38222 w 73152"/>
                  <a:gd name="connsiteY36" fmla="*/ 0 h 82296"/>
                  <a:gd name="connsiteX37" fmla="*/ 54407 w 73152"/>
                  <a:gd name="connsiteY37" fmla="*/ 3566 h 82296"/>
                  <a:gd name="connsiteX38" fmla="*/ 65837 w 73152"/>
                  <a:gd name="connsiteY38" fmla="*/ 13076 h 82296"/>
                  <a:gd name="connsiteX39" fmla="*/ 72695 w 73152"/>
                  <a:gd name="connsiteY39" fmla="*/ 26975 h 82296"/>
                  <a:gd name="connsiteX40" fmla="*/ 74706 w 73152"/>
                  <a:gd name="connsiteY40" fmla="*/ 43800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3152" h="82296">
                    <a:moveTo>
                      <a:pt x="57516" y="37490"/>
                    </a:moveTo>
                    <a:cubicBezTo>
                      <a:pt x="57241" y="34564"/>
                      <a:pt x="56784" y="31730"/>
                      <a:pt x="55961" y="29078"/>
                    </a:cubicBezTo>
                    <a:cubicBezTo>
                      <a:pt x="55138" y="26426"/>
                      <a:pt x="53858" y="24140"/>
                      <a:pt x="52212" y="22128"/>
                    </a:cubicBezTo>
                    <a:cubicBezTo>
                      <a:pt x="50566" y="20117"/>
                      <a:pt x="48463" y="18562"/>
                      <a:pt x="45994" y="17374"/>
                    </a:cubicBezTo>
                    <a:cubicBezTo>
                      <a:pt x="43434" y="16185"/>
                      <a:pt x="40508" y="15636"/>
                      <a:pt x="36942" y="15636"/>
                    </a:cubicBezTo>
                    <a:cubicBezTo>
                      <a:pt x="33924" y="15636"/>
                      <a:pt x="31272" y="16093"/>
                      <a:pt x="28986" y="17099"/>
                    </a:cubicBezTo>
                    <a:cubicBezTo>
                      <a:pt x="26700" y="18105"/>
                      <a:pt x="24780" y="19477"/>
                      <a:pt x="23134" y="21397"/>
                    </a:cubicBezTo>
                    <a:cubicBezTo>
                      <a:pt x="21488" y="23226"/>
                      <a:pt x="20208" y="25512"/>
                      <a:pt x="19111" y="28164"/>
                    </a:cubicBezTo>
                    <a:cubicBezTo>
                      <a:pt x="18014" y="30815"/>
                      <a:pt x="17374" y="33924"/>
                      <a:pt x="16916" y="37490"/>
                    </a:cubicBezTo>
                    <a:lnTo>
                      <a:pt x="57516" y="37490"/>
                    </a:lnTo>
                    <a:close/>
                    <a:moveTo>
                      <a:pt x="74706" y="43800"/>
                    </a:moveTo>
                    <a:cubicBezTo>
                      <a:pt x="74706" y="45354"/>
                      <a:pt x="74615" y="46817"/>
                      <a:pt x="74524" y="48189"/>
                    </a:cubicBezTo>
                    <a:cubicBezTo>
                      <a:pt x="74432" y="49560"/>
                      <a:pt x="74341" y="50658"/>
                      <a:pt x="74249" y="51572"/>
                    </a:cubicBezTo>
                    <a:lnTo>
                      <a:pt x="16642" y="51572"/>
                    </a:lnTo>
                    <a:cubicBezTo>
                      <a:pt x="17099" y="55778"/>
                      <a:pt x="18014" y="59345"/>
                      <a:pt x="19385" y="62362"/>
                    </a:cubicBezTo>
                    <a:cubicBezTo>
                      <a:pt x="20757" y="65380"/>
                      <a:pt x="22403" y="67848"/>
                      <a:pt x="24323" y="69769"/>
                    </a:cubicBezTo>
                    <a:cubicBezTo>
                      <a:pt x="26243" y="71689"/>
                      <a:pt x="28438" y="73152"/>
                      <a:pt x="30907" y="74066"/>
                    </a:cubicBezTo>
                    <a:cubicBezTo>
                      <a:pt x="33376" y="74981"/>
                      <a:pt x="35936" y="75438"/>
                      <a:pt x="38588" y="75438"/>
                    </a:cubicBezTo>
                    <a:cubicBezTo>
                      <a:pt x="40508" y="75438"/>
                      <a:pt x="42245" y="75255"/>
                      <a:pt x="43891" y="74981"/>
                    </a:cubicBezTo>
                    <a:cubicBezTo>
                      <a:pt x="45537" y="74615"/>
                      <a:pt x="47183" y="74158"/>
                      <a:pt x="48738" y="73518"/>
                    </a:cubicBezTo>
                    <a:cubicBezTo>
                      <a:pt x="50292" y="72878"/>
                      <a:pt x="51664" y="72238"/>
                      <a:pt x="52852" y="71506"/>
                    </a:cubicBezTo>
                    <a:cubicBezTo>
                      <a:pt x="54041" y="70866"/>
                      <a:pt x="55596" y="69769"/>
                      <a:pt x="57516" y="68489"/>
                    </a:cubicBezTo>
                    <a:lnTo>
                      <a:pt x="67666" y="79370"/>
                    </a:lnTo>
                    <a:cubicBezTo>
                      <a:pt x="65471" y="81382"/>
                      <a:pt x="63459" y="83119"/>
                      <a:pt x="61448" y="84308"/>
                    </a:cubicBezTo>
                    <a:cubicBezTo>
                      <a:pt x="59436" y="85588"/>
                      <a:pt x="57333" y="86685"/>
                      <a:pt x="55047" y="87691"/>
                    </a:cubicBezTo>
                    <a:cubicBezTo>
                      <a:pt x="52761" y="88697"/>
                      <a:pt x="50109" y="89428"/>
                      <a:pt x="47274" y="89977"/>
                    </a:cubicBezTo>
                    <a:cubicBezTo>
                      <a:pt x="44348" y="90526"/>
                      <a:pt x="41148" y="90800"/>
                      <a:pt x="37673" y="90800"/>
                    </a:cubicBezTo>
                    <a:cubicBezTo>
                      <a:pt x="33924" y="90800"/>
                      <a:pt x="30358" y="90251"/>
                      <a:pt x="27066" y="89245"/>
                    </a:cubicBezTo>
                    <a:cubicBezTo>
                      <a:pt x="23774" y="88148"/>
                      <a:pt x="20848" y="86777"/>
                      <a:pt x="18288" y="85131"/>
                    </a:cubicBezTo>
                    <a:cubicBezTo>
                      <a:pt x="15728" y="83393"/>
                      <a:pt x="13442" y="81473"/>
                      <a:pt x="11430" y="79278"/>
                    </a:cubicBezTo>
                    <a:cubicBezTo>
                      <a:pt x="9418" y="77084"/>
                      <a:pt x="7498" y="74249"/>
                      <a:pt x="5669" y="70866"/>
                    </a:cubicBezTo>
                    <a:cubicBezTo>
                      <a:pt x="3840" y="67391"/>
                      <a:pt x="2377" y="63642"/>
                      <a:pt x="1463" y="59345"/>
                    </a:cubicBezTo>
                    <a:cubicBezTo>
                      <a:pt x="457" y="55138"/>
                      <a:pt x="0" y="50475"/>
                      <a:pt x="0" y="45446"/>
                    </a:cubicBezTo>
                    <a:cubicBezTo>
                      <a:pt x="0" y="38130"/>
                      <a:pt x="914" y="31547"/>
                      <a:pt x="2835" y="25878"/>
                    </a:cubicBezTo>
                    <a:cubicBezTo>
                      <a:pt x="4663" y="20208"/>
                      <a:pt x="7315" y="15453"/>
                      <a:pt x="10698" y="11613"/>
                    </a:cubicBezTo>
                    <a:cubicBezTo>
                      <a:pt x="14082" y="7772"/>
                      <a:pt x="18105" y="4846"/>
                      <a:pt x="22769" y="2926"/>
                    </a:cubicBezTo>
                    <a:cubicBezTo>
                      <a:pt x="27432" y="914"/>
                      <a:pt x="32644" y="0"/>
                      <a:pt x="38222" y="0"/>
                    </a:cubicBezTo>
                    <a:cubicBezTo>
                      <a:pt x="44440" y="0"/>
                      <a:pt x="49835" y="1189"/>
                      <a:pt x="54407" y="3566"/>
                    </a:cubicBezTo>
                    <a:cubicBezTo>
                      <a:pt x="58979" y="5944"/>
                      <a:pt x="62819" y="9053"/>
                      <a:pt x="65837" y="13076"/>
                    </a:cubicBezTo>
                    <a:cubicBezTo>
                      <a:pt x="68854" y="17008"/>
                      <a:pt x="71140" y="21671"/>
                      <a:pt x="72695" y="26975"/>
                    </a:cubicBezTo>
                    <a:cubicBezTo>
                      <a:pt x="73975" y="32278"/>
                      <a:pt x="74706" y="37856"/>
                      <a:pt x="74706" y="43800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402D647-2E5E-40C9-9394-B72B3F4B6FDC}"/>
                  </a:ext>
                </a:extLst>
              </p:cNvPr>
              <p:cNvSpPr/>
              <p:nvPr/>
            </p:nvSpPr>
            <p:spPr>
              <a:xfrm>
                <a:off x="1322075" y="6065581"/>
                <a:ext cx="45720" cy="82296"/>
              </a:xfrm>
              <a:custGeom>
                <a:avLst/>
                <a:gdLst>
                  <a:gd name="connsiteX0" fmla="*/ 47183 w 45720"/>
                  <a:gd name="connsiteY0" fmla="*/ 20025 h 82296"/>
                  <a:gd name="connsiteX1" fmla="*/ 41422 w 45720"/>
                  <a:gd name="connsiteY1" fmla="*/ 17648 h 82296"/>
                  <a:gd name="connsiteX2" fmla="*/ 34199 w 45720"/>
                  <a:gd name="connsiteY2" fmla="*/ 16825 h 82296"/>
                  <a:gd name="connsiteX3" fmla="*/ 21580 w 45720"/>
                  <a:gd name="connsiteY3" fmla="*/ 22403 h 82296"/>
                  <a:gd name="connsiteX4" fmla="*/ 17099 w 45720"/>
                  <a:gd name="connsiteY4" fmla="*/ 39228 h 82296"/>
                  <a:gd name="connsiteX5" fmla="*/ 17099 w 45720"/>
                  <a:gd name="connsiteY5" fmla="*/ 88971 h 82296"/>
                  <a:gd name="connsiteX6" fmla="*/ 0 w 45720"/>
                  <a:gd name="connsiteY6" fmla="*/ 88971 h 82296"/>
                  <a:gd name="connsiteX7" fmla="*/ 0 w 45720"/>
                  <a:gd name="connsiteY7" fmla="*/ 1920 h 82296"/>
                  <a:gd name="connsiteX8" fmla="*/ 17099 w 45720"/>
                  <a:gd name="connsiteY8" fmla="*/ 1920 h 82296"/>
                  <a:gd name="connsiteX9" fmla="*/ 17099 w 45720"/>
                  <a:gd name="connsiteY9" fmla="*/ 10150 h 82296"/>
                  <a:gd name="connsiteX10" fmla="*/ 20665 w 45720"/>
                  <a:gd name="connsiteY10" fmla="*/ 6126 h 82296"/>
                  <a:gd name="connsiteX11" fmla="*/ 25329 w 45720"/>
                  <a:gd name="connsiteY11" fmla="*/ 2926 h 82296"/>
                  <a:gd name="connsiteX12" fmla="*/ 30815 w 45720"/>
                  <a:gd name="connsiteY12" fmla="*/ 732 h 82296"/>
                  <a:gd name="connsiteX13" fmla="*/ 36942 w 45720"/>
                  <a:gd name="connsiteY13" fmla="*/ 0 h 82296"/>
                  <a:gd name="connsiteX14" fmla="*/ 45720 w 45720"/>
                  <a:gd name="connsiteY14" fmla="*/ 1006 h 82296"/>
                  <a:gd name="connsiteX15" fmla="*/ 51755 w 45720"/>
                  <a:gd name="connsiteY15" fmla="*/ 3658 h 82296"/>
                  <a:gd name="connsiteX16" fmla="*/ 47183 w 45720"/>
                  <a:gd name="connsiteY16" fmla="*/ 20025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5720" h="82296">
                    <a:moveTo>
                      <a:pt x="47183" y="20025"/>
                    </a:moveTo>
                    <a:cubicBezTo>
                      <a:pt x="45354" y="19020"/>
                      <a:pt x="43434" y="18197"/>
                      <a:pt x="41422" y="17648"/>
                    </a:cubicBezTo>
                    <a:cubicBezTo>
                      <a:pt x="39411" y="17099"/>
                      <a:pt x="36942" y="16825"/>
                      <a:pt x="34199" y="16825"/>
                    </a:cubicBezTo>
                    <a:cubicBezTo>
                      <a:pt x="28712" y="16825"/>
                      <a:pt x="24506" y="18654"/>
                      <a:pt x="21580" y="22403"/>
                    </a:cubicBezTo>
                    <a:cubicBezTo>
                      <a:pt x="18562" y="26152"/>
                      <a:pt x="17099" y="31730"/>
                      <a:pt x="17099" y="39228"/>
                    </a:cubicBezTo>
                    <a:lnTo>
                      <a:pt x="17099" y="88971"/>
                    </a:lnTo>
                    <a:lnTo>
                      <a:pt x="0" y="88971"/>
                    </a:lnTo>
                    <a:lnTo>
                      <a:pt x="0" y="1920"/>
                    </a:lnTo>
                    <a:lnTo>
                      <a:pt x="17099" y="1920"/>
                    </a:lnTo>
                    <a:lnTo>
                      <a:pt x="17099" y="10150"/>
                    </a:lnTo>
                    <a:cubicBezTo>
                      <a:pt x="18105" y="8687"/>
                      <a:pt x="19294" y="7315"/>
                      <a:pt x="20665" y="6126"/>
                    </a:cubicBezTo>
                    <a:cubicBezTo>
                      <a:pt x="22037" y="4938"/>
                      <a:pt x="23592" y="3840"/>
                      <a:pt x="25329" y="2926"/>
                    </a:cubicBezTo>
                    <a:cubicBezTo>
                      <a:pt x="27066" y="2012"/>
                      <a:pt x="28895" y="1280"/>
                      <a:pt x="30815" y="732"/>
                    </a:cubicBezTo>
                    <a:cubicBezTo>
                      <a:pt x="32736" y="183"/>
                      <a:pt x="34839" y="0"/>
                      <a:pt x="36942" y="0"/>
                    </a:cubicBezTo>
                    <a:cubicBezTo>
                      <a:pt x="40416" y="0"/>
                      <a:pt x="43343" y="366"/>
                      <a:pt x="45720" y="1006"/>
                    </a:cubicBezTo>
                    <a:cubicBezTo>
                      <a:pt x="48006" y="1646"/>
                      <a:pt x="50109" y="2560"/>
                      <a:pt x="51755" y="3658"/>
                    </a:cubicBezTo>
                    <a:lnTo>
                      <a:pt x="47183" y="20025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E410F1E-559D-42D6-8055-0C05F6141988}"/>
                  </a:ext>
                </a:extLst>
              </p:cNvPr>
              <p:cNvSpPr/>
              <p:nvPr/>
            </p:nvSpPr>
            <p:spPr>
              <a:xfrm>
                <a:off x="1422476" y="6033760"/>
                <a:ext cx="45720" cy="118872"/>
              </a:xfrm>
              <a:custGeom>
                <a:avLst/>
                <a:gdLst>
                  <a:gd name="connsiteX0" fmla="*/ 48737 w 45720"/>
                  <a:gd name="connsiteY0" fmla="*/ 118689 h 118872"/>
                  <a:gd name="connsiteX1" fmla="*/ 41331 w 45720"/>
                  <a:gd name="connsiteY1" fmla="*/ 121615 h 118872"/>
                  <a:gd name="connsiteX2" fmla="*/ 32004 w 45720"/>
                  <a:gd name="connsiteY2" fmla="*/ 122712 h 118872"/>
                  <a:gd name="connsiteX3" fmla="*/ 24232 w 45720"/>
                  <a:gd name="connsiteY3" fmla="*/ 121432 h 118872"/>
                  <a:gd name="connsiteX4" fmla="*/ 18105 w 45720"/>
                  <a:gd name="connsiteY4" fmla="*/ 117500 h 118872"/>
                  <a:gd name="connsiteX5" fmla="*/ 13899 w 45720"/>
                  <a:gd name="connsiteY5" fmla="*/ 110368 h 118872"/>
                  <a:gd name="connsiteX6" fmla="*/ 12436 w 45720"/>
                  <a:gd name="connsiteY6" fmla="*/ 99670 h 118872"/>
                  <a:gd name="connsiteX7" fmla="*/ 12436 w 45720"/>
                  <a:gd name="connsiteY7" fmla="*/ 49378 h 118872"/>
                  <a:gd name="connsiteX8" fmla="*/ 0 w 45720"/>
                  <a:gd name="connsiteY8" fmla="*/ 49378 h 118872"/>
                  <a:gd name="connsiteX9" fmla="*/ 0 w 45720"/>
                  <a:gd name="connsiteY9" fmla="*/ 33833 h 118872"/>
                  <a:gd name="connsiteX10" fmla="*/ 12436 w 45720"/>
                  <a:gd name="connsiteY10" fmla="*/ 33833 h 118872"/>
                  <a:gd name="connsiteX11" fmla="*/ 12436 w 45720"/>
                  <a:gd name="connsiteY11" fmla="*/ 8961 h 118872"/>
                  <a:gd name="connsiteX12" fmla="*/ 29169 w 45720"/>
                  <a:gd name="connsiteY12" fmla="*/ 0 h 118872"/>
                  <a:gd name="connsiteX13" fmla="*/ 29169 w 45720"/>
                  <a:gd name="connsiteY13" fmla="*/ 33833 h 118872"/>
                  <a:gd name="connsiteX14" fmla="*/ 50749 w 45720"/>
                  <a:gd name="connsiteY14" fmla="*/ 33833 h 118872"/>
                  <a:gd name="connsiteX15" fmla="*/ 50749 w 45720"/>
                  <a:gd name="connsiteY15" fmla="*/ 49378 h 118872"/>
                  <a:gd name="connsiteX16" fmla="*/ 29169 w 45720"/>
                  <a:gd name="connsiteY16" fmla="*/ 49378 h 118872"/>
                  <a:gd name="connsiteX17" fmla="*/ 29169 w 45720"/>
                  <a:gd name="connsiteY17" fmla="*/ 96652 h 118872"/>
                  <a:gd name="connsiteX18" fmla="*/ 29718 w 45720"/>
                  <a:gd name="connsiteY18" fmla="*/ 101681 h 118872"/>
                  <a:gd name="connsiteX19" fmla="*/ 31364 w 45720"/>
                  <a:gd name="connsiteY19" fmla="*/ 104882 h 118872"/>
                  <a:gd name="connsiteX20" fmla="*/ 34199 w 45720"/>
                  <a:gd name="connsiteY20" fmla="*/ 106619 h 118872"/>
                  <a:gd name="connsiteX21" fmla="*/ 38222 w 45720"/>
                  <a:gd name="connsiteY21" fmla="*/ 107076 h 118872"/>
                  <a:gd name="connsiteX22" fmla="*/ 44988 w 45720"/>
                  <a:gd name="connsiteY22" fmla="*/ 105979 h 118872"/>
                  <a:gd name="connsiteX23" fmla="*/ 50749 w 45720"/>
                  <a:gd name="connsiteY23" fmla="*/ 103510 h 118872"/>
                  <a:gd name="connsiteX24" fmla="*/ 48737 w 45720"/>
                  <a:gd name="connsiteY24" fmla="*/ 118689 h 118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720" h="118872">
                    <a:moveTo>
                      <a:pt x="48737" y="118689"/>
                    </a:moveTo>
                    <a:cubicBezTo>
                      <a:pt x="46634" y="119878"/>
                      <a:pt x="44165" y="120884"/>
                      <a:pt x="41331" y="121615"/>
                    </a:cubicBezTo>
                    <a:cubicBezTo>
                      <a:pt x="38496" y="122347"/>
                      <a:pt x="35387" y="122712"/>
                      <a:pt x="32004" y="122712"/>
                    </a:cubicBezTo>
                    <a:cubicBezTo>
                      <a:pt x="29078" y="122712"/>
                      <a:pt x="26426" y="122255"/>
                      <a:pt x="24232" y="121432"/>
                    </a:cubicBezTo>
                    <a:cubicBezTo>
                      <a:pt x="21946" y="120609"/>
                      <a:pt x="19934" y="119238"/>
                      <a:pt x="18105" y="117500"/>
                    </a:cubicBezTo>
                    <a:cubicBezTo>
                      <a:pt x="16276" y="115672"/>
                      <a:pt x="14905" y="113294"/>
                      <a:pt x="13899" y="110368"/>
                    </a:cubicBezTo>
                    <a:cubicBezTo>
                      <a:pt x="12893" y="107442"/>
                      <a:pt x="12436" y="103876"/>
                      <a:pt x="12436" y="99670"/>
                    </a:cubicBezTo>
                    <a:lnTo>
                      <a:pt x="12436" y="49378"/>
                    </a:lnTo>
                    <a:lnTo>
                      <a:pt x="0" y="49378"/>
                    </a:lnTo>
                    <a:lnTo>
                      <a:pt x="0" y="33833"/>
                    </a:lnTo>
                    <a:lnTo>
                      <a:pt x="12436" y="33833"/>
                    </a:lnTo>
                    <a:lnTo>
                      <a:pt x="12436" y="8961"/>
                    </a:lnTo>
                    <a:lnTo>
                      <a:pt x="29169" y="0"/>
                    </a:lnTo>
                    <a:lnTo>
                      <a:pt x="29169" y="33833"/>
                    </a:lnTo>
                    <a:lnTo>
                      <a:pt x="50749" y="33833"/>
                    </a:lnTo>
                    <a:lnTo>
                      <a:pt x="50749" y="49378"/>
                    </a:lnTo>
                    <a:lnTo>
                      <a:pt x="29169" y="49378"/>
                    </a:lnTo>
                    <a:lnTo>
                      <a:pt x="29169" y="96652"/>
                    </a:lnTo>
                    <a:cubicBezTo>
                      <a:pt x="29169" y="98664"/>
                      <a:pt x="29352" y="100401"/>
                      <a:pt x="29718" y="101681"/>
                    </a:cubicBezTo>
                    <a:cubicBezTo>
                      <a:pt x="30084" y="103053"/>
                      <a:pt x="30632" y="104059"/>
                      <a:pt x="31364" y="104882"/>
                    </a:cubicBezTo>
                    <a:cubicBezTo>
                      <a:pt x="32095" y="105705"/>
                      <a:pt x="33010" y="106253"/>
                      <a:pt x="34199" y="106619"/>
                    </a:cubicBezTo>
                    <a:cubicBezTo>
                      <a:pt x="35296" y="106893"/>
                      <a:pt x="36667" y="107076"/>
                      <a:pt x="38222" y="107076"/>
                    </a:cubicBezTo>
                    <a:cubicBezTo>
                      <a:pt x="40416" y="107076"/>
                      <a:pt x="42702" y="106710"/>
                      <a:pt x="44988" y="105979"/>
                    </a:cubicBezTo>
                    <a:cubicBezTo>
                      <a:pt x="47274" y="105247"/>
                      <a:pt x="49195" y="104516"/>
                      <a:pt x="50749" y="103510"/>
                    </a:cubicBezTo>
                    <a:lnTo>
                      <a:pt x="48737" y="118689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2DDE943-90D5-430C-95E3-CD97B80D26E3}"/>
                  </a:ext>
                </a:extLst>
              </p:cNvPr>
              <p:cNvSpPr/>
              <p:nvPr/>
            </p:nvSpPr>
            <p:spPr>
              <a:xfrm>
                <a:off x="1492976" y="6033760"/>
                <a:ext cx="64008" cy="118872"/>
              </a:xfrm>
              <a:custGeom>
                <a:avLst/>
                <a:gdLst>
                  <a:gd name="connsiteX0" fmla="*/ 52944 w 64008"/>
                  <a:gd name="connsiteY0" fmla="*/ 120884 h 118872"/>
                  <a:gd name="connsiteX1" fmla="*/ 52944 w 64008"/>
                  <a:gd name="connsiteY1" fmla="*/ 71598 h 118872"/>
                  <a:gd name="connsiteX2" fmla="*/ 48646 w 64008"/>
                  <a:gd name="connsiteY2" fmla="*/ 53584 h 118872"/>
                  <a:gd name="connsiteX3" fmla="*/ 35021 w 64008"/>
                  <a:gd name="connsiteY3" fmla="*/ 47640 h 118872"/>
                  <a:gd name="connsiteX4" fmla="*/ 27706 w 64008"/>
                  <a:gd name="connsiteY4" fmla="*/ 48920 h 118872"/>
                  <a:gd name="connsiteX5" fmla="*/ 21946 w 64008"/>
                  <a:gd name="connsiteY5" fmla="*/ 53218 h 118872"/>
                  <a:gd name="connsiteX6" fmla="*/ 18288 w 64008"/>
                  <a:gd name="connsiteY6" fmla="*/ 60259 h 118872"/>
                  <a:gd name="connsiteX7" fmla="*/ 17099 w 64008"/>
                  <a:gd name="connsiteY7" fmla="*/ 69860 h 118872"/>
                  <a:gd name="connsiteX8" fmla="*/ 17099 w 64008"/>
                  <a:gd name="connsiteY8" fmla="*/ 120792 h 118872"/>
                  <a:gd name="connsiteX9" fmla="*/ 0 w 64008"/>
                  <a:gd name="connsiteY9" fmla="*/ 120792 h 118872"/>
                  <a:gd name="connsiteX10" fmla="*/ 0 w 64008"/>
                  <a:gd name="connsiteY10" fmla="*/ 8961 h 118872"/>
                  <a:gd name="connsiteX11" fmla="*/ 17099 w 64008"/>
                  <a:gd name="connsiteY11" fmla="*/ 0 h 118872"/>
                  <a:gd name="connsiteX12" fmla="*/ 17099 w 64008"/>
                  <a:gd name="connsiteY12" fmla="*/ 42154 h 118872"/>
                  <a:gd name="connsiteX13" fmla="*/ 21031 w 64008"/>
                  <a:gd name="connsiteY13" fmla="*/ 37948 h 118872"/>
                  <a:gd name="connsiteX14" fmla="*/ 26243 w 64008"/>
                  <a:gd name="connsiteY14" fmla="*/ 34747 h 118872"/>
                  <a:gd name="connsiteX15" fmla="*/ 32278 w 64008"/>
                  <a:gd name="connsiteY15" fmla="*/ 32736 h 118872"/>
                  <a:gd name="connsiteX16" fmla="*/ 38953 w 64008"/>
                  <a:gd name="connsiteY16" fmla="*/ 32004 h 118872"/>
                  <a:gd name="connsiteX17" fmla="*/ 52578 w 64008"/>
                  <a:gd name="connsiteY17" fmla="*/ 34473 h 118872"/>
                  <a:gd name="connsiteX18" fmla="*/ 62271 w 64008"/>
                  <a:gd name="connsiteY18" fmla="*/ 41880 h 118872"/>
                  <a:gd name="connsiteX19" fmla="*/ 68123 w 64008"/>
                  <a:gd name="connsiteY19" fmla="*/ 54315 h 118872"/>
                  <a:gd name="connsiteX20" fmla="*/ 70043 w 64008"/>
                  <a:gd name="connsiteY20" fmla="*/ 70957 h 118872"/>
                  <a:gd name="connsiteX21" fmla="*/ 70043 w 64008"/>
                  <a:gd name="connsiteY21" fmla="*/ 120884 h 118872"/>
                  <a:gd name="connsiteX22" fmla="*/ 52944 w 64008"/>
                  <a:gd name="connsiteY22" fmla="*/ 120884 h 118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4008" h="118872">
                    <a:moveTo>
                      <a:pt x="52944" y="120884"/>
                    </a:moveTo>
                    <a:lnTo>
                      <a:pt x="52944" y="71598"/>
                    </a:lnTo>
                    <a:cubicBezTo>
                      <a:pt x="52944" y="63551"/>
                      <a:pt x="51481" y="57516"/>
                      <a:pt x="48646" y="53584"/>
                    </a:cubicBezTo>
                    <a:cubicBezTo>
                      <a:pt x="45811" y="49652"/>
                      <a:pt x="41239" y="47640"/>
                      <a:pt x="35021" y="47640"/>
                    </a:cubicBezTo>
                    <a:cubicBezTo>
                      <a:pt x="32370" y="47640"/>
                      <a:pt x="29901" y="48097"/>
                      <a:pt x="27706" y="48920"/>
                    </a:cubicBezTo>
                    <a:cubicBezTo>
                      <a:pt x="25420" y="49743"/>
                      <a:pt x="23500" y="51206"/>
                      <a:pt x="21946" y="53218"/>
                    </a:cubicBezTo>
                    <a:cubicBezTo>
                      <a:pt x="20300" y="55230"/>
                      <a:pt x="19111" y="57607"/>
                      <a:pt x="18288" y="60259"/>
                    </a:cubicBezTo>
                    <a:cubicBezTo>
                      <a:pt x="17465" y="63002"/>
                      <a:pt x="17099" y="66111"/>
                      <a:pt x="17099" y="69860"/>
                    </a:cubicBezTo>
                    <a:lnTo>
                      <a:pt x="17099" y="120792"/>
                    </a:lnTo>
                    <a:lnTo>
                      <a:pt x="0" y="120792"/>
                    </a:lnTo>
                    <a:lnTo>
                      <a:pt x="0" y="8961"/>
                    </a:lnTo>
                    <a:lnTo>
                      <a:pt x="17099" y="0"/>
                    </a:lnTo>
                    <a:lnTo>
                      <a:pt x="17099" y="42154"/>
                    </a:lnTo>
                    <a:cubicBezTo>
                      <a:pt x="18197" y="40599"/>
                      <a:pt x="19477" y="39136"/>
                      <a:pt x="21031" y="37948"/>
                    </a:cubicBezTo>
                    <a:cubicBezTo>
                      <a:pt x="22586" y="36667"/>
                      <a:pt x="24323" y="35570"/>
                      <a:pt x="26243" y="34747"/>
                    </a:cubicBezTo>
                    <a:cubicBezTo>
                      <a:pt x="28163" y="33924"/>
                      <a:pt x="30175" y="33193"/>
                      <a:pt x="32278" y="32736"/>
                    </a:cubicBezTo>
                    <a:cubicBezTo>
                      <a:pt x="34473" y="32278"/>
                      <a:pt x="36667" y="32004"/>
                      <a:pt x="38953" y="32004"/>
                    </a:cubicBezTo>
                    <a:cubicBezTo>
                      <a:pt x="44165" y="32004"/>
                      <a:pt x="48737" y="32827"/>
                      <a:pt x="52578" y="34473"/>
                    </a:cubicBezTo>
                    <a:cubicBezTo>
                      <a:pt x="56418" y="36119"/>
                      <a:pt x="59619" y="38588"/>
                      <a:pt x="62271" y="41880"/>
                    </a:cubicBezTo>
                    <a:cubicBezTo>
                      <a:pt x="64922" y="45171"/>
                      <a:pt x="66843" y="49286"/>
                      <a:pt x="68123" y="54315"/>
                    </a:cubicBezTo>
                    <a:cubicBezTo>
                      <a:pt x="69403" y="59345"/>
                      <a:pt x="70043" y="64922"/>
                      <a:pt x="70043" y="70957"/>
                    </a:cubicBezTo>
                    <a:lnTo>
                      <a:pt x="70043" y="120884"/>
                    </a:lnTo>
                    <a:lnTo>
                      <a:pt x="52944" y="120884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E83A4BCD-7349-4CE6-80A0-BD9631525950}"/>
                  </a:ext>
                </a:extLst>
              </p:cNvPr>
              <p:cNvSpPr/>
              <p:nvPr/>
            </p:nvSpPr>
            <p:spPr>
              <a:xfrm>
                <a:off x="1580210" y="6065581"/>
                <a:ext cx="73152" cy="82296"/>
              </a:xfrm>
              <a:custGeom>
                <a:avLst/>
                <a:gdLst>
                  <a:gd name="connsiteX0" fmla="*/ 57424 w 73152"/>
                  <a:gd name="connsiteY0" fmla="*/ 37490 h 82296"/>
                  <a:gd name="connsiteX1" fmla="*/ 55870 w 73152"/>
                  <a:gd name="connsiteY1" fmla="*/ 29078 h 82296"/>
                  <a:gd name="connsiteX2" fmla="*/ 52121 w 73152"/>
                  <a:gd name="connsiteY2" fmla="*/ 22128 h 82296"/>
                  <a:gd name="connsiteX3" fmla="*/ 45903 w 73152"/>
                  <a:gd name="connsiteY3" fmla="*/ 17374 h 82296"/>
                  <a:gd name="connsiteX4" fmla="*/ 36850 w 73152"/>
                  <a:gd name="connsiteY4" fmla="*/ 15636 h 82296"/>
                  <a:gd name="connsiteX5" fmla="*/ 28895 w 73152"/>
                  <a:gd name="connsiteY5" fmla="*/ 17099 h 82296"/>
                  <a:gd name="connsiteX6" fmla="*/ 23043 w 73152"/>
                  <a:gd name="connsiteY6" fmla="*/ 21397 h 82296"/>
                  <a:gd name="connsiteX7" fmla="*/ 19019 w 73152"/>
                  <a:gd name="connsiteY7" fmla="*/ 28164 h 82296"/>
                  <a:gd name="connsiteX8" fmla="*/ 16825 w 73152"/>
                  <a:gd name="connsiteY8" fmla="*/ 37490 h 82296"/>
                  <a:gd name="connsiteX9" fmla="*/ 57424 w 73152"/>
                  <a:gd name="connsiteY9" fmla="*/ 37490 h 82296"/>
                  <a:gd name="connsiteX10" fmla="*/ 74706 w 73152"/>
                  <a:gd name="connsiteY10" fmla="*/ 43800 h 82296"/>
                  <a:gd name="connsiteX11" fmla="*/ 74524 w 73152"/>
                  <a:gd name="connsiteY11" fmla="*/ 48189 h 82296"/>
                  <a:gd name="connsiteX12" fmla="*/ 74249 w 73152"/>
                  <a:gd name="connsiteY12" fmla="*/ 51572 h 82296"/>
                  <a:gd name="connsiteX13" fmla="*/ 16642 w 73152"/>
                  <a:gd name="connsiteY13" fmla="*/ 51572 h 82296"/>
                  <a:gd name="connsiteX14" fmla="*/ 19385 w 73152"/>
                  <a:gd name="connsiteY14" fmla="*/ 62362 h 82296"/>
                  <a:gd name="connsiteX15" fmla="*/ 24323 w 73152"/>
                  <a:gd name="connsiteY15" fmla="*/ 69769 h 82296"/>
                  <a:gd name="connsiteX16" fmla="*/ 30907 w 73152"/>
                  <a:gd name="connsiteY16" fmla="*/ 74066 h 82296"/>
                  <a:gd name="connsiteX17" fmla="*/ 38588 w 73152"/>
                  <a:gd name="connsiteY17" fmla="*/ 75438 h 82296"/>
                  <a:gd name="connsiteX18" fmla="*/ 43891 w 73152"/>
                  <a:gd name="connsiteY18" fmla="*/ 74981 h 82296"/>
                  <a:gd name="connsiteX19" fmla="*/ 48737 w 73152"/>
                  <a:gd name="connsiteY19" fmla="*/ 73518 h 82296"/>
                  <a:gd name="connsiteX20" fmla="*/ 52852 w 73152"/>
                  <a:gd name="connsiteY20" fmla="*/ 71506 h 82296"/>
                  <a:gd name="connsiteX21" fmla="*/ 57516 w 73152"/>
                  <a:gd name="connsiteY21" fmla="*/ 68489 h 82296"/>
                  <a:gd name="connsiteX22" fmla="*/ 67666 w 73152"/>
                  <a:gd name="connsiteY22" fmla="*/ 79370 h 82296"/>
                  <a:gd name="connsiteX23" fmla="*/ 61448 w 73152"/>
                  <a:gd name="connsiteY23" fmla="*/ 84308 h 82296"/>
                  <a:gd name="connsiteX24" fmla="*/ 55047 w 73152"/>
                  <a:gd name="connsiteY24" fmla="*/ 87691 h 82296"/>
                  <a:gd name="connsiteX25" fmla="*/ 47274 w 73152"/>
                  <a:gd name="connsiteY25" fmla="*/ 89977 h 82296"/>
                  <a:gd name="connsiteX26" fmla="*/ 37673 w 73152"/>
                  <a:gd name="connsiteY26" fmla="*/ 90800 h 82296"/>
                  <a:gd name="connsiteX27" fmla="*/ 27066 w 73152"/>
                  <a:gd name="connsiteY27" fmla="*/ 89245 h 82296"/>
                  <a:gd name="connsiteX28" fmla="*/ 18288 w 73152"/>
                  <a:gd name="connsiteY28" fmla="*/ 85131 h 82296"/>
                  <a:gd name="connsiteX29" fmla="*/ 11430 w 73152"/>
                  <a:gd name="connsiteY29" fmla="*/ 79278 h 82296"/>
                  <a:gd name="connsiteX30" fmla="*/ 5669 w 73152"/>
                  <a:gd name="connsiteY30" fmla="*/ 70866 h 82296"/>
                  <a:gd name="connsiteX31" fmla="*/ 1463 w 73152"/>
                  <a:gd name="connsiteY31" fmla="*/ 59345 h 82296"/>
                  <a:gd name="connsiteX32" fmla="*/ 0 w 73152"/>
                  <a:gd name="connsiteY32" fmla="*/ 45446 h 82296"/>
                  <a:gd name="connsiteX33" fmla="*/ 2835 w 73152"/>
                  <a:gd name="connsiteY33" fmla="*/ 25878 h 82296"/>
                  <a:gd name="connsiteX34" fmla="*/ 10698 w 73152"/>
                  <a:gd name="connsiteY34" fmla="*/ 11613 h 82296"/>
                  <a:gd name="connsiteX35" fmla="*/ 22769 w 73152"/>
                  <a:gd name="connsiteY35" fmla="*/ 2926 h 82296"/>
                  <a:gd name="connsiteX36" fmla="*/ 38222 w 73152"/>
                  <a:gd name="connsiteY36" fmla="*/ 0 h 82296"/>
                  <a:gd name="connsiteX37" fmla="*/ 54407 w 73152"/>
                  <a:gd name="connsiteY37" fmla="*/ 3566 h 82296"/>
                  <a:gd name="connsiteX38" fmla="*/ 65837 w 73152"/>
                  <a:gd name="connsiteY38" fmla="*/ 13076 h 82296"/>
                  <a:gd name="connsiteX39" fmla="*/ 72695 w 73152"/>
                  <a:gd name="connsiteY39" fmla="*/ 26975 h 82296"/>
                  <a:gd name="connsiteX40" fmla="*/ 74706 w 73152"/>
                  <a:gd name="connsiteY40" fmla="*/ 43800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3152" h="82296">
                    <a:moveTo>
                      <a:pt x="57424" y="37490"/>
                    </a:moveTo>
                    <a:cubicBezTo>
                      <a:pt x="57150" y="34564"/>
                      <a:pt x="56693" y="31730"/>
                      <a:pt x="55870" y="29078"/>
                    </a:cubicBezTo>
                    <a:cubicBezTo>
                      <a:pt x="55047" y="26426"/>
                      <a:pt x="53767" y="24140"/>
                      <a:pt x="52121" y="22128"/>
                    </a:cubicBezTo>
                    <a:cubicBezTo>
                      <a:pt x="50475" y="20117"/>
                      <a:pt x="48372" y="18562"/>
                      <a:pt x="45903" y="17374"/>
                    </a:cubicBezTo>
                    <a:cubicBezTo>
                      <a:pt x="43343" y="16185"/>
                      <a:pt x="40416" y="15636"/>
                      <a:pt x="36850" y="15636"/>
                    </a:cubicBezTo>
                    <a:cubicBezTo>
                      <a:pt x="33833" y="15636"/>
                      <a:pt x="31181" y="16093"/>
                      <a:pt x="28895" y="17099"/>
                    </a:cubicBezTo>
                    <a:cubicBezTo>
                      <a:pt x="26609" y="18105"/>
                      <a:pt x="24689" y="19477"/>
                      <a:pt x="23043" y="21397"/>
                    </a:cubicBezTo>
                    <a:cubicBezTo>
                      <a:pt x="21397" y="23226"/>
                      <a:pt x="20117" y="25512"/>
                      <a:pt x="19019" y="28164"/>
                    </a:cubicBezTo>
                    <a:cubicBezTo>
                      <a:pt x="17922" y="30815"/>
                      <a:pt x="17282" y="33924"/>
                      <a:pt x="16825" y="37490"/>
                    </a:cubicBezTo>
                    <a:lnTo>
                      <a:pt x="57424" y="37490"/>
                    </a:lnTo>
                    <a:close/>
                    <a:moveTo>
                      <a:pt x="74706" y="43800"/>
                    </a:moveTo>
                    <a:cubicBezTo>
                      <a:pt x="74706" y="45354"/>
                      <a:pt x="74615" y="46817"/>
                      <a:pt x="74524" y="48189"/>
                    </a:cubicBezTo>
                    <a:cubicBezTo>
                      <a:pt x="74432" y="49560"/>
                      <a:pt x="74341" y="50658"/>
                      <a:pt x="74249" y="51572"/>
                    </a:cubicBezTo>
                    <a:lnTo>
                      <a:pt x="16642" y="51572"/>
                    </a:lnTo>
                    <a:cubicBezTo>
                      <a:pt x="17191" y="55778"/>
                      <a:pt x="18014" y="59345"/>
                      <a:pt x="19385" y="62362"/>
                    </a:cubicBezTo>
                    <a:cubicBezTo>
                      <a:pt x="20757" y="65380"/>
                      <a:pt x="22403" y="67848"/>
                      <a:pt x="24323" y="69769"/>
                    </a:cubicBezTo>
                    <a:cubicBezTo>
                      <a:pt x="26243" y="71689"/>
                      <a:pt x="28438" y="73152"/>
                      <a:pt x="30907" y="74066"/>
                    </a:cubicBezTo>
                    <a:cubicBezTo>
                      <a:pt x="33376" y="74981"/>
                      <a:pt x="35936" y="75438"/>
                      <a:pt x="38588" y="75438"/>
                    </a:cubicBezTo>
                    <a:cubicBezTo>
                      <a:pt x="40508" y="75438"/>
                      <a:pt x="42245" y="75255"/>
                      <a:pt x="43891" y="74981"/>
                    </a:cubicBezTo>
                    <a:cubicBezTo>
                      <a:pt x="45537" y="74615"/>
                      <a:pt x="47183" y="74158"/>
                      <a:pt x="48737" y="73518"/>
                    </a:cubicBezTo>
                    <a:cubicBezTo>
                      <a:pt x="50292" y="72878"/>
                      <a:pt x="51664" y="72238"/>
                      <a:pt x="52852" y="71506"/>
                    </a:cubicBezTo>
                    <a:cubicBezTo>
                      <a:pt x="54041" y="70866"/>
                      <a:pt x="55595" y="69769"/>
                      <a:pt x="57516" y="68489"/>
                    </a:cubicBezTo>
                    <a:lnTo>
                      <a:pt x="67666" y="79370"/>
                    </a:lnTo>
                    <a:cubicBezTo>
                      <a:pt x="65471" y="81382"/>
                      <a:pt x="63459" y="83119"/>
                      <a:pt x="61448" y="84308"/>
                    </a:cubicBezTo>
                    <a:cubicBezTo>
                      <a:pt x="59436" y="85588"/>
                      <a:pt x="57333" y="86685"/>
                      <a:pt x="55047" y="87691"/>
                    </a:cubicBezTo>
                    <a:cubicBezTo>
                      <a:pt x="52761" y="88697"/>
                      <a:pt x="50109" y="89428"/>
                      <a:pt x="47274" y="89977"/>
                    </a:cubicBezTo>
                    <a:cubicBezTo>
                      <a:pt x="44348" y="90526"/>
                      <a:pt x="41148" y="90800"/>
                      <a:pt x="37673" y="90800"/>
                    </a:cubicBezTo>
                    <a:cubicBezTo>
                      <a:pt x="33924" y="90800"/>
                      <a:pt x="30358" y="90251"/>
                      <a:pt x="27066" y="89245"/>
                    </a:cubicBezTo>
                    <a:cubicBezTo>
                      <a:pt x="23774" y="88148"/>
                      <a:pt x="20848" y="86777"/>
                      <a:pt x="18288" y="85131"/>
                    </a:cubicBezTo>
                    <a:cubicBezTo>
                      <a:pt x="15728" y="83393"/>
                      <a:pt x="13442" y="81473"/>
                      <a:pt x="11430" y="79278"/>
                    </a:cubicBezTo>
                    <a:cubicBezTo>
                      <a:pt x="9418" y="77084"/>
                      <a:pt x="7498" y="74249"/>
                      <a:pt x="5669" y="70866"/>
                    </a:cubicBezTo>
                    <a:cubicBezTo>
                      <a:pt x="3840" y="67391"/>
                      <a:pt x="2377" y="63642"/>
                      <a:pt x="1463" y="59345"/>
                    </a:cubicBezTo>
                    <a:cubicBezTo>
                      <a:pt x="457" y="55138"/>
                      <a:pt x="0" y="50475"/>
                      <a:pt x="0" y="45446"/>
                    </a:cubicBezTo>
                    <a:cubicBezTo>
                      <a:pt x="0" y="38130"/>
                      <a:pt x="914" y="31547"/>
                      <a:pt x="2835" y="25878"/>
                    </a:cubicBezTo>
                    <a:cubicBezTo>
                      <a:pt x="4663" y="20208"/>
                      <a:pt x="7315" y="15453"/>
                      <a:pt x="10698" y="11613"/>
                    </a:cubicBezTo>
                    <a:cubicBezTo>
                      <a:pt x="14082" y="7772"/>
                      <a:pt x="18105" y="4846"/>
                      <a:pt x="22769" y="2926"/>
                    </a:cubicBezTo>
                    <a:cubicBezTo>
                      <a:pt x="27432" y="914"/>
                      <a:pt x="32644" y="0"/>
                      <a:pt x="38222" y="0"/>
                    </a:cubicBezTo>
                    <a:cubicBezTo>
                      <a:pt x="44440" y="0"/>
                      <a:pt x="49835" y="1189"/>
                      <a:pt x="54407" y="3566"/>
                    </a:cubicBezTo>
                    <a:cubicBezTo>
                      <a:pt x="58979" y="5944"/>
                      <a:pt x="62819" y="9053"/>
                      <a:pt x="65837" y="13076"/>
                    </a:cubicBezTo>
                    <a:cubicBezTo>
                      <a:pt x="68854" y="17008"/>
                      <a:pt x="71140" y="21671"/>
                      <a:pt x="72695" y="26975"/>
                    </a:cubicBezTo>
                    <a:cubicBezTo>
                      <a:pt x="73975" y="32278"/>
                      <a:pt x="74706" y="37856"/>
                      <a:pt x="74706" y="43800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5E93827-F276-4A07-A633-A6A2AE4335FC}"/>
                  </a:ext>
                </a:extLst>
              </p:cNvPr>
              <p:cNvSpPr/>
              <p:nvPr/>
            </p:nvSpPr>
            <p:spPr>
              <a:xfrm>
                <a:off x="1710604" y="6065672"/>
                <a:ext cx="73152" cy="118872"/>
              </a:xfrm>
              <a:custGeom>
                <a:avLst/>
                <a:gdLst>
                  <a:gd name="connsiteX0" fmla="*/ 56327 w 73152"/>
                  <a:gd name="connsiteY0" fmla="*/ 27249 h 118872"/>
                  <a:gd name="connsiteX1" fmla="*/ 52761 w 73152"/>
                  <a:gd name="connsiteY1" fmla="*/ 23317 h 118872"/>
                  <a:gd name="connsiteX2" fmla="*/ 47915 w 73152"/>
                  <a:gd name="connsiteY2" fmla="*/ 19660 h 118872"/>
                  <a:gd name="connsiteX3" fmla="*/ 42154 w 73152"/>
                  <a:gd name="connsiteY3" fmla="*/ 16916 h 118872"/>
                  <a:gd name="connsiteX4" fmla="*/ 35845 w 73152"/>
                  <a:gd name="connsiteY4" fmla="*/ 15911 h 118872"/>
                  <a:gd name="connsiteX5" fmla="*/ 21671 w 73152"/>
                  <a:gd name="connsiteY5" fmla="*/ 22860 h 118872"/>
                  <a:gd name="connsiteX6" fmla="*/ 16825 w 73152"/>
                  <a:gd name="connsiteY6" fmla="*/ 43617 h 118872"/>
                  <a:gd name="connsiteX7" fmla="*/ 21671 w 73152"/>
                  <a:gd name="connsiteY7" fmla="*/ 67117 h 118872"/>
                  <a:gd name="connsiteX8" fmla="*/ 36393 w 73152"/>
                  <a:gd name="connsiteY8" fmla="*/ 75164 h 118872"/>
                  <a:gd name="connsiteX9" fmla="*/ 47275 w 73152"/>
                  <a:gd name="connsiteY9" fmla="*/ 71963 h 118872"/>
                  <a:gd name="connsiteX10" fmla="*/ 56144 w 73152"/>
                  <a:gd name="connsiteY10" fmla="*/ 64008 h 118872"/>
                  <a:gd name="connsiteX11" fmla="*/ 56144 w 73152"/>
                  <a:gd name="connsiteY11" fmla="*/ 27249 h 118872"/>
                  <a:gd name="connsiteX12" fmla="*/ 56144 w 73152"/>
                  <a:gd name="connsiteY12" fmla="*/ 120975 h 118872"/>
                  <a:gd name="connsiteX13" fmla="*/ 56144 w 73152"/>
                  <a:gd name="connsiteY13" fmla="*/ 80742 h 118872"/>
                  <a:gd name="connsiteX14" fmla="*/ 45811 w 73152"/>
                  <a:gd name="connsiteY14" fmla="*/ 87965 h 118872"/>
                  <a:gd name="connsiteX15" fmla="*/ 33376 w 73152"/>
                  <a:gd name="connsiteY15" fmla="*/ 90800 h 118872"/>
                  <a:gd name="connsiteX16" fmla="*/ 20300 w 73152"/>
                  <a:gd name="connsiteY16" fmla="*/ 88148 h 118872"/>
                  <a:gd name="connsiteX17" fmla="*/ 9693 w 73152"/>
                  <a:gd name="connsiteY17" fmla="*/ 79827 h 118872"/>
                  <a:gd name="connsiteX18" fmla="*/ 2560 w 73152"/>
                  <a:gd name="connsiteY18" fmla="*/ 65288 h 118872"/>
                  <a:gd name="connsiteX19" fmla="*/ 0 w 73152"/>
                  <a:gd name="connsiteY19" fmla="*/ 43983 h 118872"/>
                  <a:gd name="connsiteX20" fmla="*/ 2835 w 73152"/>
                  <a:gd name="connsiteY20" fmla="*/ 24506 h 118872"/>
                  <a:gd name="connsiteX21" fmla="*/ 10333 w 73152"/>
                  <a:gd name="connsiteY21" fmla="*/ 10790 h 118872"/>
                  <a:gd name="connsiteX22" fmla="*/ 21306 w 73152"/>
                  <a:gd name="connsiteY22" fmla="*/ 2652 h 118872"/>
                  <a:gd name="connsiteX23" fmla="*/ 34290 w 73152"/>
                  <a:gd name="connsiteY23" fmla="*/ 0 h 118872"/>
                  <a:gd name="connsiteX24" fmla="*/ 40782 w 73152"/>
                  <a:gd name="connsiteY24" fmla="*/ 823 h 118872"/>
                  <a:gd name="connsiteX25" fmla="*/ 46726 w 73152"/>
                  <a:gd name="connsiteY25" fmla="*/ 3018 h 118872"/>
                  <a:gd name="connsiteX26" fmla="*/ 51938 w 73152"/>
                  <a:gd name="connsiteY26" fmla="*/ 6218 h 118872"/>
                  <a:gd name="connsiteX27" fmla="*/ 56236 w 73152"/>
                  <a:gd name="connsiteY27" fmla="*/ 9967 h 118872"/>
                  <a:gd name="connsiteX28" fmla="*/ 56236 w 73152"/>
                  <a:gd name="connsiteY28" fmla="*/ 1829 h 118872"/>
                  <a:gd name="connsiteX29" fmla="*/ 73152 w 73152"/>
                  <a:gd name="connsiteY29" fmla="*/ 1829 h 118872"/>
                  <a:gd name="connsiteX30" fmla="*/ 73152 w 73152"/>
                  <a:gd name="connsiteY30" fmla="*/ 112105 h 118872"/>
                  <a:gd name="connsiteX31" fmla="*/ 56144 w 73152"/>
                  <a:gd name="connsiteY31" fmla="*/ 120975 h 118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73152" h="118872">
                    <a:moveTo>
                      <a:pt x="56327" y="27249"/>
                    </a:moveTo>
                    <a:cubicBezTo>
                      <a:pt x="55321" y="25969"/>
                      <a:pt x="54133" y="24597"/>
                      <a:pt x="52761" y="23317"/>
                    </a:cubicBezTo>
                    <a:cubicBezTo>
                      <a:pt x="51298" y="21946"/>
                      <a:pt x="49743" y="20757"/>
                      <a:pt x="47915" y="19660"/>
                    </a:cubicBezTo>
                    <a:cubicBezTo>
                      <a:pt x="46177" y="18562"/>
                      <a:pt x="44257" y="17648"/>
                      <a:pt x="42154" y="16916"/>
                    </a:cubicBezTo>
                    <a:cubicBezTo>
                      <a:pt x="40142" y="16185"/>
                      <a:pt x="38039" y="15911"/>
                      <a:pt x="35845" y="15911"/>
                    </a:cubicBezTo>
                    <a:cubicBezTo>
                      <a:pt x="29627" y="15911"/>
                      <a:pt x="24963" y="18197"/>
                      <a:pt x="21671" y="22860"/>
                    </a:cubicBezTo>
                    <a:cubicBezTo>
                      <a:pt x="18471" y="27523"/>
                      <a:pt x="16825" y="34381"/>
                      <a:pt x="16825" y="43617"/>
                    </a:cubicBezTo>
                    <a:cubicBezTo>
                      <a:pt x="16825" y="53950"/>
                      <a:pt x="18471" y="61722"/>
                      <a:pt x="21671" y="67117"/>
                    </a:cubicBezTo>
                    <a:cubicBezTo>
                      <a:pt x="24872" y="72420"/>
                      <a:pt x="29809" y="75164"/>
                      <a:pt x="36393" y="75164"/>
                    </a:cubicBezTo>
                    <a:cubicBezTo>
                      <a:pt x="40325" y="75164"/>
                      <a:pt x="43891" y="74158"/>
                      <a:pt x="47275" y="71963"/>
                    </a:cubicBezTo>
                    <a:cubicBezTo>
                      <a:pt x="50658" y="69860"/>
                      <a:pt x="53584" y="67208"/>
                      <a:pt x="56144" y="64008"/>
                    </a:cubicBezTo>
                    <a:lnTo>
                      <a:pt x="56144" y="27249"/>
                    </a:lnTo>
                    <a:close/>
                    <a:moveTo>
                      <a:pt x="56144" y="120975"/>
                    </a:moveTo>
                    <a:lnTo>
                      <a:pt x="56144" y="80742"/>
                    </a:lnTo>
                    <a:cubicBezTo>
                      <a:pt x="52944" y="83668"/>
                      <a:pt x="49561" y="86045"/>
                      <a:pt x="45811" y="87965"/>
                    </a:cubicBezTo>
                    <a:cubicBezTo>
                      <a:pt x="42154" y="89886"/>
                      <a:pt x="37948" y="90800"/>
                      <a:pt x="33376" y="90800"/>
                    </a:cubicBezTo>
                    <a:cubicBezTo>
                      <a:pt x="28712" y="90800"/>
                      <a:pt x="24323" y="89886"/>
                      <a:pt x="20300" y="88148"/>
                    </a:cubicBezTo>
                    <a:cubicBezTo>
                      <a:pt x="16276" y="86411"/>
                      <a:pt x="12710" y="83668"/>
                      <a:pt x="9693" y="79827"/>
                    </a:cubicBezTo>
                    <a:cubicBezTo>
                      <a:pt x="6675" y="76078"/>
                      <a:pt x="4298" y="71232"/>
                      <a:pt x="2560" y="65288"/>
                    </a:cubicBezTo>
                    <a:cubicBezTo>
                      <a:pt x="823" y="59345"/>
                      <a:pt x="0" y="52304"/>
                      <a:pt x="0" y="43983"/>
                    </a:cubicBezTo>
                    <a:cubicBezTo>
                      <a:pt x="0" y="36485"/>
                      <a:pt x="914" y="30084"/>
                      <a:pt x="2835" y="24506"/>
                    </a:cubicBezTo>
                    <a:cubicBezTo>
                      <a:pt x="4755" y="19020"/>
                      <a:pt x="7224" y="14448"/>
                      <a:pt x="10333" y="10790"/>
                    </a:cubicBezTo>
                    <a:cubicBezTo>
                      <a:pt x="13533" y="7132"/>
                      <a:pt x="17099" y="4481"/>
                      <a:pt x="21306" y="2652"/>
                    </a:cubicBezTo>
                    <a:cubicBezTo>
                      <a:pt x="25420" y="914"/>
                      <a:pt x="29809" y="0"/>
                      <a:pt x="34290" y="0"/>
                    </a:cubicBezTo>
                    <a:cubicBezTo>
                      <a:pt x="36485" y="0"/>
                      <a:pt x="38679" y="274"/>
                      <a:pt x="40782" y="823"/>
                    </a:cubicBezTo>
                    <a:cubicBezTo>
                      <a:pt x="42885" y="1372"/>
                      <a:pt x="44897" y="2103"/>
                      <a:pt x="46726" y="3018"/>
                    </a:cubicBezTo>
                    <a:cubicBezTo>
                      <a:pt x="48646" y="3932"/>
                      <a:pt x="50383" y="5029"/>
                      <a:pt x="51938" y="6218"/>
                    </a:cubicBezTo>
                    <a:cubicBezTo>
                      <a:pt x="53584" y="7407"/>
                      <a:pt x="54955" y="8687"/>
                      <a:pt x="56236" y="9967"/>
                    </a:cubicBezTo>
                    <a:lnTo>
                      <a:pt x="56236" y="1829"/>
                    </a:lnTo>
                    <a:lnTo>
                      <a:pt x="73152" y="1829"/>
                    </a:lnTo>
                    <a:lnTo>
                      <a:pt x="73152" y="112105"/>
                    </a:lnTo>
                    <a:lnTo>
                      <a:pt x="56144" y="120975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52D5A833-DC13-4F8F-A0B8-F3D777C3EB79}"/>
                  </a:ext>
                </a:extLst>
              </p:cNvPr>
              <p:cNvSpPr/>
              <p:nvPr/>
            </p:nvSpPr>
            <p:spPr>
              <a:xfrm>
                <a:off x="1804878" y="6067593"/>
                <a:ext cx="64008" cy="82296"/>
              </a:xfrm>
              <a:custGeom>
                <a:avLst/>
                <a:gdLst>
                  <a:gd name="connsiteX0" fmla="*/ 52944 w 64008"/>
                  <a:gd name="connsiteY0" fmla="*/ 87051 h 82296"/>
                  <a:gd name="connsiteX1" fmla="*/ 52944 w 64008"/>
                  <a:gd name="connsiteY1" fmla="*/ 78821 h 82296"/>
                  <a:gd name="connsiteX2" fmla="*/ 43891 w 64008"/>
                  <a:gd name="connsiteY2" fmla="*/ 86136 h 82296"/>
                  <a:gd name="connsiteX3" fmla="*/ 30998 w 64008"/>
                  <a:gd name="connsiteY3" fmla="*/ 88971 h 82296"/>
                  <a:gd name="connsiteX4" fmla="*/ 7864 w 64008"/>
                  <a:gd name="connsiteY4" fmla="*/ 79187 h 82296"/>
                  <a:gd name="connsiteX5" fmla="*/ 0 w 64008"/>
                  <a:gd name="connsiteY5" fmla="*/ 49926 h 82296"/>
                  <a:gd name="connsiteX6" fmla="*/ 0 w 64008"/>
                  <a:gd name="connsiteY6" fmla="*/ 0 h 82296"/>
                  <a:gd name="connsiteX7" fmla="*/ 17099 w 64008"/>
                  <a:gd name="connsiteY7" fmla="*/ 0 h 82296"/>
                  <a:gd name="connsiteX8" fmla="*/ 17099 w 64008"/>
                  <a:gd name="connsiteY8" fmla="*/ 49286 h 82296"/>
                  <a:gd name="connsiteX9" fmla="*/ 21306 w 64008"/>
                  <a:gd name="connsiteY9" fmla="*/ 67208 h 82296"/>
                  <a:gd name="connsiteX10" fmla="*/ 35022 w 64008"/>
                  <a:gd name="connsiteY10" fmla="*/ 73152 h 82296"/>
                  <a:gd name="connsiteX11" fmla="*/ 48280 w 64008"/>
                  <a:gd name="connsiteY11" fmla="*/ 67391 h 82296"/>
                  <a:gd name="connsiteX12" fmla="*/ 52944 w 64008"/>
                  <a:gd name="connsiteY12" fmla="*/ 51024 h 82296"/>
                  <a:gd name="connsiteX13" fmla="*/ 52944 w 64008"/>
                  <a:gd name="connsiteY13" fmla="*/ 91 h 82296"/>
                  <a:gd name="connsiteX14" fmla="*/ 70043 w 64008"/>
                  <a:gd name="connsiteY14" fmla="*/ 91 h 82296"/>
                  <a:gd name="connsiteX15" fmla="*/ 70043 w 64008"/>
                  <a:gd name="connsiteY15" fmla="*/ 87142 h 82296"/>
                  <a:gd name="connsiteX16" fmla="*/ 52944 w 64008"/>
                  <a:gd name="connsiteY16" fmla="*/ 87142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4008" h="82296">
                    <a:moveTo>
                      <a:pt x="52944" y="87051"/>
                    </a:moveTo>
                    <a:lnTo>
                      <a:pt x="52944" y="78821"/>
                    </a:lnTo>
                    <a:cubicBezTo>
                      <a:pt x="50749" y="81839"/>
                      <a:pt x="47732" y="84216"/>
                      <a:pt x="43891" y="86136"/>
                    </a:cubicBezTo>
                    <a:cubicBezTo>
                      <a:pt x="39959" y="88057"/>
                      <a:pt x="35753" y="88971"/>
                      <a:pt x="30998" y="88971"/>
                    </a:cubicBezTo>
                    <a:cubicBezTo>
                      <a:pt x="20848" y="88971"/>
                      <a:pt x="13167" y="85679"/>
                      <a:pt x="7864" y="79187"/>
                    </a:cubicBezTo>
                    <a:cubicBezTo>
                      <a:pt x="2560" y="72695"/>
                      <a:pt x="0" y="62911"/>
                      <a:pt x="0" y="49926"/>
                    </a:cubicBezTo>
                    <a:lnTo>
                      <a:pt x="0" y="0"/>
                    </a:lnTo>
                    <a:lnTo>
                      <a:pt x="17099" y="0"/>
                    </a:lnTo>
                    <a:lnTo>
                      <a:pt x="17099" y="49286"/>
                    </a:lnTo>
                    <a:cubicBezTo>
                      <a:pt x="17099" y="57241"/>
                      <a:pt x="18562" y="63276"/>
                      <a:pt x="21306" y="67208"/>
                    </a:cubicBezTo>
                    <a:cubicBezTo>
                      <a:pt x="24140" y="71140"/>
                      <a:pt x="28712" y="73152"/>
                      <a:pt x="35022" y="73152"/>
                    </a:cubicBezTo>
                    <a:cubicBezTo>
                      <a:pt x="40782" y="73152"/>
                      <a:pt x="45171" y="71232"/>
                      <a:pt x="48280" y="67391"/>
                    </a:cubicBezTo>
                    <a:cubicBezTo>
                      <a:pt x="51389" y="63551"/>
                      <a:pt x="52944" y="58064"/>
                      <a:pt x="52944" y="51024"/>
                    </a:cubicBezTo>
                    <a:lnTo>
                      <a:pt x="52944" y="91"/>
                    </a:lnTo>
                    <a:lnTo>
                      <a:pt x="70043" y="91"/>
                    </a:lnTo>
                    <a:lnTo>
                      <a:pt x="70043" y="87142"/>
                    </a:lnTo>
                    <a:lnTo>
                      <a:pt x="52944" y="87142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0CB35B6E-6A23-43B8-BF69-A19EA21664F2}"/>
                  </a:ext>
                </a:extLst>
              </p:cNvPr>
              <p:cNvSpPr/>
              <p:nvPr/>
            </p:nvSpPr>
            <p:spPr>
              <a:xfrm>
                <a:off x="1892569" y="6065581"/>
                <a:ext cx="73152" cy="82296"/>
              </a:xfrm>
              <a:custGeom>
                <a:avLst/>
                <a:gdLst>
                  <a:gd name="connsiteX0" fmla="*/ 57607 w 73152"/>
                  <a:gd name="connsiteY0" fmla="*/ 37490 h 82296"/>
                  <a:gd name="connsiteX1" fmla="*/ 56053 w 73152"/>
                  <a:gd name="connsiteY1" fmla="*/ 29078 h 82296"/>
                  <a:gd name="connsiteX2" fmla="*/ 52304 w 73152"/>
                  <a:gd name="connsiteY2" fmla="*/ 22128 h 82296"/>
                  <a:gd name="connsiteX3" fmla="*/ 46086 w 73152"/>
                  <a:gd name="connsiteY3" fmla="*/ 17374 h 82296"/>
                  <a:gd name="connsiteX4" fmla="*/ 37033 w 73152"/>
                  <a:gd name="connsiteY4" fmla="*/ 15636 h 82296"/>
                  <a:gd name="connsiteX5" fmla="*/ 29078 w 73152"/>
                  <a:gd name="connsiteY5" fmla="*/ 17099 h 82296"/>
                  <a:gd name="connsiteX6" fmla="*/ 23226 w 73152"/>
                  <a:gd name="connsiteY6" fmla="*/ 21397 h 82296"/>
                  <a:gd name="connsiteX7" fmla="*/ 19202 w 73152"/>
                  <a:gd name="connsiteY7" fmla="*/ 28164 h 82296"/>
                  <a:gd name="connsiteX8" fmla="*/ 17008 w 73152"/>
                  <a:gd name="connsiteY8" fmla="*/ 37490 h 82296"/>
                  <a:gd name="connsiteX9" fmla="*/ 57607 w 73152"/>
                  <a:gd name="connsiteY9" fmla="*/ 37490 h 82296"/>
                  <a:gd name="connsiteX10" fmla="*/ 74798 w 73152"/>
                  <a:gd name="connsiteY10" fmla="*/ 43800 h 82296"/>
                  <a:gd name="connsiteX11" fmla="*/ 74615 w 73152"/>
                  <a:gd name="connsiteY11" fmla="*/ 48189 h 82296"/>
                  <a:gd name="connsiteX12" fmla="*/ 74249 w 73152"/>
                  <a:gd name="connsiteY12" fmla="*/ 51572 h 82296"/>
                  <a:gd name="connsiteX13" fmla="*/ 16642 w 73152"/>
                  <a:gd name="connsiteY13" fmla="*/ 51572 h 82296"/>
                  <a:gd name="connsiteX14" fmla="*/ 19385 w 73152"/>
                  <a:gd name="connsiteY14" fmla="*/ 62362 h 82296"/>
                  <a:gd name="connsiteX15" fmla="*/ 24323 w 73152"/>
                  <a:gd name="connsiteY15" fmla="*/ 69769 h 82296"/>
                  <a:gd name="connsiteX16" fmla="*/ 30907 w 73152"/>
                  <a:gd name="connsiteY16" fmla="*/ 74066 h 82296"/>
                  <a:gd name="connsiteX17" fmla="*/ 38588 w 73152"/>
                  <a:gd name="connsiteY17" fmla="*/ 75438 h 82296"/>
                  <a:gd name="connsiteX18" fmla="*/ 43891 w 73152"/>
                  <a:gd name="connsiteY18" fmla="*/ 74981 h 82296"/>
                  <a:gd name="connsiteX19" fmla="*/ 48737 w 73152"/>
                  <a:gd name="connsiteY19" fmla="*/ 73518 h 82296"/>
                  <a:gd name="connsiteX20" fmla="*/ 52852 w 73152"/>
                  <a:gd name="connsiteY20" fmla="*/ 71506 h 82296"/>
                  <a:gd name="connsiteX21" fmla="*/ 57516 w 73152"/>
                  <a:gd name="connsiteY21" fmla="*/ 68489 h 82296"/>
                  <a:gd name="connsiteX22" fmla="*/ 67666 w 73152"/>
                  <a:gd name="connsiteY22" fmla="*/ 79370 h 82296"/>
                  <a:gd name="connsiteX23" fmla="*/ 61448 w 73152"/>
                  <a:gd name="connsiteY23" fmla="*/ 84308 h 82296"/>
                  <a:gd name="connsiteX24" fmla="*/ 55047 w 73152"/>
                  <a:gd name="connsiteY24" fmla="*/ 87691 h 82296"/>
                  <a:gd name="connsiteX25" fmla="*/ 47274 w 73152"/>
                  <a:gd name="connsiteY25" fmla="*/ 89977 h 82296"/>
                  <a:gd name="connsiteX26" fmla="*/ 37673 w 73152"/>
                  <a:gd name="connsiteY26" fmla="*/ 90800 h 82296"/>
                  <a:gd name="connsiteX27" fmla="*/ 27066 w 73152"/>
                  <a:gd name="connsiteY27" fmla="*/ 89245 h 82296"/>
                  <a:gd name="connsiteX28" fmla="*/ 18288 w 73152"/>
                  <a:gd name="connsiteY28" fmla="*/ 85131 h 82296"/>
                  <a:gd name="connsiteX29" fmla="*/ 11430 w 73152"/>
                  <a:gd name="connsiteY29" fmla="*/ 79278 h 82296"/>
                  <a:gd name="connsiteX30" fmla="*/ 5669 w 73152"/>
                  <a:gd name="connsiteY30" fmla="*/ 70866 h 82296"/>
                  <a:gd name="connsiteX31" fmla="*/ 1463 w 73152"/>
                  <a:gd name="connsiteY31" fmla="*/ 59345 h 82296"/>
                  <a:gd name="connsiteX32" fmla="*/ 0 w 73152"/>
                  <a:gd name="connsiteY32" fmla="*/ 45446 h 82296"/>
                  <a:gd name="connsiteX33" fmla="*/ 2835 w 73152"/>
                  <a:gd name="connsiteY33" fmla="*/ 25878 h 82296"/>
                  <a:gd name="connsiteX34" fmla="*/ 10698 w 73152"/>
                  <a:gd name="connsiteY34" fmla="*/ 11613 h 82296"/>
                  <a:gd name="connsiteX35" fmla="*/ 22768 w 73152"/>
                  <a:gd name="connsiteY35" fmla="*/ 2926 h 82296"/>
                  <a:gd name="connsiteX36" fmla="*/ 38222 w 73152"/>
                  <a:gd name="connsiteY36" fmla="*/ 0 h 82296"/>
                  <a:gd name="connsiteX37" fmla="*/ 54407 w 73152"/>
                  <a:gd name="connsiteY37" fmla="*/ 3566 h 82296"/>
                  <a:gd name="connsiteX38" fmla="*/ 65837 w 73152"/>
                  <a:gd name="connsiteY38" fmla="*/ 13076 h 82296"/>
                  <a:gd name="connsiteX39" fmla="*/ 72695 w 73152"/>
                  <a:gd name="connsiteY39" fmla="*/ 26975 h 82296"/>
                  <a:gd name="connsiteX40" fmla="*/ 74798 w 73152"/>
                  <a:gd name="connsiteY40" fmla="*/ 43800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3152" h="82296">
                    <a:moveTo>
                      <a:pt x="57607" y="37490"/>
                    </a:moveTo>
                    <a:cubicBezTo>
                      <a:pt x="57333" y="34564"/>
                      <a:pt x="56876" y="31730"/>
                      <a:pt x="56053" y="29078"/>
                    </a:cubicBezTo>
                    <a:cubicBezTo>
                      <a:pt x="55230" y="26426"/>
                      <a:pt x="53950" y="24140"/>
                      <a:pt x="52304" y="22128"/>
                    </a:cubicBezTo>
                    <a:cubicBezTo>
                      <a:pt x="50658" y="20117"/>
                      <a:pt x="48555" y="18562"/>
                      <a:pt x="46086" y="17374"/>
                    </a:cubicBezTo>
                    <a:cubicBezTo>
                      <a:pt x="43525" y="16185"/>
                      <a:pt x="40599" y="15636"/>
                      <a:pt x="37033" y="15636"/>
                    </a:cubicBezTo>
                    <a:cubicBezTo>
                      <a:pt x="34016" y="15636"/>
                      <a:pt x="31364" y="16093"/>
                      <a:pt x="29078" y="17099"/>
                    </a:cubicBezTo>
                    <a:cubicBezTo>
                      <a:pt x="26792" y="18105"/>
                      <a:pt x="24872" y="19477"/>
                      <a:pt x="23226" y="21397"/>
                    </a:cubicBezTo>
                    <a:cubicBezTo>
                      <a:pt x="21580" y="23226"/>
                      <a:pt x="20300" y="25512"/>
                      <a:pt x="19202" y="28164"/>
                    </a:cubicBezTo>
                    <a:cubicBezTo>
                      <a:pt x="18105" y="30815"/>
                      <a:pt x="17465" y="33924"/>
                      <a:pt x="17008" y="37490"/>
                    </a:cubicBezTo>
                    <a:lnTo>
                      <a:pt x="57607" y="37490"/>
                    </a:lnTo>
                    <a:close/>
                    <a:moveTo>
                      <a:pt x="74798" y="43800"/>
                    </a:moveTo>
                    <a:cubicBezTo>
                      <a:pt x="74798" y="45354"/>
                      <a:pt x="74706" y="46817"/>
                      <a:pt x="74615" y="48189"/>
                    </a:cubicBezTo>
                    <a:cubicBezTo>
                      <a:pt x="74524" y="49560"/>
                      <a:pt x="74432" y="50658"/>
                      <a:pt x="74249" y="51572"/>
                    </a:cubicBezTo>
                    <a:lnTo>
                      <a:pt x="16642" y="51572"/>
                    </a:lnTo>
                    <a:cubicBezTo>
                      <a:pt x="17099" y="55778"/>
                      <a:pt x="18014" y="59345"/>
                      <a:pt x="19385" y="62362"/>
                    </a:cubicBezTo>
                    <a:cubicBezTo>
                      <a:pt x="20757" y="65380"/>
                      <a:pt x="22403" y="67848"/>
                      <a:pt x="24323" y="69769"/>
                    </a:cubicBezTo>
                    <a:cubicBezTo>
                      <a:pt x="26243" y="71689"/>
                      <a:pt x="28438" y="73152"/>
                      <a:pt x="30907" y="74066"/>
                    </a:cubicBezTo>
                    <a:cubicBezTo>
                      <a:pt x="33376" y="74981"/>
                      <a:pt x="35936" y="75438"/>
                      <a:pt x="38588" y="75438"/>
                    </a:cubicBezTo>
                    <a:cubicBezTo>
                      <a:pt x="40508" y="75438"/>
                      <a:pt x="42245" y="75255"/>
                      <a:pt x="43891" y="74981"/>
                    </a:cubicBezTo>
                    <a:cubicBezTo>
                      <a:pt x="45537" y="74615"/>
                      <a:pt x="47183" y="74158"/>
                      <a:pt x="48737" y="73518"/>
                    </a:cubicBezTo>
                    <a:cubicBezTo>
                      <a:pt x="50292" y="72878"/>
                      <a:pt x="51664" y="72238"/>
                      <a:pt x="52852" y="71506"/>
                    </a:cubicBezTo>
                    <a:cubicBezTo>
                      <a:pt x="54041" y="70866"/>
                      <a:pt x="55595" y="69769"/>
                      <a:pt x="57516" y="68489"/>
                    </a:cubicBezTo>
                    <a:lnTo>
                      <a:pt x="67666" y="79370"/>
                    </a:lnTo>
                    <a:cubicBezTo>
                      <a:pt x="65471" y="81382"/>
                      <a:pt x="63459" y="83119"/>
                      <a:pt x="61448" y="84308"/>
                    </a:cubicBezTo>
                    <a:cubicBezTo>
                      <a:pt x="59527" y="85588"/>
                      <a:pt x="57333" y="86685"/>
                      <a:pt x="55047" y="87691"/>
                    </a:cubicBezTo>
                    <a:cubicBezTo>
                      <a:pt x="52761" y="88697"/>
                      <a:pt x="50109" y="89428"/>
                      <a:pt x="47274" y="89977"/>
                    </a:cubicBezTo>
                    <a:cubicBezTo>
                      <a:pt x="44348" y="90526"/>
                      <a:pt x="41148" y="90800"/>
                      <a:pt x="37673" y="90800"/>
                    </a:cubicBezTo>
                    <a:cubicBezTo>
                      <a:pt x="33924" y="90800"/>
                      <a:pt x="30358" y="90251"/>
                      <a:pt x="27066" y="89245"/>
                    </a:cubicBezTo>
                    <a:cubicBezTo>
                      <a:pt x="23774" y="88148"/>
                      <a:pt x="20848" y="86777"/>
                      <a:pt x="18288" y="85131"/>
                    </a:cubicBezTo>
                    <a:cubicBezTo>
                      <a:pt x="15728" y="83393"/>
                      <a:pt x="13442" y="81473"/>
                      <a:pt x="11430" y="79278"/>
                    </a:cubicBezTo>
                    <a:cubicBezTo>
                      <a:pt x="9418" y="77084"/>
                      <a:pt x="7498" y="74249"/>
                      <a:pt x="5669" y="70866"/>
                    </a:cubicBezTo>
                    <a:cubicBezTo>
                      <a:pt x="3840" y="67391"/>
                      <a:pt x="2469" y="63642"/>
                      <a:pt x="1463" y="59345"/>
                    </a:cubicBezTo>
                    <a:cubicBezTo>
                      <a:pt x="457" y="55138"/>
                      <a:pt x="0" y="50475"/>
                      <a:pt x="0" y="45446"/>
                    </a:cubicBezTo>
                    <a:cubicBezTo>
                      <a:pt x="0" y="38130"/>
                      <a:pt x="914" y="31547"/>
                      <a:pt x="2835" y="25878"/>
                    </a:cubicBezTo>
                    <a:cubicBezTo>
                      <a:pt x="4663" y="20208"/>
                      <a:pt x="7315" y="15453"/>
                      <a:pt x="10698" y="11613"/>
                    </a:cubicBezTo>
                    <a:cubicBezTo>
                      <a:pt x="14082" y="7772"/>
                      <a:pt x="18014" y="4846"/>
                      <a:pt x="22768" y="2926"/>
                    </a:cubicBezTo>
                    <a:cubicBezTo>
                      <a:pt x="27432" y="914"/>
                      <a:pt x="32644" y="0"/>
                      <a:pt x="38222" y="0"/>
                    </a:cubicBezTo>
                    <a:cubicBezTo>
                      <a:pt x="44440" y="0"/>
                      <a:pt x="49835" y="1189"/>
                      <a:pt x="54407" y="3566"/>
                    </a:cubicBezTo>
                    <a:cubicBezTo>
                      <a:pt x="58979" y="5944"/>
                      <a:pt x="62819" y="9053"/>
                      <a:pt x="65837" y="13076"/>
                    </a:cubicBezTo>
                    <a:cubicBezTo>
                      <a:pt x="68854" y="17008"/>
                      <a:pt x="71140" y="21671"/>
                      <a:pt x="72695" y="26975"/>
                    </a:cubicBezTo>
                    <a:cubicBezTo>
                      <a:pt x="74066" y="32278"/>
                      <a:pt x="74798" y="37856"/>
                      <a:pt x="74798" y="43800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857BA56-D9B3-4268-89E4-9DE9F39C7B7C}"/>
                  </a:ext>
                </a:extLst>
              </p:cNvPr>
              <p:cNvSpPr/>
              <p:nvPr/>
            </p:nvSpPr>
            <p:spPr>
              <a:xfrm>
                <a:off x="1978523" y="6065672"/>
                <a:ext cx="64008" cy="82296"/>
              </a:xfrm>
              <a:custGeom>
                <a:avLst/>
                <a:gdLst>
                  <a:gd name="connsiteX0" fmla="*/ 62545 w 64008"/>
                  <a:gd name="connsiteY0" fmla="*/ 9693 h 82296"/>
                  <a:gd name="connsiteX1" fmla="*/ 55047 w 64008"/>
                  <a:gd name="connsiteY1" fmla="*/ 22860 h 82296"/>
                  <a:gd name="connsiteX2" fmla="*/ 44257 w 64008"/>
                  <a:gd name="connsiteY2" fmla="*/ 17191 h 82296"/>
                  <a:gd name="connsiteX3" fmla="*/ 32553 w 64008"/>
                  <a:gd name="connsiteY3" fmla="*/ 15362 h 82296"/>
                  <a:gd name="connsiteX4" fmla="*/ 23409 w 64008"/>
                  <a:gd name="connsiteY4" fmla="*/ 17556 h 82296"/>
                  <a:gd name="connsiteX5" fmla="*/ 20574 w 64008"/>
                  <a:gd name="connsiteY5" fmla="*/ 23226 h 82296"/>
                  <a:gd name="connsiteX6" fmla="*/ 21306 w 64008"/>
                  <a:gd name="connsiteY6" fmla="*/ 26335 h 82296"/>
                  <a:gd name="connsiteX7" fmla="*/ 23774 w 64008"/>
                  <a:gd name="connsiteY7" fmla="*/ 29261 h 82296"/>
                  <a:gd name="connsiteX8" fmla="*/ 28712 w 64008"/>
                  <a:gd name="connsiteY8" fmla="*/ 32370 h 82296"/>
                  <a:gd name="connsiteX9" fmla="*/ 36759 w 64008"/>
                  <a:gd name="connsiteY9" fmla="*/ 35936 h 82296"/>
                  <a:gd name="connsiteX10" fmla="*/ 49469 w 64008"/>
                  <a:gd name="connsiteY10" fmla="*/ 41331 h 82296"/>
                  <a:gd name="connsiteX11" fmla="*/ 58613 w 64008"/>
                  <a:gd name="connsiteY11" fmla="*/ 47092 h 82296"/>
                  <a:gd name="connsiteX12" fmla="*/ 64191 w 64008"/>
                  <a:gd name="connsiteY12" fmla="*/ 54590 h 82296"/>
                  <a:gd name="connsiteX13" fmla="*/ 66111 w 64008"/>
                  <a:gd name="connsiteY13" fmla="*/ 65014 h 82296"/>
                  <a:gd name="connsiteX14" fmla="*/ 63368 w 64008"/>
                  <a:gd name="connsiteY14" fmla="*/ 77175 h 82296"/>
                  <a:gd name="connsiteX15" fmla="*/ 56144 w 64008"/>
                  <a:gd name="connsiteY15" fmla="*/ 85131 h 82296"/>
                  <a:gd name="connsiteX16" fmla="*/ 45720 w 64008"/>
                  <a:gd name="connsiteY16" fmla="*/ 89428 h 82296"/>
                  <a:gd name="connsiteX17" fmla="*/ 33376 w 64008"/>
                  <a:gd name="connsiteY17" fmla="*/ 90708 h 82296"/>
                  <a:gd name="connsiteX18" fmla="*/ 16002 w 64008"/>
                  <a:gd name="connsiteY18" fmla="*/ 87691 h 82296"/>
                  <a:gd name="connsiteX19" fmla="*/ 0 w 64008"/>
                  <a:gd name="connsiteY19" fmla="*/ 79553 h 82296"/>
                  <a:gd name="connsiteX20" fmla="*/ 7772 w 64008"/>
                  <a:gd name="connsiteY20" fmla="*/ 66660 h 82296"/>
                  <a:gd name="connsiteX21" fmla="*/ 20483 w 64008"/>
                  <a:gd name="connsiteY21" fmla="*/ 73061 h 82296"/>
                  <a:gd name="connsiteX22" fmla="*/ 33193 w 64008"/>
                  <a:gd name="connsiteY22" fmla="*/ 75255 h 82296"/>
                  <a:gd name="connsiteX23" fmla="*/ 45171 w 64008"/>
                  <a:gd name="connsiteY23" fmla="*/ 72786 h 82296"/>
                  <a:gd name="connsiteX24" fmla="*/ 49103 w 64008"/>
                  <a:gd name="connsiteY24" fmla="*/ 65654 h 82296"/>
                  <a:gd name="connsiteX25" fmla="*/ 47732 w 64008"/>
                  <a:gd name="connsiteY25" fmla="*/ 61265 h 82296"/>
                  <a:gd name="connsiteX26" fmla="*/ 43708 w 64008"/>
                  <a:gd name="connsiteY26" fmla="*/ 57699 h 82296"/>
                  <a:gd name="connsiteX27" fmla="*/ 37399 w 64008"/>
                  <a:gd name="connsiteY27" fmla="*/ 54498 h 82296"/>
                  <a:gd name="connsiteX28" fmla="*/ 28986 w 64008"/>
                  <a:gd name="connsiteY28" fmla="*/ 51115 h 82296"/>
                  <a:gd name="connsiteX29" fmla="*/ 17008 w 64008"/>
                  <a:gd name="connsiteY29" fmla="*/ 45720 h 82296"/>
                  <a:gd name="connsiteX30" fmla="*/ 9053 w 64008"/>
                  <a:gd name="connsiteY30" fmla="*/ 39868 h 82296"/>
                  <a:gd name="connsiteX31" fmla="*/ 4663 w 64008"/>
                  <a:gd name="connsiteY31" fmla="*/ 32827 h 82296"/>
                  <a:gd name="connsiteX32" fmla="*/ 3292 w 64008"/>
                  <a:gd name="connsiteY32" fmla="*/ 23774 h 82296"/>
                  <a:gd name="connsiteX33" fmla="*/ 5486 w 64008"/>
                  <a:gd name="connsiteY33" fmla="*/ 13442 h 82296"/>
                  <a:gd name="connsiteX34" fmla="*/ 11613 w 64008"/>
                  <a:gd name="connsiteY34" fmla="*/ 6035 h 82296"/>
                  <a:gd name="connsiteX35" fmla="*/ 21031 w 64008"/>
                  <a:gd name="connsiteY35" fmla="*/ 1554 h 82296"/>
                  <a:gd name="connsiteX36" fmla="*/ 33010 w 64008"/>
                  <a:gd name="connsiteY36" fmla="*/ 0 h 82296"/>
                  <a:gd name="connsiteX37" fmla="*/ 49012 w 64008"/>
                  <a:gd name="connsiteY37" fmla="*/ 2652 h 82296"/>
                  <a:gd name="connsiteX38" fmla="*/ 62545 w 64008"/>
                  <a:gd name="connsiteY38" fmla="*/ 9693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64008" h="82296">
                    <a:moveTo>
                      <a:pt x="62545" y="9693"/>
                    </a:moveTo>
                    <a:lnTo>
                      <a:pt x="55047" y="22860"/>
                    </a:lnTo>
                    <a:cubicBezTo>
                      <a:pt x="51481" y="20300"/>
                      <a:pt x="47915" y="18471"/>
                      <a:pt x="44257" y="17191"/>
                    </a:cubicBezTo>
                    <a:cubicBezTo>
                      <a:pt x="40599" y="16002"/>
                      <a:pt x="36667" y="15362"/>
                      <a:pt x="32553" y="15362"/>
                    </a:cubicBezTo>
                    <a:cubicBezTo>
                      <a:pt x="28346" y="15362"/>
                      <a:pt x="25329" y="16093"/>
                      <a:pt x="23409" y="17556"/>
                    </a:cubicBezTo>
                    <a:cubicBezTo>
                      <a:pt x="21488" y="19020"/>
                      <a:pt x="20574" y="20940"/>
                      <a:pt x="20574" y="23226"/>
                    </a:cubicBezTo>
                    <a:cubicBezTo>
                      <a:pt x="20574" y="24323"/>
                      <a:pt x="20848" y="25329"/>
                      <a:pt x="21306" y="26335"/>
                    </a:cubicBezTo>
                    <a:cubicBezTo>
                      <a:pt x="21763" y="27341"/>
                      <a:pt x="22586" y="28255"/>
                      <a:pt x="23774" y="29261"/>
                    </a:cubicBezTo>
                    <a:cubicBezTo>
                      <a:pt x="24963" y="30267"/>
                      <a:pt x="26609" y="31272"/>
                      <a:pt x="28712" y="32370"/>
                    </a:cubicBezTo>
                    <a:cubicBezTo>
                      <a:pt x="30815" y="33467"/>
                      <a:pt x="33467" y="34656"/>
                      <a:pt x="36759" y="35936"/>
                    </a:cubicBezTo>
                    <a:cubicBezTo>
                      <a:pt x="41605" y="37856"/>
                      <a:pt x="45903" y="39685"/>
                      <a:pt x="49469" y="41331"/>
                    </a:cubicBezTo>
                    <a:cubicBezTo>
                      <a:pt x="53127" y="43068"/>
                      <a:pt x="56144" y="44988"/>
                      <a:pt x="58613" y="47092"/>
                    </a:cubicBezTo>
                    <a:cubicBezTo>
                      <a:pt x="61082" y="49195"/>
                      <a:pt x="62911" y="51755"/>
                      <a:pt x="64191" y="54590"/>
                    </a:cubicBezTo>
                    <a:cubicBezTo>
                      <a:pt x="65471" y="57424"/>
                      <a:pt x="66111" y="60899"/>
                      <a:pt x="66111" y="65014"/>
                    </a:cubicBezTo>
                    <a:cubicBezTo>
                      <a:pt x="66111" y="69860"/>
                      <a:pt x="65197" y="73884"/>
                      <a:pt x="63368" y="77175"/>
                    </a:cubicBezTo>
                    <a:cubicBezTo>
                      <a:pt x="61539" y="80467"/>
                      <a:pt x="59162" y="83119"/>
                      <a:pt x="56144" y="85131"/>
                    </a:cubicBezTo>
                    <a:cubicBezTo>
                      <a:pt x="53127" y="87142"/>
                      <a:pt x="49652" y="88605"/>
                      <a:pt x="45720" y="89428"/>
                    </a:cubicBezTo>
                    <a:cubicBezTo>
                      <a:pt x="41788" y="90251"/>
                      <a:pt x="37673" y="90708"/>
                      <a:pt x="33376" y="90708"/>
                    </a:cubicBezTo>
                    <a:cubicBezTo>
                      <a:pt x="27889" y="90708"/>
                      <a:pt x="22037" y="89703"/>
                      <a:pt x="16002" y="87691"/>
                    </a:cubicBezTo>
                    <a:cubicBezTo>
                      <a:pt x="9876" y="85679"/>
                      <a:pt x="4572" y="82936"/>
                      <a:pt x="0" y="79553"/>
                    </a:cubicBezTo>
                    <a:lnTo>
                      <a:pt x="7772" y="66660"/>
                    </a:lnTo>
                    <a:cubicBezTo>
                      <a:pt x="11887" y="69494"/>
                      <a:pt x="16093" y="71598"/>
                      <a:pt x="20483" y="73061"/>
                    </a:cubicBezTo>
                    <a:cubicBezTo>
                      <a:pt x="24872" y="74524"/>
                      <a:pt x="29078" y="75255"/>
                      <a:pt x="33193" y="75255"/>
                    </a:cubicBezTo>
                    <a:cubicBezTo>
                      <a:pt x="38588" y="75255"/>
                      <a:pt x="42611" y="74432"/>
                      <a:pt x="45171" y="72786"/>
                    </a:cubicBezTo>
                    <a:cubicBezTo>
                      <a:pt x="47732" y="71140"/>
                      <a:pt x="49103" y="68763"/>
                      <a:pt x="49103" y="65654"/>
                    </a:cubicBezTo>
                    <a:cubicBezTo>
                      <a:pt x="49103" y="64008"/>
                      <a:pt x="48646" y="62545"/>
                      <a:pt x="47732" y="61265"/>
                    </a:cubicBezTo>
                    <a:cubicBezTo>
                      <a:pt x="46817" y="59985"/>
                      <a:pt x="45446" y="58796"/>
                      <a:pt x="43708" y="57699"/>
                    </a:cubicBezTo>
                    <a:cubicBezTo>
                      <a:pt x="41971" y="56601"/>
                      <a:pt x="39868" y="55504"/>
                      <a:pt x="37399" y="54498"/>
                    </a:cubicBezTo>
                    <a:cubicBezTo>
                      <a:pt x="34930" y="53401"/>
                      <a:pt x="32095" y="52304"/>
                      <a:pt x="28986" y="51115"/>
                    </a:cubicBezTo>
                    <a:cubicBezTo>
                      <a:pt x="24323" y="49286"/>
                      <a:pt x="20300" y="47457"/>
                      <a:pt x="17008" y="45720"/>
                    </a:cubicBezTo>
                    <a:cubicBezTo>
                      <a:pt x="13716" y="43983"/>
                      <a:pt x="11064" y="41971"/>
                      <a:pt x="9053" y="39868"/>
                    </a:cubicBezTo>
                    <a:cubicBezTo>
                      <a:pt x="7041" y="37765"/>
                      <a:pt x="5578" y="35387"/>
                      <a:pt x="4663" y="32827"/>
                    </a:cubicBezTo>
                    <a:cubicBezTo>
                      <a:pt x="3749" y="30267"/>
                      <a:pt x="3292" y="27249"/>
                      <a:pt x="3292" y="23774"/>
                    </a:cubicBezTo>
                    <a:cubicBezTo>
                      <a:pt x="3292" y="19934"/>
                      <a:pt x="4023" y="16459"/>
                      <a:pt x="5486" y="13442"/>
                    </a:cubicBezTo>
                    <a:cubicBezTo>
                      <a:pt x="6949" y="10516"/>
                      <a:pt x="8961" y="8047"/>
                      <a:pt x="11613" y="6035"/>
                    </a:cubicBezTo>
                    <a:cubicBezTo>
                      <a:pt x="14265" y="4023"/>
                      <a:pt x="17374" y="2560"/>
                      <a:pt x="21031" y="1554"/>
                    </a:cubicBezTo>
                    <a:cubicBezTo>
                      <a:pt x="24689" y="549"/>
                      <a:pt x="28621" y="0"/>
                      <a:pt x="33010" y="0"/>
                    </a:cubicBezTo>
                    <a:cubicBezTo>
                      <a:pt x="38496" y="0"/>
                      <a:pt x="43800" y="914"/>
                      <a:pt x="49012" y="2652"/>
                    </a:cubicBezTo>
                    <a:cubicBezTo>
                      <a:pt x="54224" y="4481"/>
                      <a:pt x="58704" y="6767"/>
                      <a:pt x="62545" y="9693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2128D96E-7497-4096-9588-20C914C1966C}"/>
                  </a:ext>
                </a:extLst>
              </p:cNvPr>
              <p:cNvSpPr/>
              <p:nvPr/>
            </p:nvSpPr>
            <p:spPr>
              <a:xfrm>
                <a:off x="2054509" y="6033760"/>
                <a:ext cx="45720" cy="118872"/>
              </a:xfrm>
              <a:custGeom>
                <a:avLst/>
                <a:gdLst>
                  <a:gd name="connsiteX0" fmla="*/ 48738 w 45720"/>
                  <a:gd name="connsiteY0" fmla="*/ 118689 h 118872"/>
                  <a:gd name="connsiteX1" fmla="*/ 41331 w 45720"/>
                  <a:gd name="connsiteY1" fmla="*/ 121615 h 118872"/>
                  <a:gd name="connsiteX2" fmla="*/ 32004 w 45720"/>
                  <a:gd name="connsiteY2" fmla="*/ 122712 h 118872"/>
                  <a:gd name="connsiteX3" fmla="*/ 24232 w 45720"/>
                  <a:gd name="connsiteY3" fmla="*/ 121432 h 118872"/>
                  <a:gd name="connsiteX4" fmla="*/ 18105 w 45720"/>
                  <a:gd name="connsiteY4" fmla="*/ 117500 h 118872"/>
                  <a:gd name="connsiteX5" fmla="*/ 13899 w 45720"/>
                  <a:gd name="connsiteY5" fmla="*/ 110368 h 118872"/>
                  <a:gd name="connsiteX6" fmla="*/ 12436 w 45720"/>
                  <a:gd name="connsiteY6" fmla="*/ 99670 h 118872"/>
                  <a:gd name="connsiteX7" fmla="*/ 12436 w 45720"/>
                  <a:gd name="connsiteY7" fmla="*/ 49378 h 118872"/>
                  <a:gd name="connsiteX8" fmla="*/ 0 w 45720"/>
                  <a:gd name="connsiteY8" fmla="*/ 49378 h 118872"/>
                  <a:gd name="connsiteX9" fmla="*/ 0 w 45720"/>
                  <a:gd name="connsiteY9" fmla="*/ 33833 h 118872"/>
                  <a:gd name="connsiteX10" fmla="*/ 12436 w 45720"/>
                  <a:gd name="connsiteY10" fmla="*/ 33833 h 118872"/>
                  <a:gd name="connsiteX11" fmla="*/ 12436 w 45720"/>
                  <a:gd name="connsiteY11" fmla="*/ 8961 h 118872"/>
                  <a:gd name="connsiteX12" fmla="*/ 29169 w 45720"/>
                  <a:gd name="connsiteY12" fmla="*/ 0 h 118872"/>
                  <a:gd name="connsiteX13" fmla="*/ 29169 w 45720"/>
                  <a:gd name="connsiteY13" fmla="*/ 33833 h 118872"/>
                  <a:gd name="connsiteX14" fmla="*/ 50749 w 45720"/>
                  <a:gd name="connsiteY14" fmla="*/ 33833 h 118872"/>
                  <a:gd name="connsiteX15" fmla="*/ 50749 w 45720"/>
                  <a:gd name="connsiteY15" fmla="*/ 49378 h 118872"/>
                  <a:gd name="connsiteX16" fmla="*/ 29169 w 45720"/>
                  <a:gd name="connsiteY16" fmla="*/ 49378 h 118872"/>
                  <a:gd name="connsiteX17" fmla="*/ 29169 w 45720"/>
                  <a:gd name="connsiteY17" fmla="*/ 96652 h 118872"/>
                  <a:gd name="connsiteX18" fmla="*/ 29718 w 45720"/>
                  <a:gd name="connsiteY18" fmla="*/ 101681 h 118872"/>
                  <a:gd name="connsiteX19" fmla="*/ 31364 w 45720"/>
                  <a:gd name="connsiteY19" fmla="*/ 104882 h 118872"/>
                  <a:gd name="connsiteX20" fmla="*/ 34199 w 45720"/>
                  <a:gd name="connsiteY20" fmla="*/ 106619 h 118872"/>
                  <a:gd name="connsiteX21" fmla="*/ 38222 w 45720"/>
                  <a:gd name="connsiteY21" fmla="*/ 107076 h 118872"/>
                  <a:gd name="connsiteX22" fmla="*/ 44988 w 45720"/>
                  <a:gd name="connsiteY22" fmla="*/ 105979 h 118872"/>
                  <a:gd name="connsiteX23" fmla="*/ 50749 w 45720"/>
                  <a:gd name="connsiteY23" fmla="*/ 103510 h 118872"/>
                  <a:gd name="connsiteX24" fmla="*/ 48738 w 45720"/>
                  <a:gd name="connsiteY24" fmla="*/ 118689 h 118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720" h="118872">
                    <a:moveTo>
                      <a:pt x="48738" y="118689"/>
                    </a:moveTo>
                    <a:cubicBezTo>
                      <a:pt x="46634" y="119878"/>
                      <a:pt x="44166" y="120884"/>
                      <a:pt x="41331" y="121615"/>
                    </a:cubicBezTo>
                    <a:cubicBezTo>
                      <a:pt x="38496" y="122347"/>
                      <a:pt x="35387" y="122712"/>
                      <a:pt x="32004" y="122712"/>
                    </a:cubicBezTo>
                    <a:cubicBezTo>
                      <a:pt x="29078" y="122712"/>
                      <a:pt x="26426" y="122255"/>
                      <a:pt x="24232" y="121432"/>
                    </a:cubicBezTo>
                    <a:cubicBezTo>
                      <a:pt x="21946" y="120609"/>
                      <a:pt x="19934" y="119238"/>
                      <a:pt x="18105" y="117500"/>
                    </a:cubicBezTo>
                    <a:cubicBezTo>
                      <a:pt x="16276" y="115672"/>
                      <a:pt x="14905" y="113294"/>
                      <a:pt x="13899" y="110368"/>
                    </a:cubicBezTo>
                    <a:cubicBezTo>
                      <a:pt x="12893" y="107442"/>
                      <a:pt x="12436" y="103876"/>
                      <a:pt x="12436" y="99670"/>
                    </a:cubicBezTo>
                    <a:lnTo>
                      <a:pt x="12436" y="49378"/>
                    </a:lnTo>
                    <a:lnTo>
                      <a:pt x="0" y="49378"/>
                    </a:lnTo>
                    <a:lnTo>
                      <a:pt x="0" y="33833"/>
                    </a:lnTo>
                    <a:lnTo>
                      <a:pt x="12436" y="33833"/>
                    </a:lnTo>
                    <a:lnTo>
                      <a:pt x="12436" y="8961"/>
                    </a:lnTo>
                    <a:lnTo>
                      <a:pt x="29169" y="0"/>
                    </a:lnTo>
                    <a:lnTo>
                      <a:pt x="29169" y="33833"/>
                    </a:lnTo>
                    <a:lnTo>
                      <a:pt x="50749" y="33833"/>
                    </a:lnTo>
                    <a:lnTo>
                      <a:pt x="50749" y="49378"/>
                    </a:lnTo>
                    <a:lnTo>
                      <a:pt x="29169" y="49378"/>
                    </a:lnTo>
                    <a:lnTo>
                      <a:pt x="29169" y="96652"/>
                    </a:lnTo>
                    <a:cubicBezTo>
                      <a:pt x="29169" y="98664"/>
                      <a:pt x="29352" y="100401"/>
                      <a:pt x="29718" y="101681"/>
                    </a:cubicBezTo>
                    <a:cubicBezTo>
                      <a:pt x="30084" y="103053"/>
                      <a:pt x="30632" y="104059"/>
                      <a:pt x="31364" y="104882"/>
                    </a:cubicBezTo>
                    <a:cubicBezTo>
                      <a:pt x="32095" y="105705"/>
                      <a:pt x="33010" y="106253"/>
                      <a:pt x="34199" y="106619"/>
                    </a:cubicBezTo>
                    <a:cubicBezTo>
                      <a:pt x="35387" y="106893"/>
                      <a:pt x="36667" y="107076"/>
                      <a:pt x="38222" y="107076"/>
                    </a:cubicBezTo>
                    <a:cubicBezTo>
                      <a:pt x="40416" y="107076"/>
                      <a:pt x="42702" y="106710"/>
                      <a:pt x="44988" y="105979"/>
                    </a:cubicBezTo>
                    <a:cubicBezTo>
                      <a:pt x="47274" y="105247"/>
                      <a:pt x="49195" y="104516"/>
                      <a:pt x="50749" y="103510"/>
                    </a:cubicBezTo>
                    <a:lnTo>
                      <a:pt x="48738" y="118689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1C105520-93AB-4E1F-B81A-11931DA4B9C0}"/>
                  </a:ext>
                </a:extLst>
              </p:cNvPr>
              <p:cNvSpPr/>
              <p:nvPr/>
            </p:nvSpPr>
            <p:spPr>
              <a:xfrm>
                <a:off x="2123364" y="6034126"/>
                <a:ext cx="18288" cy="118872"/>
              </a:xfrm>
              <a:custGeom>
                <a:avLst/>
                <a:gdLst>
                  <a:gd name="connsiteX0" fmla="*/ 2560 w 18288"/>
                  <a:gd name="connsiteY0" fmla="*/ 33467 h 118872"/>
                  <a:gd name="connsiteX1" fmla="*/ 19660 w 18288"/>
                  <a:gd name="connsiteY1" fmla="*/ 33467 h 118872"/>
                  <a:gd name="connsiteX2" fmla="*/ 19660 w 18288"/>
                  <a:gd name="connsiteY2" fmla="*/ 120518 h 118872"/>
                  <a:gd name="connsiteX3" fmla="*/ 2560 w 18288"/>
                  <a:gd name="connsiteY3" fmla="*/ 120518 h 118872"/>
                  <a:gd name="connsiteX4" fmla="*/ 2560 w 18288"/>
                  <a:gd name="connsiteY4" fmla="*/ 33467 h 118872"/>
                  <a:gd name="connsiteX5" fmla="*/ 22128 w 18288"/>
                  <a:gd name="connsiteY5" fmla="*/ 11156 h 118872"/>
                  <a:gd name="connsiteX6" fmla="*/ 21214 w 18288"/>
                  <a:gd name="connsiteY6" fmla="*/ 15453 h 118872"/>
                  <a:gd name="connsiteX7" fmla="*/ 18837 w 18288"/>
                  <a:gd name="connsiteY7" fmla="*/ 18928 h 118872"/>
                  <a:gd name="connsiteX8" fmla="*/ 15362 w 18288"/>
                  <a:gd name="connsiteY8" fmla="*/ 21306 h 118872"/>
                  <a:gd name="connsiteX9" fmla="*/ 11156 w 18288"/>
                  <a:gd name="connsiteY9" fmla="*/ 22220 h 118872"/>
                  <a:gd name="connsiteX10" fmla="*/ 6858 w 18288"/>
                  <a:gd name="connsiteY10" fmla="*/ 21306 h 118872"/>
                  <a:gd name="connsiteX11" fmla="*/ 3292 w 18288"/>
                  <a:gd name="connsiteY11" fmla="*/ 18928 h 118872"/>
                  <a:gd name="connsiteX12" fmla="*/ 914 w 18288"/>
                  <a:gd name="connsiteY12" fmla="*/ 15453 h 118872"/>
                  <a:gd name="connsiteX13" fmla="*/ 0 w 18288"/>
                  <a:gd name="connsiteY13" fmla="*/ 11156 h 118872"/>
                  <a:gd name="connsiteX14" fmla="*/ 914 w 18288"/>
                  <a:gd name="connsiteY14" fmla="*/ 6858 h 118872"/>
                  <a:gd name="connsiteX15" fmla="*/ 3292 w 18288"/>
                  <a:gd name="connsiteY15" fmla="*/ 3292 h 118872"/>
                  <a:gd name="connsiteX16" fmla="*/ 6858 w 18288"/>
                  <a:gd name="connsiteY16" fmla="*/ 914 h 118872"/>
                  <a:gd name="connsiteX17" fmla="*/ 11156 w 18288"/>
                  <a:gd name="connsiteY17" fmla="*/ 0 h 118872"/>
                  <a:gd name="connsiteX18" fmla="*/ 15362 w 18288"/>
                  <a:gd name="connsiteY18" fmla="*/ 914 h 118872"/>
                  <a:gd name="connsiteX19" fmla="*/ 18837 w 18288"/>
                  <a:gd name="connsiteY19" fmla="*/ 3292 h 118872"/>
                  <a:gd name="connsiteX20" fmla="*/ 21214 w 18288"/>
                  <a:gd name="connsiteY20" fmla="*/ 6858 h 118872"/>
                  <a:gd name="connsiteX21" fmla="*/ 22128 w 18288"/>
                  <a:gd name="connsiteY21" fmla="*/ 11156 h 118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288" h="118872">
                    <a:moveTo>
                      <a:pt x="2560" y="33467"/>
                    </a:moveTo>
                    <a:lnTo>
                      <a:pt x="19660" y="33467"/>
                    </a:lnTo>
                    <a:lnTo>
                      <a:pt x="19660" y="120518"/>
                    </a:lnTo>
                    <a:lnTo>
                      <a:pt x="2560" y="120518"/>
                    </a:lnTo>
                    <a:lnTo>
                      <a:pt x="2560" y="33467"/>
                    </a:lnTo>
                    <a:close/>
                    <a:moveTo>
                      <a:pt x="22128" y="11156"/>
                    </a:moveTo>
                    <a:cubicBezTo>
                      <a:pt x="22128" y="12710"/>
                      <a:pt x="21854" y="14082"/>
                      <a:pt x="21214" y="15453"/>
                    </a:cubicBezTo>
                    <a:cubicBezTo>
                      <a:pt x="20574" y="16825"/>
                      <a:pt x="19842" y="17922"/>
                      <a:pt x="18837" y="18928"/>
                    </a:cubicBezTo>
                    <a:cubicBezTo>
                      <a:pt x="17831" y="19934"/>
                      <a:pt x="16642" y="20757"/>
                      <a:pt x="15362" y="21306"/>
                    </a:cubicBezTo>
                    <a:cubicBezTo>
                      <a:pt x="14082" y="21946"/>
                      <a:pt x="12619" y="22220"/>
                      <a:pt x="11156" y="22220"/>
                    </a:cubicBezTo>
                    <a:cubicBezTo>
                      <a:pt x="9601" y="22220"/>
                      <a:pt x="8230" y="21946"/>
                      <a:pt x="6858" y="21306"/>
                    </a:cubicBezTo>
                    <a:cubicBezTo>
                      <a:pt x="5486" y="20757"/>
                      <a:pt x="4298" y="19934"/>
                      <a:pt x="3292" y="18928"/>
                    </a:cubicBezTo>
                    <a:cubicBezTo>
                      <a:pt x="2286" y="17922"/>
                      <a:pt x="1554" y="16734"/>
                      <a:pt x="914" y="15453"/>
                    </a:cubicBezTo>
                    <a:cubicBezTo>
                      <a:pt x="274" y="14173"/>
                      <a:pt x="0" y="12710"/>
                      <a:pt x="0" y="11156"/>
                    </a:cubicBezTo>
                    <a:cubicBezTo>
                      <a:pt x="0" y="9693"/>
                      <a:pt x="274" y="8230"/>
                      <a:pt x="914" y="6858"/>
                    </a:cubicBezTo>
                    <a:cubicBezTo>
                      <a:pt x="1554" y="5486"/>
                      <a:pt x="2286" y="4298"/>
                      <a:pt x="3292" y="3292"/>
                    </a:cubicBezTo>
                    <a:cubicBezTo>
                      <a:pt x="4298" y="2286"/>
                      <a:pt x="5486" y="1463"/>
                      <a:pt x="6858" y="914"/>
                    </a:cubicBezTo>
                    <a:cubicBezTo>
                      <a:pt x="8230" y="274"/>
                      <a:pt x="9601" y="0"/>
                      <a:pt x="11156" y="0"/>
                    </a:cubicBezTo>
                    <a:cubicBezTo>
                      <a:pt x="12710" y="0"/>
                      <a:pt x="14082" y="274"/>
                      <a:pt x="15362" y="914"/>
                    </a:cubicBezTo>
                    <a:cubicBezTo>
                      <a:pt x="16642" y="1463"/>
                      <a:pt x="17831" y="2286"/>
                      <a:pt x="18837" y="3292"/>
                    </a:cubicBezTo>
                    <a:cubicBezTo>
                      <a:pt x="19842" y="4298"/>
                      <a:pt x="20574" y="5486"/>
                      <a:pt x="21214" y="6858"/>
                    </a:cubicBezTo>
                    <a:cubicBezTo>
                      <a:pt x="21854" y="8230"/>
                      <a:pt x="22128" y="9601"/>
                      <a:pt x="22128" y="11156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D43A3C56-6ABE-49CE-9AA1-A54CDD03B8C1}"/>
                  </a:ext>
                </a:extLst>
              </p:cNvPr>
              <p:cNvSpPr/>
              <p:nvPr/>
            </p:nvSpPr>
            <p:spPr>
              <a:xfrm>
                <a:off x="2161494" y="6065764"/>
                <a:ext cx="73152" cy="82296"/>
              </a:xfrm>
              <a:custGeom>
                <a:avLst/>
                <a:gdLst>
                  <a:gd name="connsiteX0" fmla="*/ 60442 w 73152"/>
                  <a:gd name="connsiteY0" fmla="*/ 45354 h 82296"/>
                  <a:gd name="connsiteX1" fmla="*/ 58887 w 73152"/>
                  <a:gd name="connsiteY1" fmla="*/ 33284 h 82296"/>
                  <a:gd name="connsiteX2" fmla="*/ 54498 w 73152"/>
                  <a:gd name="connsiteY2" fmla="*/ 24140 h 82296"/>
                  <a:gd name="connsiteX3" fmla="*/ 47457 w 73152"/>
                  <a:gd name="connsiteY3" fmla="*/ 18288 h 82296"/>
                  <a:gd name="connsiteX4" fmla="*/ 38130 w 73152"/>
                  <a:gd name="connsiteY4" fmla="*/ 16185 h 82296"/>
                  <a:gd name="connsiteX5" fmla="*/ 29444 w 73152"/>
                  <a:gd name="connsiteY5" fmla="*/ 18288 h 82296"/>
                  <a:gd name="connsiteX6" fmla="*/ 22860 w 73152"/>
                  <a:gd name="connsiteY6" fmla="*/ 24140 h 82296"/>
                  <a:gd name="connsiteX7" fmla="*/ 18654 w 73152"/>
                  <a:gd name="connsiteY7" fmla="*/ 33193 h 82296"/>
                  <a:gd name="connsiteX8" fmla="*/ 17191 w 73152"/>
                  <a:gd name="connsiteY8" fmla="*/ 44897 h 82296"/>
                  <a:gd name="connsiteX9" fmla="*/ 18745 w 73152"/>
                  <a:gd name="connsiteY9" fmla="*/ 57607 h 82296"/>
                  <a:gd name="connsiteX10" fmla="*/ 23226 w 73152"/>
                  <a:gd name="connsiteY10" fmla="*/ 66843 h 82296"/>
                  <a:gd name="connsiteX11" fmla="*/ 30084 w 73152"/>
                  <a:gd name="connsiteY11" fmla="*/ 72512 h 82296"/>
                  <a:gd name="connsiteX12" fmla="*/ 38954 w 73152"/>
                  <a:gd name="connsiteY12" fmla="*/ 74432 h 82296"/>
                  <a:gd name="connsiteX13" fmla="*/ 47732 w 73152"/>
                  <a:gd name="connsiteY13" fmla="*/ 72146 h 82296"/>
                  <a:gd name="connsiteX14" fmla="*/ 54498 w 73152"/>
                  <a:gd name="connsiteY14" fmla="*/ 65928 h 82296"/>
                  <a:gd name="connsiteX15" fmla="*/ 58796 w 73152"/>
                  <a:gd name="connsiteY15" fmla="*/ 56693 h 82296"/>
                  <a:gd name="connsiteX16" fmla="*/ 60442 w 73152"/>
                  <a:gd name="connsiteY16" fmla="*/ 45354 h 82296"/>
                  <a:gd name="connsiteX17" fmla="*/ 77724 w 73152"/>
                  <a:gd name="connsiteY17" fmla="*/ 44897 h 82296"/>
                  <a:gd name="connsiteX18" fmla="*/ 74706 w 73152"/>
                  <a:gd name="connsiteY18" fmla="*/ 64282 h 82296"/>
                  <a:gd name="connsiteX19" fmla="*/ 66477 w 73152"/>
                  <a:gd name="connsiteY19" fmla="*/ 78730 h 82296"/>
                  <a:gd name="connsiteX20" fmla="*/ 53950 w 73152"/>
                  <a:gd name="connsiteY20" fmla="*/ 87691 h 82296"/>
                  <a:gd name="connsiteX21" fmla="*/ 38405 w 73152"/>
                  <a:gd name="connsiteY21" fmla="*/ 90800 h 82296"/>
                  <a:gd name="connsiteX22" fmla="*/ 23134 w 73152"/>
                  <a:gd name="connsiteY22" fmla="*/ 87600 h 82296"/>
                  <a:gd name="connsiteX23" fmla="*/ 10973 w 73152"/>
                  <a:gd name="connsiteY23" fmla="*/ 78364 h 82296"/>
                  <a:gd name="connsiteX24" fmla="*/ 2926 w 73152"/>
                  <a:gd name="connsiteY24" fmla="*/ 64008 h 82296"/>
                  <a:gd name="connsiteX25" fmla="*/ 0 w 73152"/>
                  <a:gd name="connsiteY25" fmla="*/ 45446 h 82296"/>
                  <a:gd name="connsiteX26" fmla="*/ 3018 w 73152"/>
                  <a:gd name="connsiteY26" fmla="*/ 26335 h 82296"/>
                  <a:gd name="connsiteX27" fmla="*/ 11247 w 73152"/>
                  <a:gd name="connsiteY27" fmla="*/ 12070 h 82296"/>
                  <a:gd name="connsiteX28" fmla="*/ 23592 w 73152"/>
                  <a:gd name="connsiteY28" fmla="*/ 3109 h 82296"/>
                  <a:gd name="connsiteX29" fmla="*/ 38954 w 73152"/>
                  <a:gd name="connsiteY29" fmla="*/ 0 h 82296"/>
                  <a:gd name="connsiteX30" fmla="*/ 54407 w 73152"/>
                  <a:gd name="connsiteY30" fmla="*/ 3200 h 82296"/>
                  <a:gd name="connsiteX31" fmla="*/ 66660 w 73152"/>
                  <a:gd name="connsiteY31" fmla="*/ 12253 h 82296"/>
                  <a:gd name="connsiteX32" fmla="*/ 74798 w 73152"/>
                  <a:gd name="connsiteY32" fmla="*/ 26426 h 82296"/>
                  <a:gd name="connsiteX33" fmla="*/ 77724 w 73152"/>
                  <a:gd name="connsiteY33" fmla="*/ 44897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3152" h="82296">
                    <a:moveTo>
                      <a:pt x="60442" y="45354"/>
                    </a:moveTo>
                    <a:cubicBezTo>
                      <a:pt x="60442" y="40965"/>
                      <a:pt x="59893" y="36942"/>
                      <a:pt x="58887" y="33284"/>
                    </a:cubicBezTo>
                    <a:cubicBezTo>
                      <a:pt x="57882" y="29718"/>
                      <a:pt x="56418" y="26609"/>
                      <a:pt x="54498" y="24140"/>
                    </a:cubicBezTo>
                    <a:cubicBezTo>
                      <a:pt x="52578" y="21580"/>
                      <a:pt x="50201" y="19660"/>
                      <a:pt x="47457" y="18288"/>
                    </a:cubicBezTo>
                    <a:cubicBezTo>
                      <a:pt x="44714" y="16916"/>
                      <a:pt x="41605" y="16185"/>
                      <a:pt x="38130" y="16185"/>
                    </a:cubicBezTo>
                    <a:cubicBezTo>
                      <a:pt x="34930" y="16185"/>
                      <a:pt x="32004" y="16916"/>
                      <a:pt x="29444" y="18288"/>
                    </a:cubicBezTo>
                    <a:cubicBezTo>
                      <a:pt x="26883" y="19660"/>
                      <a:pt x="24689" y="21580"/>
                      <a:pt x="22860" y="24140"/>
                    </a:cubicBezTo>
                    <a:cubicBezTo>
                      <a:pt x="21031" y="26700"/>
                      <a:pt x="19660" y="29627"/>
                      <a:pt x="18654" y="33193"/>
                    </a:cubicBezTo>
                    <a:cubicBezTo>
                      <a:pt x="17648" y="36667"/>
                      <a:pt x="17191" y="40599"/>
                      <a:pt x="17191" y="44897"/>
                    </a:cubicBezTo>
                    <a:cubicBezTo>
                      <a:pt x="17191" y="49743"/>
                      <a:pt x="17739" y="53950"/>
                      <a:pt x="18745" y="57607"/>
                    </a:cubicBezTo>
                    <a:cubicBezTo>
                      <a:pt x="19751" y="61265"/>
                      <a:pt x="21306" y="64374"/>
                      <a:pt x="23226" y="66843"/>
                    </a:cubicBezTo>
                    <a:cubicBezTo>
                      <a:pt x="25146" y="69312"/>
                      <a:pt x="27432" y="71232"/>
                      <a:pt x="30084" y="72512"/>
                    </a:cubicBezTo>
                    <a:cubicBezTo>
                      <a:pt x="32736" y="73792"/>
                      <a:pt x="35753" y="74432"/>
                      <a:pt x="38954" y="74432"/>
                    </a:cubicBezTo>
                    <a:cubicBezTo>
                      <a:pt x="42154" y="74432"/>
                      <a:pt x="45080" y="73701"/>
                      <a:pt x="47732" y="72146"/>
                    </a:cubicBezTo>
                    <a:cubicBezTo>
                      <a:pt x="50384" y="70592"/>
                      <a:pt x="52578" y="68489"/>
                      <a:pt x="54498" y="65928"/>
                    </a:cubicBezTo>
                    <a:cubicBezTo>
                      <a:pt x="56327" y="63276"/>
                      <a:pt x="57790" y="60259"/>
                      <a:pt x="58796" y="56693"/>
                    </a:cubicBezTo>
                    <a:cubicBezTo>
                      <a:pt x="59985" y="53127"/>
                      <a:pt x="60442" y="49378"/>
                      <a:pt x="60442" y="45354"/>
                    </a:cubicBezTo>
                    <a:moveTo>
                      <a:pt x="77724" y="44897"/>
                    </a:moveTo>
                    <a:cubicBezTo>
                      <a:pt x="77724" y="52121"/>
                      <a:pt x="76718" y="58613"/>
                      <a:pt x="74706" y="64282"/>
                    </a:cubicBezTo>
                    <a:cubicBezTo>
                      <a:pt x="72695" y="69952"/>
                      <a:pt x="69952" y="74798"/>
                      <a:pt x="66477" y="78730"/>
                    </a:cubicBezTo>
                    <a:cubicBezTo>
                      <a:pt x="63002" y="82662"/>
                      <a:pt x="58796" y="85679"/>
                      <a:pt x="53950" y="87691"/>
                    </a:cubicBezTo>
                    <a:cubicBezTo>
                      <a:pt x="49103" y="89703"/>
                      <a:pt x="43983" y="90800"/>
                      <a:pt x="38405" y="90800"/>
                    </a:cubicBezTo>
                    <a:cubicBezTo>
                      <a:pt x="32918" y="90800"/>
                      <a:pt x="27798" y="89703"/>
                      <a:pt x="23134" y="87600"/>
                    </a:cubicBezTo>
                    <a:cubicBezTo>
                      <a:pt x="18471" y="85405"/>
                      <a:pt x="14448" y="82387"/>
                      <a:pt x="10973" y="78364"/>
                    </a:cubicBezTo>
                    <a:cubicBezTo>
                      <a:pt x="7498" y="74341"/>
                      <a:pt x="4846" y="69586"/>
                      <a:pt x="2926" y="64008"/>
                    </a:cubicBezTo>
                    <a:cubicBezTo>
                      <a:pt x="1006" y="58430"/>
                      <a:pt x="0" y="52212"/>
                      <a:pt x="0" y="45446"/>
                    </a:cubicBezTo>
                    <a:cubicBezTo>
                      <a:pt x="0" y="38313"/>
                      <a:pt x="1006" y="31913"/>
                      <a:pt x="3018" y="26335"/>
                    </a:cubicBezTo>
                    <a:cubicBezTo>
                      <a:pt x="5029" y="20757"/>
                      <a:pt x="7772" y="15911"/>
                      <a:pt x="11247" y="12070"/>
                    </a:cubicBezTo>
                    <a:cubicBezTo>
                      <a:pt x="14722" y="8138"/>
                      <a:pt x="18837" y="5212"/>
                      <a:pt x="23592" y="3109"/>
                    </a:cubicBezTo>
                    <a:cubicBezTo>
                      <a:pt x="28346" y="1006"/>
                      <a:pt x="33467" y="0"/>
                      <a:pt x="38954" y="0"/>
                    </a:cubicBezTo>
                    <a:cubicBezTo>
                      <a:pt x="44531" y="0"/>
                      <a:pt x="49652" y="1097"/>
                      <a:pt x="54407" y="3200"/>
                    </a:cubicBezTo>
                    <a:cubicBezTo>
                      <a:pt x="59162" y="5304"/>
                      <a:pt x="63185" y="8412"/>
                      <a:pt x="66660" y="12253"/>
                    </a:cubicBezTo>
                    <a:cubicBezTo>
                      <a:pt x="70134" y="16185"/>
                      <a:pt x="72786" y="20848"/>
                      <a:pt x="74798" y="26426"/>
                    </a:cubicBezTo>
                    <a:cubicBezTo>
                      <a:pt x="76718" y="31913"/>
                      <a:pt x="77724" y="38039"/>
                      <a:pt x="77724" y="44897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4D61F452-5036-4CAA-B929-629545BFA66C}"/>
                  </a:ext>
                </a:extLst>
              </p:cNvPr>
              <p:cNvSpPr/>
              <p:nvPr/>
            </p:nvSpPr>
            <p:spPr>
              <a:xfrm>
                <a:off x="2256866" y="6065672"/>
                <a:ext cx="64008" cy="82296"/>
              </a:xfrm>
              <a:custGeom>
                <a:avLst/>
                <a:gdLst>
                  <a:gd name="connsiteX0" fmla="*/ 52944 w 64008"/>
                  <a:gd name="connsiteY0" fmla="*/ 88971 h 82296"/>
                  <a:gd name="connsiteX1" fmla="*/ 52944 w 64008"/>
                  <a:gd name="connsiteY1" fmla="*/ 39685 h 82296"/>
                  <a:gd name="connsiteX2" fmla="*/ 48738 w 64008"/>
                  <a:gd name="connsiteY2" fmla="*/ 21854 h 82296"/>
                  <a:gd name="connsiteX3" fmla="*/ 35022 w 64008"/>
                  <a:gd name="connsiteY3" fmla="*/ 15819 h 82296"/>
                  <a:gd name="connsiteX4" fmla="*/ 27432 w 64008"/>
                  <a:gd name="connsiteY4" fmla="*/ 17282 h 82296"/>
                  <a:gd name="connsiteX5" fmla="*/ 21580 w 64008"/>
                  <a:gd name="connsiteY5" fmla="*/ 21854 h 82296"/>
                  <a:gd name="connsiteX6" fmla="*/ 18196 w 64008"/>
                  <a:gd name="connsiteY6" fmla="*/ 29078 h 82296"/>
                  <a:gd name="connsiteX7" fmla="*/ 17099 w 64008"/>
                  <a:gd name="connsiteY7" fmla="*/ 38039 h 82296"/>
                  <a:gd name="connsiteX8" fmla="*/ 17099 w 64008"/>
                  <a:gd name="connsiteY8" fmla="*/ 88971 h 82296"/>
                  <a:gd name="connsiteX9" fmla="*/ 0 w 64008"/>
                  <a:gd name="connsiteY9" fmla="*/ 88971 h 82296"/>
                  <a:gd name="connsiteX10" fmla="*/ 0 w 64008"/>
                  <a:gd name="connsiteY10" fmla="*/ 1920 h 82296"/>
                  <a:gd name="connsiteX11" fmla="*/ 17099 w 64008"/>
                  <a:gd name="connsiteY11" fmla="*/ 1920 h 82296"/>
                  <a:gd name="connsiteX12" fmla="*/ 17099 w 64008"/>
                  <a:gd name="connsiteY12" fmla="*/ 10150 h 82296"/>
                  <a:gd name="connsiteX13" fmla="*/ 21031 w 64008"/>
                  <a:gd name="connsiteY13" fmla="*/ 5944 h 82296"/>
                  <a:gd name="connsiteX14" fmla="*/ 26243 w 64008"/>
                  <a:gd name="connsiteY14" fmla="*/ 2743 h 82296"/>
                  <a:gd name="connsiteX15" fmla="*/ 32278 w 64008"/>
                  <a:gd name="connsiteY15" fmla="*/ 732 h 82296"/>
                  <a:gd name="connsiteX16" fmla="*/ 38953 w 64008"/>
                  <a:gd name="connsiteY16" fmla="*/ 0 h 82296"/>
                  <a:gd name="connsiteX17" fmla="*/ 52578 w 64008"/>
                  <a:gd name="connsiteY17" fmla="*/ 2560 h 82296"/>
                  <a:gd name="connsiteX18" fmla="*/ 62179 w 64008"/>
                  <a:gd name="connsiteY18" fmla="*/ 9876 h 82296"/>
                  <a:gd name="connsiteX19" fmla="*/ 67940 w 64008"/>
                  <a:gd name="connsiteY19" fmla="*/ 21946 h 82296"/>
                  <a:gd name="connsiteX20" fmla="*/ 69860 w 64008"/>
                  <a:gd name="connsiteY20" fmla="*/ 39045 h 82296"/>
                  <a:gd name="connsiteX21" fmla="*/ 69860 w 64008"/>
                  <a:gd name="connsiteY21" fmla="*/ 88971 h 82296"/>
                  <a:gd name="connsiteX22" fmla="*/ 52944 w 64008"/>
                  <a:gd name="connsiteY22" fmla="*/ 88971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4008" h="82296">
                    <a:moveTo>
                      <a:pt x="52944" y="88971"/>
                    </a:moveTo>
                    <a:lnTo>
                      <a:pt x="52944" y="39685"/>
                    </a:lnTo>
                    <a:cubicBezTo>
                      <a:pt x="52944" y="31821"/>
                      <a:pt x="51572" y="25878"/>
                      <a:pt x="48738" y="21854"/>
                    </a:cubicBezTo>
                    <a:cubicBezTo>
                      <a:pt x="45903" y="17831"/>
                      <a:pt x="41331" y="15819"/>
                      <a:pt x="35022" y="15819"/>
                    </a:cubicBezTo>
                    <a:cubicBezTo>
                      <a:pt x="32278" y="15819"/>
                      <a:pt x="29718" y="16276"/>
                      <a:pt x="27432" y="17282"/>
                    </a:cubicBezTo>
                    <a:cubicBezTo>
                      <a:pt x="25146" y="18288"/>
                      <a:pt x="23134" y="19751"/>
                      <a:pt x="21580" y="21854"/>
                    </a:cubicBezTo>
                    <a:cubicBezTo>
                      <a:pt x="20025" y="23866"/>
                      <a:pt x="18928" y="26335"/>
                      <a:pt x="18196" y="29078"/>
                    </a:cubicBezTo>
                    <a:cubicBezTo>
                      <a:pt x="17465" y="31821"/>
                      <a:pt x="17099" y="34839"/>
                      <a:pt x="17099" y="38039"/>
                    </a:cubicBezTo>
                    <a:lnTo>
                      <a:pt x="17099" y="88971"/>
                    </a:lnTo>
                    <a:lnTo>
                      <a:pt x="0" y="88971"/>
                    </a:lnTo>
                    <a:lnTo>
                      <a:pt x="0" y="1920"/>
                    </a:lnTo>
                    <a:lnTo>
                      <a:pt x="17099" y="1920"/>
                    </a:lnTo>
                    <a:lnTo>
                      <a:pt x="17099" y="10150"/>
                    </a:lnTo>
                    <a:cubicBezTo>
                      <a:pt x="18196" y="8595"/>
                      <a:pt x="19477" y="7132"/>
                      <a:pt x="21031" y="5944"/>
                    </a:cubicBezTo>
                    <a:cubicBezTo>
                      <a:pt x="22586" y="4663"/>
                      <a:pt x="24323" y="3566"/>
                      <a:pt x="26243" y="2743"/>
                    </a:cubicBezTo>
                    <a:cubicBezTo>
                      <a:pt x="28164" y="1920"/>
                      <a:pt x="30175" y="1189"/>
                      <a:pt x="32278" y="732"/>
                    </a:cubicBezTo>
                    <a:cubicBezTo>
                      <a:pt x="34473" y="274"/>
                      <a:pt x="36667" y="0"/>
                      <a:pt x="38953" y="0"/>
                    </a:cubicBezTo>
                    <a:cubicBezTo>
                      <a:pt x="44166" y="0"/>
                      <a:pt x="48738" y="823"/>
                      <a:pt x="52578" y="2560"/>
                    </a:cubicBezTo>
                    <a:cubicBezTo>
                      <a:pt x="56418" y="4298"/>
                      <a:pt x="59619" y="6675"/>
                      <a:pt x="62179" y="9876"/>
                    </a:cubicBezTo>
                    <a:cubicBezTo>
                      <a:pt x="64740" y="13076"/>
                      <a:pt x="66660" y="17099"/>
                      <a:pt x="67940" y="21946"/>
                    </a:cubicBezTo>
                    <a:cubicBezTo>
                      <a:pt x="69220" y="26792"/>
                      <a:pt x="69860" y="32461"/>
                      <a:pt x="69860" y="39045"/>
                    </a:cubicBezTo>
                    <a:lnTo>
                      <a:pt x="69860" y="88971"/>
                    </a:lnTo>
                    <a:lnTo>
                      <a:pt x="52944" y="88971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282D995F-7615-4C2C-A1A0-C15BF1785394}"/>
                  </a:ext>
                </a:extLst>
              </p:cNvPr>
              <p:cNvSpPr/>
              <p:nvPr/>
            </p:nvSpPr>
            <p:spPr>
              <a:xfrm>
                <a:off x="2348306" y="6130138"/>
                <a:ext cx="18288" cy="18288"/>
              </a:xfrm>
              <a:custGeom>
                <a:avLst/>
                <a:gdLst>
                  <a:gd name="connsiteX0" fmla="*/ 26060 w 18288"/>
                  <a:gd name="connsiteY0" fmla="*/ 13259 h 18288"/>
                  <a:gd name="connsiteX1" fmla="*/ 25054 w 18288"/>
                  <a:gd name="connsiteY1" fmla="*/ 18379 h 18288"/>
                  <a:gd name="connsiteX2" fmla="*/ 22311 w 18288"/>
                  <a:gd name="connsiteY2" fmla="*/ 22586 h 18288"/>
                  <a:gd name="connsiteX3" fmla="*/ 18105 w 18288"/>
                  <a:gd name="connsiteY3" fmla="*/ 25420 h 18288"/>
                  <a:gd name="connsiteX4" fmla="*/ 12984 w 18288"/>
                  <a:gd name="connsiteY4" fmla="*/ 26426 h 18288"/>
                  <a:gd name="connsiteX5" fmla="*/ 7864 w 18288"/>
                  <a:gd name="connsiteY5" fmla="*/ 25420 h 18288"/>
                  <a:gd name="connsiteX6" fmla="*/ 3749 w 18288"/>
                  <a:gd name="connsiteY6" fmla="*/ 22586 h 18288"/>
                  <a:gd name="connsiteX7" fmla="*/ 1006 w 18288"/>
                  <a:gd name="connsiteY7" fmla="*/ 18379 h 18288"/>
                  <a:gd name="connsiteX8" fmla="*/ 0 w 18288"/>
                  <a:gd name="connsiteY8" fmla="*/ 13259 h 18288"/>
                  <a:gd name="connsiteX9" fmla="*/ 1006 w 18288"/>
                  <a:gd name="connsiteY9" fmla="*/ 8138 h 18288"/>
                  <a:gd name="connsiteX10" fmla="*/ 3749 w 18288"/>
                  <a:gd name="connsiteY10" fmla="*/ 3932 h 18288"/>
                  <a:gd name="connsiteX11" fmla="*/ 7864 w 18288"/>
                  <a:gd name="connsiteY11" fmla="*/ 1006 h 18288"/>
                  <a:gd name="connsiteX12" fmla="*/ 12984 w 18288"/>
                  <a:gd name="connsiteY12" fmla="*/ 0 h 18288"/>
                  <a:gd name="connsiteX13" fmla="*/ 18105 w 18288"/>
                  <a:gd name="connsiteY13" fmla="*/ 1006 h 18288"/>
                  <a:gd name="connsiteX14" fmla="*/ 22311 w 18288"/>
                  <a:gd name="connsiteY14" fmla="*/ 3932 h 18288"/>
                  <a:gd name="connsiteX15" fmla="*/ 25054 w 18288"/>
                  <a:gd name="connsiteY15" fmla="*/ 8138 h 18288"/>
                  <a:gd name="connsiteX16" fmla="*/ 26060 w 18288"/>
                  <a:gd name="connsiteY16" fmla="*/ 13259 h 1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288" h="18288">
                    <a:moveTo>
                      <a:pt x="26060" y="13259"/>
                    </a:moveTo>
                    <a:cubicBezTo>
                      <a:pt x="26060" y="15088"/>
                      <a:pt x="25695" y="16825"/>
                      <a:pt x="25054" y="18379"/>
                    </a:cubicBezTo>
                    <a:cubicBezTo>
                      <a:pt x="24414" y="19934"/>
                      <a:pt x="23409" y="21397"/>
                      <a:pt x="22311" y="22586"/>
                    </a:cubicBezTo>
                    <a:cubicBezTo>
                      <a:pt x="21123" y="23774"/>
                      <a:pt x="19751" y="24689"/>
                      <a:pt x="18105" y="25420"/>
                    </a:cubicBezTo>
                    <a:cubicBezTo>
                      <a:pt x="16551" y="26060"/>
                      <a:pt x="14813" y="26426"/>
                      <a:pt x="12984" y="26426"/>
                    </a:cubicBezTo>
                    <a:cubicBezTo>
                      <a:pt x="11156" y="26426"/>
                      <a:pt x="9418" y="26060"/>
                      <a:pt x="7864" y="25420"/>
                    </a:cubicBezTo>
                    <a:cubicBezTo>
                      <a:pt x="6218" y="24780"/>
                      <a:pt x="4846" y="23774"/>
                      <a:pt x="3749" y="22586"/>
                    </a:cubicBezTo>
                    <a:cubicBezTo>
                      <a:pt x="2560" y="21397"/>
                      <a:pt x="1646" y="20025"/>
                      <a:pt x="1006" y="18379"/>
                    </a:cubicBezTo>
                    <a:cubicBezTo>
                      <a:pt x="274" y="16825"/>
                      <a:pt x="0" y="15088"/>
                      <a:pt x="0" y="13259"/>
                    </a:cubicBezTo>
                    <a:cubicBezTo>
                      <a:pt x="0" y="11430"/>
                      <a:pt x="366" y="9693"/>
                      <a:pt x="1006" y="8138"/>
                    </a:cubicBezTo>
                    <a:cubicBezTo>
                      <a:pt x="1646" y="6584"/>
                      <a:pt x="2560" y="5121"/>
                      <a:pt x="3749" y="3932"/>
                    </a:cubicBezTo>
                    <a:cubicBezTo>
                      <a:pt x="4938" y="2743"/>
                      <a:pt x="6309" y="1737"/>
                      <a:pt x="7864" y="1006"/>
                    </a:cubicBezTo>
                    <a:cubicBezTo>
                      <a:pt x="9418" y="274"/>
                      <a:pt x="11156" y="0"/>
                      <a:pt x="12984" y="0"/>
                    </a:cubicBezTo>
                    <a:cubicBezTo>
                      <a:pt x="14813" y="0"/>
                      <a:pt x="16551" y="366"/>
                      <a:pt x="18105" y="1006"/>
                    </a:cubicBezTo>
                    <a:cubicBezTo>
                      <a:pt x="19660" y="1737"/>
                      <a:pt x="21123" y="2652"/>
                      <a:pt x="22311" y="3932"/>
                    </a:cubicBezTo>
                    <a:cubicBezTo>
                      <a:pt x="23500" y="5121"/>
                      <a:pt x="24414" y="6584"/>
                      <a:pt x="25054" y="8138"/>
                    </a:cubicBezTo>
                    <a:cubicBezTo>
                      <a:pt x="25695" y="9693"/>
                      <a:pt x="26060" y="11430"/>
                      <a:pt x="26060" y="13259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</p:grp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A8C41BA-1AEC-48F2-9539-E501793C9572}"/>
                </a:ext>
              </a:extLst>
            </p:cNvPr>
            <p:cNvSpPr/>
            <p:nvPr/>
          </p:nvSpPr>
          <p:spPr>
            <a:xfrm>
              <a:off x="2432888" y="6038515"/>
              <a:ext cx="82296" cy="109728"/>
            </a:xfrm>
            <a:custGeom>
              <a:avLst/>
              <a:gdLst>
                <a:gd name="connsiteX0" fmla="*/ 51298 w 82296"/>
                <a:gd name="connsiteY0" fmla="*/ 17008 h 109728"/>
                <a:gd name="connsiteX1" fmla="*/ 51298 w 82296"/>
                <a:gd name="connsiteY1" fmla="*/ 116129 h 109728"/>
                <a:gd name="connsiteX2" fmla="*/ 33833 w 82296"/>
                <a:gd name="connsiteY2" fmla="*/ 116129 h 109728"/>
                <a:gd name="connsiteX3" fmla="*/ 33833 w 82296"/>
                <a:gd name="connsiteY3" fmla="*/ 17008 h 109728"/>
                <a:gd name="connsiteX4" fmla="*/ 0 w 82296"/>
                <a:gd name="connsiteY4" fmla="*/ 17008 h 109728"/>
                <a:gd name="connsiteX5" fmla="*/ 0 w 82296"/>
                <a:gd name="connsiteY5" fmla="*/ 0 h 109728"/>
                <a:gd name="connsiteX6" fmla="*/ 85131 w 82296"/>
                <a:gd name="connsiteY6" fmla="*/ 0 h 109728"/>
                <a:gd name="connsiteX7" fmla="*/ 85131 w 82296"/>
                <a:gd name="connsiteY7" fmla="*/ 17008 h 109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296" h="109728">
                  <a:moveTo>
                    <a:pt x="51298" y="17008"/>
                  </a:moveTo>
                  <a:lnTo>
                    <a:pt x="51298" y="116129"/>
                  </a:lnTo>
                  <a:lnTo>
                    <a:pt x="33833" y="116129"/>
                  </a:lnTo>
                  <a:lnTo>
                    <a:pt x="33833" y="17008"/>
                  </a:lnTo>
                  <a:lnTo>
                    <a:pt x="0" y="17008"/>
                  </a:lnTo>
                  <a:lnTo>
                    <a:pt x="0" y="0"/>
                  </a:lnTo>
                  <a:lnTo>
                    <a:pt x="85131" y="0"/>
                  </a:lnTo>
                  <a:lnTo>
                    <a:pt x="85131" y="17008"/>
                  </a:lnTo>
                  <a:close/>
                </a:path>
              </a:pathLst>
            </a:custGeom>
            <a:solidFill>
              <a:srgbClr val="FFFFFF"/>
            </a:solidFill>
            <a:ln w="91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grpSp>
          <p:nvGrpSpPr>
            <p:cNvPr id="63" name="Graphic 2">
              <a:extLst>
                <a:ext uri="{FF2B5EF4-FFF2-40B4-BE49-F238E27FC236}">
                  <a16:creationId xmlns:a16="http://schemas.microsoft.com/office/drawing/2014/main" id="{69916B0C-9B62-4073-A26B-3F4B3A5DFA66}"/>
                </a:ext>
              </a:extLst>
            </p:cNvPr>
            <p:cNvGrpSpPr/>
            <p:nvPr/>
          </p:nvGrpSpPr>
          <p:grpSpPr>
            <a:xfrm>
              <a:off x="2532558" y="6033668"/>
              <a:ext cx="1234440" cy="118872"/>
              <a:chOff x="2532558" y="6033668"/>
              <a:chExt cx="1234440" cy="118872"/>
            </a:xfrm>
            <a:solidFill>
              <a:srgbClr val="FFFFFF"/>
            </a:solidFill>
          </p:grpSpPr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3EB62CDF-B750-4C29-B78D-77261D5E568D}"/>
                  </a:ext>
                </a:extLst>
              </p:cNvPr>
              <p:cNvSpPr/>
              <p:nvPr/>
            </p:nvSpPr>
            <p:spPr>
              <a:xfrm>
                <a:off x="2532558" y="6033760"/>
                <a:ext cx="64008" cy="118872"/>
              </a:xfrm>
              <a:custGeom>
                <a:avLst/>
                <a:gdLst>
                  <a:gd name="connsiteX0" fmla="*/ 52944 w 64008"/>
                  <a:gd name="connsiteY0" fmla="*/ 120884 h 118872"/>
                  <a:gd name="connsiteX1" fmla="*/ 52944 w 64008"/>
                  <a:gd name="connsiteY1" fmla="*/ 71598 h 118872"/>
                  <a:gd name="connsiteX2" fmla="*/ 48646 w 64008"/>
                  <a:gd name="connsiteY2" fmla="*/ 53584 h 118872"/>
                  <a:gd name="connsiteX3" fmla="*/ 35022 w 64008"/>
                  <a:gd name="connsiteY3" fmla="*/ 47640 h 118872"/>
                  <a:gd name="connsiteX4" fmla="*/ 27706 w 64008"/>
                  <a:gd name="connsiteY4" fmla="*/ 48920 h 118872"/>
                  <a:gd name="connsiteX5" fmla="*/ 21946 w 64008"/>
                  <a:gd name="connsiteY5" fmla="*/ 53218 h 118872"/>
                  <a:gd name="connsiteX6" fmla="*/ 18288 w 64008"/>
                  <a:gd name="connsiteY6" fmla="*/ 60259 h 118872"/>
                  <a:gd name="connsiteX7" fmla="*/ 17099 w 64008"/>
                  <a:gd name="connsiteY7" fmla="*/ 69860 h 118872"/>
                  <a:gd name="connsiteX8" fmla="*/ 17099 w 64008"/>
                  <a:gd name="connsiteY8" fmla="*/ 120792 h 118872"/>
                  <a:gd name="connsiteX9" fmla="*/ 0 w 64008"/>
                  <a:gd name="connsiteY9" fmla="*/ 120792 h 118872"/>
                  <a:gd name="connsiteX10" fmla="*/ 0 w 64008"/>
                  <a:gd name="connsiteY10" fmla="*/ 8961 h 118872"/>
                  <a:gd name="connsiteX11" fmla="*/ 17099 w 64008"/>
                  <a:gd name="connsiteY11" fmla="*/ 0 h 118872"/>
                  <a:gd name="connsiteX12" fmla="*/ 17099 w 64008"/>
                  <a:gd name="connsiteY12" fmla="*/ 42154 h 118872"/>
                  <a:gd name="connsiteX13" fmla="*/ 21031 w 64008"/>
                  <a:gd name="connsiteY13" fmla="*/ 37948 h 118872"/>
                  <a:gd name="connsiteX14" fmla="*/ 26243 w 64008"/>
                  <a:gd name="connsiteY14" fmla="*/ 34747 h 118872"/>
                  <a:gd name="connsiteX15" fmla="*/ 32278 w 64008"/>
                  <a:gd name="connsiteY15" fmla="*/ 32736 h 118872"/>
                  <a:gd name="connsiteX16" fmla="*/ 38954 w 64008"/>
                  <a:gd name="connsiteY16" fmla="*/ 32004 h 118872"/>
                  <a:gd name="connsiteX17" fmla="*/ 52578 w 64008"/>
                  <a:gd name="connsiteY17" fmla="*/ 34473 h 118872"/>
                  <a:gd name="connsiteX18" fmla="*/ 62271 w 64008"/>
                  <a:gd name="connsiteY18" fmla="*/ 41880 h 118872"/>
                  <a:gd name="connsiteX19" fmla="*/ 68123 w 64008"/>
                  <a:gd name="connsiteY19" fmla="*/ 54315 h 118872"/>
                  <a:gd name="connsiteX20" fmla="*/ 70043 w 64008"/>
                  <a:gd name="connsiteY20" fmla="*/ 70957 h 118872"/>
                  <a:gd name="connsiteX21" fmla="*/ 70043 w 64008"/>
                  <a:gd name="connsiteY21" fmla="*/ 120884 h 118872"/>
                  <a:gd name="connsiteX22" fmla="*/ 52944 w 64008"/>
                  <a:gd name="connsiteY22" fmla="*/ 120884 h 118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4008" h="118872">
                    <a:moveTo>
                      <a:pt x="52944" y="120884"/>
                    </a:moveTo>
                    <a:lnTo>
                      <a:pt x="52944" y="71598"/>
                    </a:lnTo>
                    <a:cubicBezTo>
                      <a:pt x="52944" y="63551"/>
                      <a:pt x="51481" y="57516"/>
                      <a:pt x="48646" y="53584"/>
                    </a:cubicBezTo>
                    <a:cubicBezTo>
                      <a:pt x="45812" y="49652"/>
                      <a:pt x="41240" y="47640"/>
                      <a:pt x="35022" y="47640"/>
                    </a:cubicBezTo>
                    <a:cubicBezTo>
                      <a:pt x="32370" y="47640"/>
                      <a:pt x="29901" y="48097"/>
                      <a:pt x="27706" y="48920"/>
                    </a:cubicBezTo>
                    <a:cubicBezTo>
                      <a:pt x="25420" y="49743"/>
                      <a:pt x="23500" y="51206"/>
                      <a:pt x="21946" y="53218"/>
                    </a:cubicBezTo>
                    <a:cubicBezTo>
                      <a:pt x="20300" y="55230"/>
                      <a:pt x="19202" y="57607"/>
                      <a:pt x="18288" y="60259"/>
                    </a:cubicBezTo>
                    <a:cubicBezTo>
                      <a:pt x="17465" y="63002"/>
                      <a:pt x="17099" y="66111"/>
                      <a:pt x="17099" y="69860"/>
                    </a:cubicBezTo>
                    <a:lnTo>
                      <a:pt x="17099" y="120792"/>
                    </a:lnTo>
                    <a:lnTo>
                      <a:pt x="0" y="120792"/>
                    </a:lnTo>
                    <a:lnTo>
                      <a:pt x="0" y="8961"/>
                    </a:lnTo>
                    <a:lnTo>
                      <a:pt x="17099" y="0"/>
                    </a:lnTo>
                    <a:lnTo>
                      <a:pt x="17099" y="42154"/>
                    </a:lnTo>
                    <a:cubicBezTo>
                      <a:pt x="18197" y="40599"/>
                      <a:pt x="19477" y="39136"/>
                      <a:pt x="21031" y="37948"/>
                    </a:cubicBezTo>
                    <a:cubicBezTo>
                      <a:pt x="22586" y="36667"/>
                      <a:pt x="24323" y="35570"/>
                      <a:pt x="26243" y="34747"/>
                    </a:cubicBezTo>
                    <a:cubicBezTo>
                      <a:pt x="28164" y="33924"/>
                      <a:pt x="30175" y="33193"/>
                      <a:pt x="32278" y="32736"/>
                    </a:cubicBezTo>
                    <a:cubicBezTo>
                      <a:pt x="34473" y="32278"/>
                      <a:pt x="36668" y="32004"/>
                      <a:pt x="38954" y="32004"/>
                    </a:cubicBezTo>
                    <a:cubicBezTo>
                      <a:pt x="44166" y="32004"/>
                      <a:pt x="48738" y="32827"/>
                      <a:pt x="52578" y="34473"/>
                    </a:cubicBezTo>
                    <a:cubicBezTo>
                      <a:pt x="56418" y="36119"/>
                      <a:pt x="59619" y="38588"/>
                      <a:pt x="62271" y="41880"/>
                    </a:cubicBezTo>
                    <a:cubicBezTo>
                      <a:pt x="64922" y="45171"/>
                      <a:pt x="66843" y="49286"/>
                      <a:pt x="68123" y="54315"/>
                    </a:cubicBezTo>
                    <a:cubicBezTo>
                      <a:pt x="69403" y="59345"/>
                      <a:pt x="70043" y="64922"/>
                      <a:pt x="70043" y="70957"/>
                    </a:cubicBezTo>
                    <a:lnTo>
                      <a:pt x="70043" y="120884"/>
                    </a:lnTo>
                    <a:lnTo>
                      <a:pt x="52944" y="120884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B9AFEAD8-CEC5-4DAD-AD77-D86353162DD0}"/>
                  </a:ext>
                </a:extLst>
              </p:cNvPr>
              <p:cNvSpPr/>
              <p:nvPr/>
            </p:nvSpPr>
            <p:spPr>
              <a:xfrm>
                <a:off x="2619609" y="6065581"/>
                <a:ext cx="73152" cy="82296"/>
              </a:xfrm>
              <a:custGeom>
                <a:avLst/>
                <a:gdLst>
                  <a:gd name="connsiteX0" fmla="*/ 57607 w 73152"/>
                  <a:gd name="connsiteY0" fmla="*/ 37490 h 82296"/>
                  <a:gd name="connsiteX1" fmla="*/ 56053 w 73152"/>
                  <a:gd name="connsiteY1" fmla="*/ 29078 h 82296"/>
                  <a:gd name="connsiteX2" fmla="*/ 52304 w 73152"/>
                  <a:gd name="connsiteY2" fmla="*/ 22128 h 82296"/>
                  <a:gd name="connsiteX3" fmla="*/ 46086 w 73152"/>
                  <a:gd name="connsiteY3" fmla="*/ 17374 h 82296"/>
                  <a:gd name="connsiteX4" fmla="*/ 37033 w 73152"/>
                  <a:gd name="connsiteY4" fmla="*/ 15636 h 82296"/>
                  <a:gd name="connsiteX5" fmla="*/ 29078 w 73152"/>
                  <a:gd name="connsiteY5" fmla="*/ 17099 h 82296"/>
                  <a:gd name="connsiteX6" fmla="*/ 23226 w 73152"/>
                  <a:gd name="connsiteY6" fmla="*/ 21397 h 82296"/>
                  <a:gd name="connsiteX7" fmla="*/ 19202 w 73152"/>
                  <a:gd name="connsiteY7" fmla="*/ 28164 h 82296"/>
                  <a:gd name="connsiteX8" fmla="*/ 17008 w 73152"/>
                  <a:gd name="connsiteY8" fmla="*/ 37490 h 82296"/>
                  <a:gd name="connsiteX9" fmla="*/ 57607 w 73152"/>
                  <a:gd name="connsiteY9" fmla="*/ 37490 h 82296"/>
                  <a:gd name="connsiteX10" fmla="*/ 74798 w 73152"/>
                  <a:gd name="connsiteY10" fmla="*/ 43800 h 82296"/>
                  <a:gd name="connsiteX11" fmla="*/ 74615 w 73152"/>
                  <a:gd name="connsiteY11" fmla="*/ 48189 h 82296"/>
                  <a:gd name="connsiteX12" fmla="*/ 74249 w 73152"/>
                  <a:gd name="connsiteY12" fmla="*/ 51572 h 82296"/>
                  <a:gd name="connsiteX13" fmla="*/ 16642 w 73152"/>
                  <a:gd name="connsiteY13" fmla="*/ 51572 h 82296"/>
                  <a:gd name="connsiteX14" fmla="*/ 19385 w 73152"/>
                  <a:gd name="connsiteY14" fmla="*/ 62362 h 82296"/>
                  <a:gd name="connsiteX15" fmla="*/ 24323 w 73152"/>
                  <a:gd name="connsiteY15" fmla="*/ 69769 h 82296"/>
                  <a:gd name="connsiteX16" fmla="*/ 30907 w 73152"/>
                  <a:gd name="connsiteY16" fmla="*/ 74066 h 82296"/>
                  <a:gd name="connsiteX17" fmla="*/ 38588 w 73152"/>
                  <a:gd name="connsiteY17" fmla="*/ 75438 h 82296"/>
                  <a:gd name="connsiteX18" fmla="*/ 43891 w 73152"/>
                  <a:gd name="connsiteY18" fmla="*/ 74981 h 82296"/>
                  <a:gd name="connsiteX19" fmla="*/ 48738 w 73152"/>
                  <a:gd name="connsiteY19" fmla="*/ 73518 h 82296"/>
                  <a:gd name="connsiteX20" fmla="*/ 52852 w 73152"/>
                  <a:gd name="connsiteY20" fmla="*/ 71506 h 82296"/>
                  <a:gd name="connsiteX21" fmla="*/ 57516 w 73152"/>
                  <a:gd name="connsiteY21" fmla="*/ 68489 h 82296"/>
                  <a:gd name="connsiteX22" fmla="*/ 67666 w 73152"/>
                  <a:gd name="connsiteY22" fmla="*/ 79370 h 82296"/>
                  <a:gd name="connsiteX23" fmla="*/ 61448 w 73152"/>
                  <a:gd name="connsiteY23" fmla="*/ 84308 h 82296"/>
                  <a:gd name="connsiteX24" fmla="*/ 55047 w 73152"/>
                  <a:gd name="connsiteY24" fmla="*/ 87691 h 82296"/>
                  <a:gd name="connsiteX25" fmla="*/ 47274 w 73152"/>
                  <a:gd name="connsiteY25" fmla="*/ 89977 h 82296"/>
                  <a:gd name="connsiteX26" fmla="*/ 37673 w 73152"/>
                  <a:gd name="connsiteY26" fmla="*/ 90800 h 82296"/>
                  <a:gd name="connsiteX27" fmla="*/ 27066 w 73152"/>
                  <a:gd name="connsiteY27" fmla="*/ 89245 h 82296"/>
                  <a:gd name="connsiteX28" fmla="*/ 18288 w 73152"/>
                  <a:gd name="connsiteY28" fmla="*/ 85131 h 82296"/>
                  <a:gd name="connsiteX29" fmla="*/ 11430 w 73152"/>
                  <a:gd name="connsiteY29" fmla="*/ 79278 h 82296"/>
                  <a:gd name="connsiteX30" fmla="*/ 5669 w 73152"/>
                  <a:gd name="connsiteY30" fmla="*/ 70866 h 82296"/>
                  <a:gd name="connsiteX31" fmla="*/ 1463 w 73152"/>
                  <a:gd name="connsiteY31" fmla="*/ 59345 h 82296"/>
                  <a:gd name="connsiteX32" fmla="*/ 0 w 73152"/>
                  <a:gd name="connsiteY32" fmla="*/ 45446 h 82296"/>
                  <a:gd name="connsiteX33" fmla="*/ 2835 w 73152"/>
                  <a:gd name="connsiteY33" fmla="*/ 25878 h 82296"/>
                  <a:gd name="connsiteX34" fmla="*/ 10698 w 73152"/>
                  <a:gd name="connsiteY34" fmla="*/ 11613 h 82296"/>
                  <a:gd name="connsiteX35" fmla="*/ 22769 w 73152"/>
                  <a:gd name="connsiteY35" fmla="*/ 2926 h 82296"/>
                  <a:gd name="connsiteX36" fmla="*/ 38222 w 73152"/>
                  <a:gd name="connsiteY36" fmla="*/ 0 h 82296"/>
                  <a:gd name="connsiteX37" fmla="*/ 54407 w 73152"/>
                  <a:gd name="connsiteY37" fmla="*/ 3566 h 82296"/>
                  <a:gd name="connsiteX38" fmla="*/ 65837 w 73152"/>
                  <a:gd name="connsiteY38" fmla="*/ 13076 h 82296"/>
                  <a:gd name="connsiteX39" fmla="*/ 72695 w 73152"/>
                  <a:gd name="connsiteY39" fmla="*/ 26975 h 82296"/>
                  <a:gd name="connsiteX40" fmla="*/ 74798 w 73152"/>
                  <a:gd name="connsiteY40" fmla="*/ 43800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3152" h="82296">
                    <a:moveTo>
                      <a:pt x="57607" y="37490"/>
                    </a:moveTo>
                    <a:cubicBezTo>
                      <a:pt x="57333" y="34564"/>
                      <a:pt x="56876" y="31730"/>
                      <a:pt x="56053" y="29078"/>
                    </a:cubicBezTo>
                    <a:cubicBezTo>
                      <a:pt x="55230" y="26426"/>
                      <a:pt x="53950" y="24140"/>
                      <a:pt x="52304" y="22128"/>
                    </a:cubicBezTo>
                    <a:cubicBezTo>
                      <a:pt x="50658" y="20117"/>
                      <a:pt x="48555" y="18562"/>
                      <a:pt x="46086" y="17374"/>
                    </a:cubicBezTo>
                    <a:cubicBezTo>
                      <a:pt x="43525" y="16185"/>
                      <a:pt x="40599" y="15636"/>
                      <a:pt x="37033" y="15636"/>
                    </a:cubicBezTo>
                    <a:cubicBezTo>
                      <a:pt x="34016" y="15636"/>
                      <a:pt x="31364" y="16093"/>
                      <a:pt x="29078" y="17099"/>
                    </a:cubicBezTo>
                    <a:cubicBezTo>
                      <a:pt x="26792" y="18105"/>
                      <a:pt x="24872" y="19477"/>
                      <a:pt x="23226" y="21397"/>
                    </a:cubicBezTo>
                    <a:cubicBezTo>
                      <a:pt x="21580" y="23226"/>
                      <a:pt x="20300" y="25512"/>
                      <a:pt x="19202" y="28164"/>
                    </a:cubicBezTo>
                    <a:cubicBezTo>
                      <a:pt x="18105" y="30815"/>
                      <a:pt x="17465" y="33924"/>
                      <a:pt x="17008" y="37490"/>
                    </a:cubicBezTo>
                    <a:lnTo>
                      <a:pt x="57607" y="37490"/>
                    </a:lnTo>
                    <a:close/>
                    <a:moveTo>
                      <a:pt x="74798" y="43800"/>
                    </a:moveTo>
                    <a:cubicBezTo>
                      <a:pt x="74798" y="45354"/>
                      <a:pt x="74706" y="46817"/>
                      <a:pt x="74615" y="48189"/>
                    </a:cubicBezTo>
                    <a:cubicBezTo>
                      <a:pt x="74524" y="49560"/>
                      <a:pt x="74432" y="50658"/>
                      <a:pt x="74249" y="51572"/>
                    </a:cubicBezTo>
                    <a:lnTo>
                      <a:pt x="16642" y="51572"/>
                    </a:lnTo>
                    <a:cubicBezTo>
                      <a:pt x="17099" y="55778"/>
                      <a:pt x="18014" y="59345"/>
                      <a:pt x="19385" y="62362"/>
                    </a:cubicBezTo>
                    <a:cubicBezTo>
                      <a:pt x="20757" y="65380"/>
                      <a:pt x="22403" y="67848"/>
                      <a:pt x="24323" y="69769"/>
                    </a:cubicBezTo>
                    <a:cubicBezTo>
                      <a:pt x="26243" y="71689"/>
                      <a:pt x="28438" y="73152"/>
                      <a:pt x="30907" y="74066"/>
                    </a:cubicBezTo>
                    <a:cubicBezTo>
                      <a:pt x="33376" y="74981"/>
                      <a:pt x="35936" y="75438"/>
                      <a:pt x="38588" y="75438"/>
                    </a:cubicBezTo>
                    <a:cubicBezTo>
                      <a:pt x="40508" y="75438"/>
                      <a:pt x="42245" y="75255"/>
                      <a:pt x="43891" y="74981"/>
                    </a:cubicBezTo>
                    <a:cubicBezTo>
                      <a:pt x="45537" y="74615"/>
                      <a:pt x="47183" y="74158"/>
                      <a:pt x="48738" y="73518"/>
                    </a:cubicBezTo>
                    <a:cubicBezTo>
                      <a:pt x="50292" y="72878"/>
                      <a:pt x="51664" y="72238"/>
                      <a:pt x="52852" y="71506"/>
                    </a:cubicBezTo>
                    <a:cubicBezTo>
                      <a:pt x="54041" y="70866"/>
                      <a:pt x="55596" y="69769"/>
                      <a:pt x="57516" y="68489"/>
                    </a:cubicBezTo>
                    <a:lnTo>
                      <a:pt x="67666" y="79370"/>
                    </a:lnTo>
                    <a:cubicBezTo>
                      <a:pt x="65471" y="81382"/>
                      <a:pt x="63459" y="83119"/>
                      <a:pt x="61448" y="84308"/>
                    </a:cubicBezTo>
                    <a:cubicBezTo>
                      <a:pt x="59527" y="85588"/>
                      <a:pt x="57333" y="86685"/>
                      <a:pt x="55047" y="87691"/>
                    </a:cubicBezTo>
                    <a:cubicBezTo>
                      <a:pt x="52761" y="88697"/>
                      <a:pt x="50109" y="89428"/>
                      <a:pt x="47274" y="89977"/>
                    </a:cubicBezTo>
                    <a:cubicBezTo>
                      <a:pt x="44348" y="90526"/>
                      <a:pt x="41148" y="90800"/>
                      <a:pt x="37673" y="90800"/>
                    </a:cubicBezTo>
                    <a:cubicBezTo>
                      <a:pt x="33924" y="90800"/>
                      <a:pt x="30358" y="90251"/>
                      <a:pt x="27066" y="89245"/>
                    </a:cubicBezTo>
                    <a:cubicBezTo>
                      <a:pt x="23774" y="88148"/>
                      <a:pt x="20848" y="86777"/>
                      <a:pt x="18288" y="85131"/>
                    </a:cubicBezTo>
                    <a:cubicBezTo>
                      <a:pt x="15728" y="83393"/>
                      <a:pt x="13442" y="81473"/>
                      <a:pt x="11430" y="79278"/>
                    </a:cubicBezTo>
                    <a:cubicBezTo>
                      <a:pt x="9418" y="77084"/>
                      <a:pt x="7498" y="74249"/>
                      <a:pt x="5669" y="70866"/>
                    </a:cubicBezTo>
                    <a:cubicBezTo>
                      <a:pt x="3840" y="67391"/>
                      <a:pt x="2469" y="63642"/>
                      <a:pt x="1463" y="59345"/>
                    </a:cubicBezTo>
                    <a:cubicBezTo>
                      <a:pt x="457" y="55138"/>
                      <a:pt x="0" y="50475"/>
                      <a:pt x="0" y="45446"/>
                    </a:cubicBezTo>
                    <a:cubicBezTo>
                      <a:pt x="0" y="38130"/>
                      <a:pt x="914" y="31547"/>
                      <a:pt x="2835" y="25878"/>
                    </a:cubicBezTo>
                    <a:cubicBezTo>
                      <a:pt x="4663" y="20208"/>
                      <a:pt x="7315" y="15453"/>
                      <a:pt x="10698" y="11613"/>
                    </a:cubicBezTo>
                    <a:cubicBezTo>
                      <a:pt x="14082" y="7772"/>
                      <a:pt x="18014" y="4846"/>
                      <a:pt x="22769" y="2926"/>
                    </a:cubicBezTo>
                    <a:cubicBezTo>
                      <a:pt x="27432" y="914"/>
                      <a:pt x="32644" y="0"/>
                      <a:pt x="38222" y="0"/>
                    </a:cubicBezTo>
                    <a:cubicBezTo>
                      <a:pt x="44440" y="0"/>
                      <a:pt x="49835" y="1189"/>
                      <a:pt x="54407" y="3566"/>
                    </a:cubicBezTo>
                    <a:cubicBezTo>
                      <a:pt x="58979" y="5944"/>
                      <a:pt x="62819" y="9053"/>
                      <a:pt x="65837" y="13076"/>
                    </a:cubicBezTo>
                    <a:cubicBezTo>
                      <a:pt x="68854" y="17008"/>
                      <a:pt x="71140" y="21671"/>
                      <a:pt x="72695" y="26975"/>
                    </a:cubicBezTo>
                    <a:cubicBezTo>
                      <a:pt x="74066" y="32278"/>
                      <a:pt x="74798" y="37856"/>
                      <a:pt x="74798" y="43800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840D35C6-5EED-47FD-8DFF-11CC9E4E9C22}"/>
                  </a:ext>
                </a:extLst>
              </p:cNvPr>
              <p:cNvSpPr/>
              <p:nvPr/>
            </p:nvSpPr>
            <p:spPr>
              <a:xfrm>
                <a:off x="2753843" y="6033668"/>
                <a:ext cx="73152" cy="118872"/>
              </a:xfrm>
              <a:custGeom>
                <a:avLst/>
                <a:gdLst>
                  <a:gd name="connsiteX0" fmla="*/ 56053 w 73152"/>
                  <a:gd name="connsiteY0" fmla="*/ 79370 h 118872"/>
                  <a:gd name="connsiteX1" fmla="*/ 51024 w 73152"/>
                  <a:gd name="connsiteY1" fmla="*/ 55413 h 118872"/>
                  <a:gd name="connsiteX2" fmla="*/ 36485 w 73152"/>
                  <a:gd name="connsiteY2" fmla="*/ 47823 h 118872"/>
                  <a:gd name="connsiteX3" fmla="*/ 30632 w 73152"/>
                  <a:gd name="connsiteY3" fmla="*/ 48738 h 118872"/>
                  <a:gd name="connsiteX4" fmla="*/ 25329 w 73152"/>
                  <a:gd name="connsiteY4" fmla="*/ 51206 h 118872"/>
                  <a:gd name="connsiteX5" fmla="*/ 20666 w 73152"/>
                  <a:gd name="connsiteY5" fmla="*/ 54773 h 118872"/>
                  <a:gd name="connsiteX6" fmla="*/ 16825 w 73152"/>
                  <a:gd name="connsiteY6" fmla="*/ 58887 h 118872"/>
                  <a:gd name="connsiteX7" fmla="*/ 16825 w 73152"/>
                  <a:gd name="connsiteY7" fmla="*/ 95555 h 118872"/>
                  <a:gd name="connsiteX8" fmla="*/ 20391 w 73152"/>
                  <a:gd name="connsiteY8" fmla="*/ 99487 h 118872"/>
                  <a:gd name="connsiteX9" fmla="*/ 25238 w 73152"/>
                  <a:gd name="connsiteY9" fmla="*/ 103144 h 118872"/>
                  <a:gd name="connsiteX10" fmla="*/ 30907 w 73152"/>
                  <a:gd name="connsiteY10" fmla="*/ 105888 h 118872"/>
                  <a:gd name="connsiteX11" fmla="*/ 37216 w 73152"/>
                  <a:gd name="connsiteY11" fmla="*/ 106893 h 118872"/>
                  <a:gd name="connsiteX12" fmla="*/ 51389 w 73152"/>
                  <a:gd name="connsiteY12" fmla="*/ 99944 h 118872"/>
                  <a:gd name="connsiteX13" fmla="*/ 56053 w 73152"/>
                  <a:gd name="connsiteY13" fmla="*/ 79370 h 118872"/>
                  <a:gd name="connsiteX14" fmla="*/ 73152 w 73152"/>
                  <a:gd name="connsiteY14" fmla="*/ 78821 h 118872"/>
                  <a:gd name="connsiteX15" fmla="*/ 70317 w 73152"/>
                  <a:gd name="connsiteY15" fmla="*/ 98298 h 118872"/>
                  <a:gd name="connsiteX16" fmla="*/ 62728 w 73152"/>
                  <a:gd name="connsiteY16" fmla="*/ 112014 h 118872"/>
                  <a:gd name="connsiteX17" fmla="*/ 51755 w 73152"/>
                  <a:gd name="connsiteY17" fmla="*/ 120152 h 118872"/>
                  <a:gd name="connsiteX18" fmla="*/ 38771 w 73152"/>
                  <a:gd name="connsiteY18" fmla="*/ 122804 h 118872"/>
                  <a:gd name="connsiteX19" fmla="*/ 26518 w 73152"/>
                  <a:gd name="connsiteY19" fmla="*/ 119878 h 118872"/>
                  <a:gd name="connsiteX20" fmla="*/ 16916 w 73152"/>
                  <a:gd name="connsiteY20" fmla="*/ 112837 h 118872"/>
                  <a:gd name="connsiteX21" fmla="*/ 16916 w 73152"/>
                  <a:gd name="connsiteY21" fmla="*/ 120975 h 118872"/>
                  <a:gd name="connsiteX22" fmla="*/ 0 w 73152"/>
                  <a:gd name="connsiteY22" fmla="*/ 120975 h 118872"/>
                  <a:gd name="connsiteX23" fmla="*/ 0 w 73152"/>
                  <a:gd name="connsiteY23" fmla="*/ 8870 h 118872"/>
                  <a:gd name="connsiteX24" fmla="*/ 16916 w 73152"/>
                  <a:gd name="connsiteY24" fmla="*/ 0 h 118872"/>
                  <a:gd name="connsiteX25" fmla="*/ 16916 w 73152"/>
                  <a:gd name="connsiteY25" fmla="*/ 42154 h 118872"/>
                  <a:gd name="connsiteX26" fmla="*/ 21763 w 73152"/>
                  <a:gd name="connsiteY26" fmla="*/ 38222 h 118872"/>
                  <a:gd name="connsiteX27" fmla="*/ 26335 w 73152"/>
                  <a:gd name="connsiteY27" fmla="*/ 35296 h 118872"/>
                  <a:gd name="connsiteX28" fmla="*/ 32004 w 73152"/>
                  <a:gd name="connsiteY28" fmla="*/ 33010 h 118872"/>
                  <a:gd name="connsiteX29" fmla="*/ 39502 w 73152"/>
                  <a:gd name="connsiteY29" fmla="*/ 32095 h 118872"/>
                  <a:gd name="connsiteX30" fmla="*/ 52670 w 73152"/>
                  <a:gd name="connsiteY30" fmla="*/ 34747 h 118872"/>
                  <a:gd name="connsiteX31" fmla="*/ 63277 w 73152"/>
                  <a:gd name="connsiteY31" fmla="*/ 43068 h 118872"/>
                  <a:gd name="connsiteX32" fmla="*/ 70409 w 73152"/>
                  <a:gd name="connsiteY32" fmla="*/ 57607 h 118872"/>
                  <a:gd name="connsiteX33" fmla="*/ 73152 w 73152"/>
                  <a:gd name="connsiteY33" fmla="*/ 78821 h 118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3152" h="118872">
                    <a:moveTo>
                      <a:pt x="56053" y="79370"/>
                    </a:moveTo>
                    <a:cubicBezTo>
                      <a:pt x="56053" y="68489"/>
                      <a:pt x="54407" y="60442"/>
                      <a:pt x="51024" y="55413"/>
                    </a:cubicBezTo>
                    <a:cubicBezTo>
                      <a:pt x="47640" y="50383"/>
                      <a:pt x="42794" y="47823"/>
                      <a:pt x="36485" y="47823"/>
                    </a:cubicBezTo>
                    <a:cubicBezTo>
                      <a:pt x="34473" y="47823"/>
                      <a:pt x="32461" y="48097"/>
                      <a:pt x="30632" y="48738"/>
                    </a:cubicBezTo>
                    <a:cubicBezTo>
                      <a:pt x="28804" y="49378"/>
                      <a:pt x="26975" y="50201"/>
                      <a:pt x="25329" y="51206"/>
                    </a:cubicBezTo>
                    <a:cubicBezTo>
                      <a:pt x="23592" y="52212"/>
                      <a:pt x="22037" y="53401"/>
                      <a:pt x="20666" y="54773"/>
                    </a:cubicBezTo>
                    <a:cubicBezTo>
                      <a:pt x="19202" y="56144"/>
                      <a:pt x="17922" y="57516"/>
                      <a:pt x="16825" y="58887"/>
                    </a:cubicBezTo>
                    <a:lnTo>
                      <a:pt x="16825" y="95555"/>
                    </a:lnTo>
                    <a:cubicBezTo>
                      <a:pt x="17831" y="96835"/>
                      <a:pt x="19020" y="98207"/>
                      <a:pt x="20391" y="99487"/>
                    </a:cubicBezTo>
                    <a:cubicBezTo>
                      <a:pt x="21854" y="100858"/>
                      <a:pt x="23409" y="102047"/>
                      <a:pt x="25238" y="103144"/>
                    </a:cubicBezTo>
                    <a:cubicBezTo>
                      <a:pt x="27066" y="104242"/>
                      <a:pt x="28895" y="105156"/>
                      <a:pt x="30907" y="105888"/>
                    </a:cubicBezTo>
                    <a:cubicBezTo>
                      <a:pt x="32918" y="106619"/>
                      <a:pt x="35022" y="106893"/>
                      <a:pt x="37216" y="106893"/>
                    </a:cubicBezTo>
                    <a:cubicBezTo>
                      <a:pt x="43434" y="106893"/>
                      <a:pt x="48098" y="104607"/>
                      <a:pt x="51389" y="99944"/>
                    </a:cubicBezTo>
                    <a:cubicBezTo>
                      <a:pt x="54498" y="95463"/>
                      <a:pt x="56053" y="88514"/>
                      <a:pt x="56053" y="79370"/>
                    </a:cubicBezTo>
                    <a:moveTo>
                      <a:pt x="73152" y="78821"/>
                    </a:moveTo>
                    <a:cubicBezTo>
                      <a:pt x="73152" y="86228"/>
                      <a:pt x="72238" y="92720"/>
                      <a:pt x="70317" y="98298"/>
                    </a:cubicBezTo>
                    <a:cubicBezTo>
                      <a:pt x="68397" y="103784"/>
                      <a:pt x="65928" y="108356"/>
                      <a:pt x="62728" y="112014"/>
                    </a:cubicBezTo>
                    <a:cubicBezTo>
                      <a:pt x="59528" y="115672"/>
                      <a:pt x="55961" y="118323"/>
                      <a:pt x="51755" y="120152"/>
                    </a:cubicBezTo>
                    <a:cubicBezTo>
                      <a:pt x="47640" y="121890"/>
                      <a:pt x="43343" y="122804"/>
                      <a:pt x="38771" y="122804"/>
                    </a:cubicBezTo>
                    <a:cubicBezTo>
                      <a:pt x="34564" y="122804"/>
                      <a:pt x="30450" y="121798"/>
                      <a:pt x="26518" y="119878"/>
                    </a:cubicBezTo>
                    <a:cubicBezTo>
                      <a:pt x="22586" y="117958"/>
                      <a:pt x="19385" y="115580"/>
                      <a:pt x="16916" y="112837"/>
                    </a:cubicBezTo>
                    <a:lnTo>
                      <a:pt x="16916" y="120975"/>
                    </a:lnTo>
                    <a:lnTo>
                      <a:pt x="0" y="120975"/>
                    </a:lnTo>
                    <a:lnTo>
                      <a:pt x="0" y="8870"/>
                    </a:lnTo>
                    <a:lnTo>
                      <a:pt x="16916" y="0"/>
                    </a:lnTo>
                    <a:lnTo>
                      <a:pt x="16916" y="42154"/>
                    </a:lnTo>
                    <a:cubicBezTo>
                      <a:pt x="18654" y="40508"/>
                      <a:pt x="20300" y="39228"/>
                      <a:pt x="21763" y="38222"/>
                    </a:cubicBezTo>
                    <a:cubicBezTo>
                      <a:pt x="23226" y="37216"/>
                      <a:pt x="24780" y="36210"/>
                      <a:pt x="26335" y="35296"/>
                    </a:cubicBezTo>
                    <a:cubicBezTo>
                      <a:pt x="27981" y="34381"/>
                      <a:pt x="29810" y="33650"/>
                      <a:pt x="32004" y="33010"/>
                    </a:cubicBezTo>
                    <a:cubicBezTo>
                      <a:pt x="34199" y="32370"/>
                      <a:pt x="36668" y="32095"/>
                      <a:pt x="39502" y="32095"/>
                    </a:cubicBezTo>
                    <a:cubicBezTo>
                      <a:pt x="44166" y="32095"/>
                      <a:pt x="48555" y="33010"/>
                      <a:pt x="52670" y="34747"/>
                    </a:cubicBezTo>
                    <a:cubicBezTo>
                      <a:pt x="56693" y="36485"/>
                      <a:pt x="60259" y="39228"/>
                      <a:pt x="63277" y="43068"/>
                    </a:cubicBezTo>
                    <a:cubicBezTo>
                      <a:pt x="66294" y="46817"/>
                      <a:pt x="68672" y="51664"/>
                      <a:pt x="70409" y="57607"/>
                    </a:cubicBezTo>
                    <a:cubicBezTo>
                      <a:pt x="72329" y="63368"/>
                      <a:pt x="73152" y="70500"/>
                      <a:pt x="73152" y="78821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9F5501F1-A1C6-465A-A854-A6B7788064E1}"/>
                  </a:ext>
                </a:extLst>
              </p:cNvPr>
              <p:cNvSpPr/>
              <p:nvPr/>
            </p:nvSpPr>
            <p:spPr>
              <a:xfrm>
                <a:off x="2840893" y="6065581"/>
                <a:ext cx="73152" cy="82296"/>
              </a:xfrm>
              <a:custGeom>
                <a:avLst/>
                <a:gdLst>
                  <a:gd name="connsiteX0" fmla="*/ 57607 w 73152"/>
                  <a:gd name="connsiteY0" fmla="*/ 37490 h 82296"/>
                  <a:gd name="connsiteX1" fmla="*/ 56053 w 73152"/>
                  <a:gd name="connsiteY1" fmla="*/ 29078 h 82296"/>
                  <a:gd name="connsiteX2" fmla="*/ 52304 w 73152"/>
                  <a:gd name="connsiteY2" fmla="*/ 22128 h 82296"/>
                  <a:gd name="connsiteX3" fmla="*/ 46086 w 73152"/>
                  <a:gd name="connsiteY3" fmla="*/ 17374 h 82296"/>
                  <a:gd name="connsiteX4" fmla="*/ 37033 w 73152"/>
                  <a:gd name="connsiteY4" fmla="*/ 15636 h 82296"/>
                  <a:gd name="connsiteX5" fmla="*/ 29078 w 73152"/>
                  <a:gd name="connsiteY5" fmla="*/ 17099 h 82296"/>
                  <a:gd name="connsiteX6" fmla="*/ 23226 w 73152"/>
                  <a:gd name="connsiteY6" fmla="*/ 21397 h 82296"/>
                  <a:gd name="connsiteX7" fmla="*/ 19202 w 73152"/>
                  <a:gd name="connsiteY7" fmla="*/ 28164 h 82296"/>
                  <a:gd name="connsiteX8" fmla="*/ 17008 w 73152"/>
                  <a:gd name="connsiteY8" fmla="*/ 37490 h 82296"/>
                  <a:gd name="connsiteX9" fmla="*/ 57607 w 73152"/>
                  <a:gd name="connsiteY9" fmla="*/ 37490 h 82296"/>
                  <a:gd name="connsiteX10" fmla="*/ 74798 w 73152"/>
                  <a:gd name="connsiteY10" fmla="*/ 43800 h 82296"/>
                  <a:gd name="connsiteX11" fmla="*/ 74615 w 73152"/>
                  <a:gd name="connsiteY11" fmla="*/ 48189 h 82296"/>
                  <a:gd name="connsiteX12" fmla="*/ 74249 w 73152"/>
                  <a:gd name="connsiteY12" fmla="*/ 51572 h 82296"/>
                  <a:gd name="connsiteX13" fmla="*/ 16642 w 73152"/>
                  <a:gd name="connsiteY13" fmla="*/ 51572 h 82296"/>
                  <a:gd name="connsiteX14" fmla="*/ 19385 w 73152"/>
                  <a:gd name="connsiteY14" fmla="*/ 62362 h 82296"/>
                  <a:gd name="connsiteX15" fmla="*/ 24323 w 73152"/>
                  <a:gd name="connsiteY15" fmla="*/ 69769 h 82296"/>
                  <a:gd name="connsiteX16" fmla="*/ 30907 w 73152"/>
                  <a:gd name="connsiteY16" fmla="*/ 74066 h 82296"/>
                  <a:gd name="connsiteX17" fmla="*/ 38588 w 73152"/>
                  <a:gd name="connsiteY17" fmla="*/ 75438 h 82296"/>
                  <a:gd name="connsiteX18" fmla="*/ 43891 w 73152"/>
                  <a:gd name="connsiteY18" fmla="*/ 74981 h 82296"/>
                  <a:gd name="connsiteX19" fmla="*/ 48738 w 73152"/>
                  <a:gd name="connsiteY19" fmla="*/ 73518 h 82296"/>
                  <a:gd name="connsiteX20" fmla="*/ 52852 w 73152"/>
                  <a:gd name="connsiteY20" fmla="*/ 71506 h 82296"/>
                  <a:gd name="connsiteX21" fmla="*/ 57516 w 73152"/>
                  <a:gd name="connsiteY21" fmla="*/ 68489 h 82296"/>
                  <a:gd name="connsiteX22" fmla="*/ 67666 w 73152"/>
                  <a:gd name="connsiteY22" fmla="*/ 79370 h 82296"/>
                  <a:gd name="connsiteX23" fmla="*/ 61448 w 73152"/>
                  <a:gd name="connsiteY23" fmla="*/ 84308 h 82296"/>
                  <a:gd name="connsiteX24" fmla="*/ 55047 w 73152"/>
                  <a:gd name="connsiteY24" fmla="*/ 87691 h 82296"/>
                  <a:gd name="connsiteX25" fmla="*/ 47274 w 73152"/>
                  <a:gd name="connsiteY25" fmla="*/ 89977 h 82296"/>
                  <a:gd name="connsiteX26" fmla="*/ 37673 w 73152"/>
                  <a:gd name="connsiteY26" fmla="*/ 90800 h 82296"/>
                  <a:gd name="connsiteX27" fmla="*/ 27066 w 73152"/>
                  <a:gd name="connsiteY27" fmla="*/ 89245 h 82296"/>
                  <a:gd name="connsiteX28" fmla="*/ 18288 w 73152"/>
                  <a:gd name="connsiteY28" fmla="*/ 85131 h 82296"/>
                  <a:gd name="connsiteX29" fmla="*/ 11430 w 73152"/>
                  <a:gd name="connsiteY29" fmla="*/ 79278 h 82296"/>
                  <a:gd name="connsiteX30" fmla="*/ 5669 w 73152"/>
                  <a:gd name="connsiteY30" fmla="*/ 70866 h 82296"/>
                  <a:gd name="connsiteX31" fmla="*/ 1463 w 73152"/>
                  <a:gd name="connsiteY31" fmla="*/ 59345 h 82296"/>
                  <a:gd name="connsiteX32" fmla="*/ 0 w 73152"/>
                  <a:gd name="connsiteY32" fmla="*/ 45446 h 82296"/>
                  <a:gd name="connsiteX33" fmla="*/ 2835 w 73152"/>
                  <a:gd name="connsiteY33" fmla="*/ 25878 h 82296"/>
                  <a:gd name="connsiteX34" fmla="*/ 10698 w 73152"/>
                  <a:gd name="connsiteY34" fmla="*/ 11613 h 82296"/>
                  <a:gd name="connsiteX35" fmla="*/ 22769 w 73152"/>
                  <a:gd name="connsiteY35" fmla="*/ 2926 h 82296"/>
                  <a:gd name="connsiteX36" fmla="*/ 38222 w 73152"/>
                  <a:gd name="connsiteY36" fmla="*/ 0 h 82296"/>
                  <a:gd name="connsiteX37" fmla="*/ 54407 w 73152"/>
                  <a:gd name="connsiteY37" fmla="*/ 3566 h 82296"/>
                  <a:gd name="connsiteX38" fmla="*/ 65837 w 73152"/>
                  <a:gd name="connsiteY38" fmla="*/ 13076 h 82296"/>
                  <a:gd name="connsiteX39" fmla="*/ 72695 w 73152"/>
                  <a:gd name="connsiteY39" fmla="*/ 26975 h 82296"/>
                  <a:gd name="connsiteX40" fmla="*/ 74798 w 73152"/>
                  <a:gd name="connsiteY40" fmla="*/ 43800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3152" h="82296">
                    <a:moveTo>
                      <a:pt x="57607" y="37490"/>
                    </a:moveTo>
                    <a:cubicBezTo>
                      <a:pt x="57333" y="34564"/>
                      <a:pt x="56876" y="31730"/>
                      <a:pt x="56053" y="29078"/>
                    </a:cubicBezTo>
                    <a:cubicBezTo>
                      <a:pt x="55230" y="26426"/>
                      <a:pt x="53950" y="24140"/>
                      <a:pt x="52304" y="22128"/>
                    </a:cubicBezTo>
                    <a:cubicBezTo>
                      <a:pt x="50658" y="20117"/>
                      <a:pt x="48555" y="18562"/>
                      <a:pt x="46086" y="17374"/>
                    </a:cubicBezTo>
                    <a:cubicBezTo>
                      <a:pt x="43525" y="16185"/>
                      <a:pt x="40599" y="15636"/>
                      <a:pt x="37033" y="15636"/>
                    </a:cubicBezTo>
                    <a:cubicBezTo>
                      <a:pt x="34016" y="15636"/>
                      <a:pt x="31364" y="16093"/>
                      <a:pt x="29078" y="17099"/>
                    </a:cubicBezTo>
                    <a:cubicBezTo>
                      <a:pt x="26792" y="18105"/>
                      <a:pt x="24872" y="19477"/>
                      <a:pt x="23226" y="21397"/>
                    </a:cubicBezTo>
                    <a:cubicBezTo>
                      <a:pt x="21580" y="23226"/>
                      <a:pt x="20300" y="25512"/>
                      <a:pt x="19202" y="28164"/>
                    </a:cubicBezTo>
                    <a:cubicBezTo>
                      <a:pt x="18105" y="30815"/>
                      <a:pt x="17465" y="33924"/>
                      <a:pt x="17008" y="37490"/>
                    </a:cubicBezTo>
                    <a:lnTo>
                      <a:pt x="57607" y="37490"/>
                    </a:lnTo>
                    <a:close/>
                    <a:moveTo>
                      <a:pt x="74798" y="43800"/>
                    </a:moveTo>
                    <a:cubicBezTo>
                      <a:pt x="74798" y="45354"/>
                      <a:pt x="74706" y="46817"/>
                      <a:pt x="74615" y="48189"/>
                    </a:cubicBezTo>
                    <a:cubicBezTo>
                      <a:pt x="74524" y="49560"/>
                      <a:pt x="74432" y="50658"/>
                      <a:pt x="74249" y="51572"/>
                    </a:cubicBezTo>
                    <a:lnTo>
                      <a:pt x="16642" y="51572"/>
                    </a:lnTo>
                    <a:cubicBezTo>
                      <a:pt x="17099" y="55778"/>
                      <a:pt x="18014" y="59345"/>
                      <a:pt x="19385" y="62362"/>
                    </a:cubicBezTo>
                    <a:cubicBezTo>
                      <a:pt x="20757" y="65380"/>
                      <a:pt x="22403" y="67848"/>
                      <a:pt x="24323" y="69769"/>
                    </a:cubicBezTo>
                    <a:cubicBezTo>
                      <a:pt x="26243" y="71689"/>
                      <a:pt x="28438" y="73152"/>
                      <a:pt x="30907" y="74066"/>
                    </a:cubicBezTo>
                    <a:cubicBezTo>
                      <a:pt x="33376" y="74981"/>
                      <a:pt x="35936" y="75438"/>
                      <a:pt x="38588" y="75438"/>
                    </a:cubicBezTo>
                    <a:cubicBezTo>
                      <a:pt x="40508" y="75438"/>
                      <a:pt x="42245" y="75255"/>
                      <a:pt x="43891" y="74981"/>
                    </a:cubicBezTo>
                    <a:cubicBezTo>
                      <a:pt x="45537" y="74615"/>
                      <a:pt x="47183" y="74158"/>
                      <a:pt x="48738" y="73518"/>
                    </a:cubicBezTo>
                    <a:cubicBezTo>
                      <a:pt x="50292" y="72878"/>
                      <a:pt x="51664" y="72238"/>
                      <a:pt x="52852" y="71506"/>
                    </a:cubicBezTo>
                    <a:cubicBezTo>
                      <a:pt x="54041" y="70866"/>
                      <a:pt x="55596" y="69769"/>
                      <a:pt x="57516" y="68489"/>
                    </a:cubicBezTo>
                    <a:lnTo>
                      <a:pt x="67666" y="79370"/>
                    </a:lnTo>
                    <a:cubicBezTo>
                      <a:pt x="65471" y="81382"/>
                      <a:pt x="63459" y="83119"/>
                      <a:pt x="61448" y="84308"/>
                    </a:cubicBezTo>
                    <a:cubicBezTo>
                      <a:pt x="59527" y="85588"/>
                      <a:pt x="57333" y="86685"/>
                      <a:pt x="55047" y="87691"/>
                    </a:cubicBezTo>
                    <a:cubicBezTo>
                      <a:pt x="52761" y="88697"/>
                      <a:pt x="50109" y="89428"/>
                      <a:pt x="47274" y="89977"/>
                    </a:cubicBezTo>
                    <a:cubicBezTo>
                      <a:pt x="44348" y="90526"/>
                      <a:pt x="41148" y="90800"/>
                      <a:pt x="37673" y="90800"/>
                    </a:cubicBezTo>
                    <a:cubicBezTo>
                      <a:pt x="33924" y="90800"/>
                      <a:pt x="30358" y="90251"/>
                      <a:pt x="27066" y="89245"/>
                    </a:cubicBezTo>
                    <a:cubicBezTo>
                      <a:pt x="23774" y="88148"/>
                      <a:pt x="20848" y="86777"/>
                      <a:pt x="18288" y="85131"/>
                    </a:cubicBezTo>
                    <a:cubicBezTo>
                      <a:pt x="15728" y="83393"/>
                      <a:pt x="13442" y="81473"/>
                      <a:pt x="11430" y="79278"/>
                    </a:cubicBezTo>
                    <a:cubicBezTo>
                      <a:pt x="9418" y="77084"/>
                      <a:pt x="7498" y="74249"/>
                      <a:pt x="5669" y="70866"/>
                    </a:cubicBezTo>
                    <a:cubicBezTo>
                      <a:pt x="3840" y="67391"/>
                      <a:pt x="2469" y="63642"/>
                      <a:pt x="1463" y="59345"/>
                    </a:cubicBezTo>
                    <a:cubicBezTo>
                      <a:pt x="457" y="55138"/>
                      <a:pt x="0" y="50475"/>
                      <a:pt x="0" y="45446"/>
                    </a:cubicBezTo>
                    <a:cubicBezTo>
                      <a:pt x="0" y="38130"/>
                      <a:pt x="914" y="31547"/>
                      <a:pt x="2835" y="25878"/>
                    </a:cubicBezTo>
                    <a:cubicBezTo>
                      <a:pt x="4663" y="20208"/>
                      <a:pt x="7315" y="15453"/>
                      <a:pt x="10698" y="11613"/>
                    </a:cubicBezTo>
                    <a:cubicBezTo>
                      <a:pt x="14082" y="7772"/>
                      <a:pt x="18014" y="4846"/>
                      <a:pt x="22769" y="2926"/>
                    </a:cubicBezTo>
                    <a:cubicBezTo>
                      <a:pt x="27432" y="914"/>
                      <a:pt x="32644" y="0"/>
                      <a:pt x="38222" y="0"/>
                    </a:cubicBezTo>
                    <a:cubicBezTo>
                      <a:pt x="44440" y="0"/>
                      <a:pt x="49835" y="1189"/>
                      <a:pt x="54407" y="3566"/>
                    </a:cubicBezTo>
                    <a:cubicBezTo>
                      <a:pt x="58979" y="5944"/>
                      <a:pt x="62819" y="9053"/>
                      <a:pt x="65837" y="13076"/>
                    </a:cubicBezTo>
                    <a:cubicBezTo>
                      <a:pt x="68854" y="17008"/>
                      <a:pt x="71140" y="21671"/>
                      <a:pt x="72695" y="26975"/>
                    </a:cubicBezTo>
                    <a:cubicBezTo>
                      <a:pt x="74066" y="32278"/>
                      <a:pt x="74798" y="37856"/>
                      <a:pt x="74798" y="43800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9F8D3D31-A45F-4F83-8FE5-59D4649C8087}"/>
                  </a:ext>
                </a:extLst>
              </p:cNvPr>
              <p:cNvSpPr/>
              <p:nvPr/>
            </p:nvSpPr>
            <p:spPr>
              <a:xfrm>
                <a:off x="2925293" y="6033760"/>
                <a:ext cx="45720" cy="118872"/>
              </a:xfrm>
              <a:custGeom>
                <a:avLst/>
                <a:gdLst>
                  <a:gd name="connsiteX0" fmla="*/ 48738 w 45720"/>
                  <a:gd name="connsiteY0" fmla="*/ 118689 h 118872"/>
                  <a:gd name="connsiteX1" fmla="*/ 41331 w 45720"/>
                  <a:gd name="connsiteY1" fmla="*/ 121615 h 118872"/>
                  <a:gd name="connsiteX2" fmla="*/ 32004 w 45720"/>
                  <a:gd name="connsiteY2" fmla="*/ 122712 h 118872"/>
                  <a:gd name="connsiteX3" fmla="*/ 24232 w 45720"/>
                  <a:gd name="connsiteY3" fmla="*/ 121432 h 118872"/>
                  <a:gd name="connsiteX4" fmla="*/ 18105 w 45720"/>
                  <a:gd name="connsiteY4" fmla="*/ 117500 h 118872"/>
                  <a:gd name="connsiteX5" fmla="*/ 13899 w 45720"/>
                  <a:gd name="connsiteY5" fmla="*/ 110368 h 118872"/>
                  <a:gd name="connsiteX6" fmla="*/ 12436 w 45720"/>
                  <a:gd name="connsiteY6" fmla="*/ 99670 h 118872"/>
                  <a:gd name="connsiteX7" fmla="*/ 12436 w 45720"/>
                  <a:gd name="connsiteY7" fmla="*/ 49378 h 118872"/>
                  <a:gd name="connsiteX8" fmla="*/ 0 w 45720"/>
                  <a:gd name="connsiteY8" fmla="*/ 49378 h 118872"/>
                  <a:gd name="connsiteX9" fmla="*/ 0 w 45720"/>
                  <a:gd name="connsiteY9" fmla="*/ 33833 h 118872"/>
                  <a:gd name="connsiteX10" fmla="*/ 12436 w 45720"/>
                  <a:gd name="connsiteY10" fmla="*/ 33833 h 118872"/>
                  <a:gd name="connsiteX11" fmla="*/ 12436 w 45720"/>
                  <a:gd name="connsiteY11" fmla="*/ 8961 h 118872"/>
                  <a:gd name="connsiteX12" fmla="*/ 29169 w 45720"/>
                  <a:gd name="connsiteY12" fmla="*/ 0 h 118872"/>
                  <a:gd name="connsiteX13" fmla="*/ 29169 w 45720"/>
                  <a:gd name="connsiteY13" fmla="*/ 33833 h 118872"/>
                  <a:gd name="connsiteX14" fmla="*/ 50749 w 45720"/>
                  <a:gd name="connsiteY14" fmla="*/ 33833 h 118872"/>
                  <a:gd name="connsiteX15" fmla="*/ 50749 w 45720"/>
                  <a:gd name="connsiteY15" fmla="*/ 49378 h 118872"/>
                  <a:gd name="connsiteX16" fmla="*/ 29169 w 45720"/>
                  <a:gd name="connsiteY16" fmla="*/ 49378 h 118872"/>
                  <a:gd name="connsiteX17" fmla="*/ 29169 w 45720"/>
                  <a:gd name="connsiteY17" fmla="*/ 96652 h 118872"/>
                  <a:gd name="connsiteX18" fmla="*/ 29718 w 45720"/>
                  <a:gd name="connsiteY18" fmla="*/ 101681 h 118872"/>
                  <a:gd name="connsiteX19" fmla="*/ 31364 w 45720"/>
                  <a:gd name="connsiteY19" fmla="*/ 104882 h 118872"/>
                  <a:gd name="connsiteX20" fmla="*/ 34199 w 45720"/>
                  <a:gd name="connsiteY20" fmla="*/ 106619 h 118872"/>
                  <a:gd name="connsiteX21" fmla="*/ 38222 w 45720"/>
                  <a:gd name="connsiteY21" fmla="*/ 107076 h 118872"/>
                  <a:gd name="connsiteX22" fmla="*/ 44989 w 45720"/>
                  <a:gd name="connsiteY22" fmla="*/ 105979 h 118872"/>
                  <a:gd name="connsiteX23" fmla="*/ 50749 w 45720"/>
                  <a:gd name="connsiteY23" fmla="*/ 103510 h 118872"/>
                  <a:gd name="connsiteX24" fmla="*/ 48738 w 45720"/>
                  <a:gd name="connsiteY24" fmla="*/ 118689 h 118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720" h="118872">
                    <a:moveTo>
                      <a:pt x="48738" y="118689"/>
                    </a:moveTo>
                    <a:cubicBezTo>
                      <a:pt x="46634" y="119878"/>
                      <a:pt x="44166" y="120884"/>
                      <a:pt x="41331" y="121615"/>
                    </a:cubicBezTo>
                    <a:cubicBezTo>
                      <a:pt x="38496" y="122347"/>
                      <a:pt x="35387" y="122712"/>
                      <a:pt x="32004" y="122712"/>
                    </a:cubicBezTo>
                    <a:cubicBezTo>
                      <a:pt x="29078" y="122712"/>
                      <a:pt x="26426" y="122255"/>
                      <a:pt x="24232" y="121432"/>
                    </a:cubicBezTo>
                    <a:cubicBezTo>
                      <a:pt x="22037" y="120609"/>
                      <a:pt x="19934" y="119238"/>
                      <a:pt x="18105" y="117500"/>
                    </a:cubicBezTo>
                    <a:cubicBezTo>
                      <a:pt x="16276" y="115672"/>
                      <a:pt x="14905" y="113294"/>
                      <a:pt x="13899" y="110368"/>
                    </a:cubicBezTo>
                    <a:cubicBezTo>
                      <a:pt x="12893" y="107442"/>
                      <a:pt x="12436" y="103876"/>
                      <a:pt x="12436" y="99670"/>
                    </a:cubicBezTo>
                    <a:lnTo>
                      <a:pt x="12436" y="49378"/>
                    </a:lnTo>
                    <a:lnTo>
                      <a:pt x="0" y="49378"/>
                    </a:lnTo>
                    <a:lnTo>
                      <a:pt x="0" y="33833"/>
                    </a:lnTo>
                    <a:lnTo>
                      <a:pt x="12436" y="33833"/>
                    </a:lnTo>
                    <a:lnTo>
                      <a:pt x="12436" y="8961"/>
                    </a:lnTo>
                    <a:lnTo>
                      <a:pt x="29169" y="0"/>
                    </a:lnTo>
                    <a:lnTo>
                      <a:pt x="29169" y="33833"/>
                    </a:lnTo>
                    <a:lnTo>
                      <a:pt x="50749" y="33833"/>
                    </a:lnTo>
                    <a:lnTo>
                      <a:pt x="50749" y="49378"/>
                    </a:lnTo>
                    <a:lnTo>
                      <a:pt x="29169" y="49378"/>
                    </a:lnTo>
                    <a:lnTo>
                      <a:pt x="29169" y="96652"/>
                    </a:lnTo>
                    <a:cubicBezTo>
                      <a:pt x="29169" y="98664"/>
                      <a:pt x="29352" y="100401"/>
                      <a:pt x="29718" y="101681"/>
                    </a:cubicBezTo>
                    <a:cubicBezTo>
                      <a:pt x="30084" y="103053"/>
                      <a:pt x="30632" y="104059"/>
                      <a:pt x="31364" y="104882"/>
                    </a:cubicBezTo>
                    <a:cubicBezTo>
                      <a:pt x="32096" y="105705"/>
                      <a:pt x="33010" y="106253"/>
                      <a:pt x="34199" y="106619"/>
                    </a:cubicBezTo>
                    <a:cubicBezTo>
                      <a:pt x="35387" y="106893"/>
                      <a:pt x="36668" y="107076"/>
                      <a:pt x="38222" y="107076"/>
                    </a:cubicBezTo>
                    <a:cubicBezTo>
                      <a:pt x="40417" y="107076"/>
                      <a:pt x="42703" y="106710"/>
                      <a:pt x="44989" y="105979"/>
                    </a:cubicBezTo>
                    <a:cubicBezTo>
                      <a:pt x="47275" y="105247"/>
                      <a:pt x="49195" y="104516"/>
                      <a:pt x="50749" y="103510"/>
                    </a:cubicBezTo>
                    <a:lnTo>
                      <a:pt x="48738" y="118689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2578350D-AF62-4E21-BB9E-E105938B2F6B}"/>
                  </a:ext>
                </a:extLst>
              </p:cNvPr>
              <p:cNvSpPr/>
              <p:nvPr/>
            </p:nvSpPr>
            <p:spPr>
              <a:xfrm>
                <a:off x="2986283" y="6033760"/>
                <a:ext cx="45720" cy="118872"/>
              </a:xfrm>
              <a:custGeom>
                <a:avLst/>
                <a:gdLst>
                  <a:gd name="connsiteX0" fmla="*/ 48737 w 45720"/>
                  <a:gd name="connsiteY0" fmla="*/ 118689 h 118872"/>
                  <a:gd name="connsiteX1" fmla="*/ 41331 w 45720"/>
                  <a:gd name="connsiteY1" fmla="*/ 121615 h 118872"/>
                  <a:gd name="connsiteX2" fmla="*/ 32004 w 45720"/>
                  <a:gd name="connsiteY2" fmla="*/ 122712 h 118872"/>
                  <a:gd name="connsiteX3" fmla="*/ 24232 w 45720"/>
                  <a:gd name="connsiteY3" fmla="*/ 121432 h 118872"/>
                  <a:gd name="connsiteX4" fmla="*/ 18105 w 45720"/>
                  <a:gd name="connsiteY4" fmla="*/ 117500 h 118872"/>
                  <a:gd name="connsiteX5" fmla="*/ 13899 w 45720"/>
                  <a:gd name="connsiteY5" fmla="*/ 110368 h 118872"/>
                  <a:gd name="connsiteX6" fmla="*/ 12436 w 45720"/>
                  <a:gd name="connsiteY6" fmla="*/ 99670 h 118872"/>
                  <a:gd name="connsiteX7" fmla="*/ 12436 w 45720"/>
                  <a:gd name="connsiteY7" fmla="*/ 49378 h 118872"/>
                  <a:gd name="connsiteX8" fmla="*/ 0 w 45720"/>
                  <a:gd name="connsiteY8" fmla="*/ 49378 h 118872"/>
                  <a:gd name="connsiteX9" fmla="*/ 0 w 45720"/>
                  <a:gd name="connsiteY9" fmla="*/ 33833 h 118872"/>
                  <a:gd name="connsiteX10" fmla="*/ 12436 w 45720"/>
                  <a:gd name="connsiteY10" fmla="*/ 33833 h 118872"/>
                  <a:gd name="connsiteX11" fmla="*/ 12436 w 45720"/>
                  <a:gd name="connsiteY11" fmla="*/ 8961 h 118872"/>
                  <a:gd name="connsiteX12" fmla="*/ 29169 w 45720"/>
                  <a:gd name="connsiteY12" fmla="*/ 0 h 118872"/>
                  <a:gd name="connsiteX13" fmla="*/ 29169 w 45720"/>
                  <a:gd name="connsiteY13" fmla="*/ 33833 h 118872"/>
                  <a:gd name="connsiteX14" fmla="*/ 50749 w 45720"/>
                  <a:gd name="connsiteY14" fmla="*/ 33833 h 118872"/>
                  <a:gd name="connsiteX15" fmla="*/ 50749 w 45720"/>
                  <a:gd name="connsiteY15" fmla="*/ 49378 h 118872"/>
                  <a:gd name="connsiteX16" fmla="*/ 29169 w 45720"/>
                  <a:gd name="connsiteY16" fmla="*/ 49378 h 118872"/>
                  <a:gd name="connsiteX17" fmla="*/ 29169 w 45720"/>
                  <a:gd name="connsiteY17" fmla="*/ 96652 h 118872"/>
                  <a:gd name="connsiteX18" fmla="*/ 29718 w 45720"/>
                  <a:gd name="connsiteY18" fmla="*/ 101681 h 118872"/>
                  <a:gd name="connsiteX19" fmla="*/ 31364 w 45720"/>
                  <a:gd name="connsiteY19" fmla="*/ 104882 h 118872"/>
                  <a:gd name="connsiteX20" fmla="*/ 34198 w 45720"/>
                  <a:gd name="connsiteY20" fmla="*/ 106619 h 118872"/>
                  <a:gd name="connsiteX21" fmla="*/ 38222 w 45720"/>
                  <a:gd name="connsiteY21" fmla="*/ 107076 h 118872"/>
                  <a:gd name="connsiteX22" fmla="*/ 44988 w 45720"/>
                  <a:gd name="connsiteY22" fmla="*/ 105979 h 118872"/>
                  <a:gd name="connsiteX23" fmla="*/ 50749 w 45720"/>
                  <a:gd name="connsiteY23" fmla="*/ 103510 h 118872"/>
                  <a:gd name="connsiteX24" fmla="*/ 48737 w 45720"/>
                  <a:gd name="connsiteY24" fmla="*/ 118689 h 118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720" h="118872">
                    <a:moveTo>
                      <a:pt x="48737" y="118689"/>
                    </a:moveTo>
                    <a:cubicBezTo>
                      <a:pt x="46634" y="119878"/>
                      <a:pt x="44165" y="120884"/>
                      <a:pt x="41331" y="121615"/>
                    </a:cubicBezTo>
                    <a:cubicBezTo>
                      <a:pt x="38496" y="122347"/>
                      <a:pt x="35387" y="122712"/>
                      <a:pt x="32004" y="122712"/>
                    </a:cubicBezTo>
                    <a:cubicBezTo>
                      <a:pt x="29078" y="122712"/>
                      <a:pt x="26426" y="122255"/>
                      <a:pt x="24232" y="121432"/>
                    </a:cubicBezTo>
                    <a:cubicBezTo>
                      <a:pt x="22037" y="120609"/>
                      <a:pt x="19934" y="119238"/>
                      <a:pt x="18105" y="117500"/>
                    </a:cubicBezTo>
                    <a:cubicBezTo>
                      <a:pt x="16276" y="115672"/>
                      <a:pt x="14905" y="113294"/>
                      <a:pt x="13899" y="110368"/>
                    </a:cubicBezTo>
                    <a:cubicBezTo>
                      <a:pt x="12893" y="107442"/>
                      <a:pt x="12436" y="103876"/>
                      <a:pt x="12436" y="99670"/>
                    </a:cubicBezTo>
                    <a:lnTo>
                      <a:pt x="12436" y="49378"/>
                    </a:lnTo>
                    <a:lnTo>
                      <a:pt x="0" y="49378"/>
                    </a:lnTo>
                    <a:lnTo>
                      <a:pt x="0" y="33833"/>
                    </a:lnTo>
                    <a:lnTo>
                      <a:pt x="12436" y="33833"/>
                    </a:lnTo>
                    <a:lnTo>
                      <a:pt x="12436" y="8961"/>
                    </a:lnTo>
                    <a:lnTo>
                      <a:pt x="29169" y="0"/>
                    </a:lnTo>
                    <a:lnTo>
                      <a:pt x="29169" y="33833"/>
                    </a:lnTo>
                    <a:lnTo>
                      <a:pt x="50749" y="33833"/>
                    </a:lnTo>
                    <a:lnTo>
                      <a:pt x="50749" y="49378"/>
                    </a:lnTo>
                    <a:lnTo>
                      <a:pt x="29169" y="49378"/>
                    </a:lnTo>
                    <a:lnTo>
                      <a:pt x="29169" y="96652"/>
                    </a:lnTo>
                    <a:cubicBezTo>
                      <a:pt x="29169" y="98664"/>
                      <a:pt x="29352" y="100401"/>
                      <a:pt x="29718" y="101681"/>
                    </a:cubicBezTo>
                    <a:cubicBezTo>
                      <a:pt x="30084" y="103053"/>
                      <a:pt x="30632" y="104059"/>
                      <a:pt x="31364" y="104882"/>
                    </a:cubicBezTo>
                    <a:cubicBezTo>
                      <a:pt x="32095" y="105705"/>
                      <a:pt x="33010" y="106253"/>
                      <a:pt x="34198" y="106619"/>
                    </a:cubicBezTo>
                    <a:cubicBezTo>
                      <a:pt x="35387" y="106893"/>
                      <a:pt x="36667" y="107076"/>
                      <a:pt x="38222" y="107076"/>
                    </a:cubicBezTo>
                    <a:cubicBezTo>
                      <a:pt x="40416" y="107076"/>
                      <a:pt x="42702" y="106710"/>
                      <a:pt x="44988" y="105979"/>
                    </a:cubicBezTo>
                    <a:cubicBezTo>
                      <a:pt x="47274" y="105247"/>
                      <a:pt x="49195" y="104516"/>
                      <a:pt x="50749" y="103510"/>
                    </a:cubicBezTo>
                    <a:lnTo>
                      <a:pt x="48737" y="118689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FB3AA575-8A54-49CB-8C28-C286841644D0}"/>
                  </a:ext>
                </a:extLst>
              </p:cNvPr>
              <p:cNvSpPr/>
              <p:nvPr/>
            </p:nvSpPr>
            <p:spPr>
              <a:xfrm>
                <a:off x="3049377" y="6065581"/>
                <a:ext cx="73152" cy="82296"/>
              </a:xfrm>
              <a:custGeom>
                <a:avLst/>
                <a:gdLst>
                  <a:gd name="connsiteX0" fmla="*/ 57607 w 73152"/>
                  <a:gd name="connsiteY0" fmla="*/ 37490 h 82296"/>
                  <a:gd name="connsiteX1" fmla="*/ 56053 w 73152"/>
                  <a:gd name="connsiteY1" fmla="*/ 29078 h 82296"/>
                  <a:gd name="connsiteX2" fmla="*/ 52304 w 73152"/>
                  <a:gd name="connsiteY2" fmla="*/ 22128 h 82296"/>
                  <a:gd name="connsiteX3" fmla="*/ 46086 w 73152"/>
                  <a:gd name="connsiteY3" fmla="*/ 17374 h 82296"/>
                  <a:gd name="connsiteX4" fmla="*/ 37033 w 73152"/>
                  <a:gd name="connsiteY4" fmla="*/ 15636 h 82296"/>
                  <a:gd name="connsiteX5" fmla="*/ 29078 w 73152"/>
                  <a:gd name="connsiteY5" fmla="*/ 17099 h 82296"/>
                  <a:gd name="connsiteX6" fmla="*/ 23226 w 73152"/>
                  <a:gd name="connsiteY6" fmla="*/ 21397 h 82296"/>
                  <a:gd name="connsiteX7" fmla="*/ 19202 w 73152"/>
                  <a:gd name="connsiteY7" fmla="*/ 28164 h 82296"/>
                  <a:gd name="connsiteX8" fmla="*/ 17099 w 73152"/>
                  <a:gd name="connsiteY8" fmla="*/ 37490 h 82296"/>
                  <a:gd name="connsiteX9" fmla="*/ 57607 w 73152"/>
                  <a:gd name="connsiteY9" fmla="*/ 37490 h 82296"/>
                  <a:gd name="connsiteX10" fmla="*/ 74798 w 73152"/>
                  <a:gd name="connsiteY10" fmla="*/ 43800 h 82296"/>
                  <a:gd name="connsiteX11" fmla="*/ 74615 w 73152"/>
                  <a:gd name="connsiteY11" fmla="*/ 48189 h 82296"/>
                  <a:gd name="connsiteX12" fmla="*/ 74249 w 73152"/>
                  <a:gd name="connsiteY12" fmla="*/ 51572 h 82296"/>
                  <a:gd name="connsiteX13" fmla="*/ 16642 w 73152"/>
                  <a:gd name="connsiteY13" fmla="*/ 51572 h 82296"/>
                  <a:gd name="connsiteX14" fmla="*/ 19385 w 73152"/>
                  <a:gd name="connsiteY14" fmla="*/ 62362 h 82296"/>
                  <a:gd name="connsiteX15" fmla="*/ 24323 w 73152"/>
                  <a:gd name="connsiteY15" fmla="*/ 69769 h 82296"/>
                  <a:gd name="connsiteX16" fmla="*/ 30907 w 73152"/>
                  <a:gd name="connsiteY16" fmla="*/ 74066 h 82296"/>
                  <a:gd name="connsiteX17" fmla="*/ 38588 w 73152"/>
                  <a:gd name="connsiteY17" fmla="*/ 75438 h 82296"/>
                  <a:gd name="connsiteX18" fmla="*/ 43891 w 73152"/>
                  <a:gd name="connsiteY18" fmla="*/ 74981 h 82296"/>
                  <a:gd name="connsiteX19" fmla="*/ 48737 w 73152"/>
                  <a:gd name="connsiteY19" fmla="*/ 73518 h 82296"/>
                  <a:gd name="connsiteX20" fmla="*/ 52852 w 73152"/>
                  <a:gd name="connsiteY20" fmla="*/ 71506 h 82296"/>
                  <a:gd name="connsiteX21" fmla="*/ 57516 w 73152"/>
                  <a:gd name="connsiteY21" fmla="*/ 68489 h 82296"/>
                  <a:gd name="connsiteX22" fmla="*/ 67666 w 73152"/>
                  <a:gd name="connsiteY22" fmla="*/ 79370 h 82296"/>
                  <a:gd name="connsiteX23" fmla="*/ 61448 w 73152"/>
                  <a:gd name="connsiteY23" fmla="*/ 84308 h 82296"/>
                  <a:gd name="connsiteX24" fmla="*/ 55047 w 73152"/>
                  <a:gd name="connsiteY24" fmla="*/ 87691 h 82296"/>
                  <a:gd name="connsiteX25" fmla="*/ 47275 w 73152"/>
                  <a:gd name="connsiteY25" fmla="*/ 89977 h 82296"/>
                  <a:gd name="connsiteX26" fmla="*/ 37673 w 73152"/>
                  <a:gd name="connsiteY26" fmla="*/ 90800 h 82296"/>
                  <a:gd name="connsiteX27" fmla="*/ 27066 w 73152"/>
                  <a:gd name="connsiteY27" fmla="*/ 89245 h 82296"/>
                  <a:gd name="connsiteX28" fmla="*/ 18288 w 73152"/>
                  <a:gd name="connsiteY28" fmla="*/ 85131 h 82296"/>
                  <a:gd name="connsiteX29" fmla="*/ 11430 w 73152"/>
                  <a:gd name="connsiteY29" fmla="*/ 79278 h 82296"/>
                  <a:gd name="connsiteX30" fmla="*/ 5669 w 73152"/>
                  <a:gd name="connsiteY30" fmla="*/ 70866 h 82296"/>
                  <a:gd name="connsiteX31" fmla="*/ 1463 w 73152"/>
                  <a:gd name="connsiteY31" fmla="*/ 59345 h 82296"/>
                  <a:gd name="connsiteX32" fmla="*/ 0 w 73152"/>
                  <a:gd name="connsiteY32" fmla="*/ 45446 h 82296"/>
                  <a:gd name="connsiteX33" fmla="*/ 2835 w 73152"/>
                  <a:gd name="connsiteY33" fmla="*/ 25878 h 82296"/>
                  <a:gd name="connsiteX34" fmla="*/ 10699 w 73152"/>
                  <a:gd name="connsiteY34" fmla="*/ 11613 h 82296"/>
                  <a:gd name="connsiteX35" fmla="*/ 22768 w 73152"/>
                  <a:gd name="connsiteY35" fmla="*/ 2926 h 82296"/>
                  <a:gd name="connsiteX36" fmla="*/ 38222 w 73152"/>
                  <a:gd name="connsiteY36" fmla="*/ 0 h 82296"/>
                  <a:gd name="connsiteX37" fmla="*/ 54407 w 73152"/>
                  <a:gd name="connsiteY37" fmla="*/ 3566 h 82296"/>
                  <a:gd name="connsiteX38" fmla="*/ 65837 w 73152"/>
                  <a:gd name="connsiteY38" fmla="*/ 13076 h 82296"/>
                  <a:gd name="connsiteX39" fmla="*/ 72603 w 73152"/>
                  <a:gd name="connsiteY39" fmla="*/ 26975 h 82296"/>
                  <a:gd name="connsiteX40" fmla="*/ 74798 w 73152"/>
                  <a:gd name="connsiteY40" fmla="*/ 43800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3152" h="82296">
                    <a:moveTo>
                      <a:pt x="57607" y="37490"/>
                    </a:moveTo>
                    <a:cubicBezTo>
                      <a:pt x="57424" y="34564"/>
                      <a:pt x="56876" y="31730"/>
                      <a:pt x="56053" y="29078"/>
                    </a:cubicBezTo>
                    <a:cubicBezTo>
                      <a:pt x="55230" y="26426"/>
                      <a:pt x="53950" y="24140"/>
                      <a:pt x="52304" y="22128"/>
                    </a:cubicBezTo>
                    <a:cubicBezTo>
                      <a:pt x="50658" y="20117"/>
                      <a:pt x="48555" y="18562"/>
                      <a:pt x="46086" y="17374"/>
                    </a:cubicBezTo>
                    <a:cubicBezTo>
                      <a:pt x="43617" y="16185"/>
                      <a:pt x="40599" y="15636"/>
                      <a:pt x="37033" y="15636"/>
                    </a:cubicBezTo>
                    <a:cubicBezTo>
                      <a:pt x="34016" y="15636"/>
                      <a:pt x="31364" y="16093"/>
                      <a:pt x="29078" y="17099"/>
                    </a:cubicBezTo>
                    <a:cubicBezTo>
                      <a:pt x="26792" y="18105"/>
                      <a:pt x="24872" y="19477"/>
                      <a:pt x="23226" y="21397"/>
                    </a:cubicBezTo>
                    <a:cubicBezTo>
                      <a:pt x="21580" y="23226"/>
                      <a:pt x="20300" y="25512"/>
                      <a:pt x="19202" y="28164"/>
                    </a:cubicBezTo>
                    <a:cubicBezTo>
                      <a:pt x="18196" y="30815"/>
                      <a:pt x="17465" y="33924"/>
                      <a:pt x="17099" y="37490"/>
                    </a:cubicBezTo>
                    <a:lnTo>
                      <a:pt x="57607" y="37490"/>
                    </a:lnTo>
                    <a:close/>
                    <a:moveTo>
                      <a:pt x="74798" y="43800"/>
                    </a:moveTo>
                    <a:cubicBezTo>
                      <a:pt x="74798" y="45354"/>
                      <a:pt x="74707" y="46817"/>
                      <a:pt x="74615" y="48189"/>
                    </a:cubicBezTo>
                    <a:cubicBezTo>
                      <a:pt x="74524" y="49560"/>
                      <a:pt x="74432" y="50658"/>
                      <a:pt x="74249" y="51572"/>
                    </a:cubicBezTo>
                    <a:lnTo>
                      <a:pt x="16642" y="51572"/>
                    </a:lnTo>
                    <a:cubicBezTo>
                      <a:pt x="17099" y="55778"/>
                      <a:pt x="18014" y="59345"/>
                      <a:pt x="19385" y="62362"/>
                    </a:cubicBezTo>
                    <a:cubicBezTo>
                      <a:pt x="20757" y="65380"/>
                      <a:pt x="22403" y="67848"/>
                      <a:pt x="24323" y="69769"/>
                    </a:cubicBezTo>
                    <a:cubicBezTo>
                      <a:pt x="26243" y="71689"/>
                      <a:pt x="28438" y="73152"/>
                      <a:pt x="30907" y="74066"/>
                    </a:cubicBezTo>
                    <a:cubicBezTo>
                      <a:pt x="33376" y="74981"/>
                      <a:pt x="35936" y="75438"/>
                      <a:pt x="38588" y="75438"/>
                    </a:cubicBezTo>
                    <a:cubicBezTo>
                      <a:pt x="40508" y="75438"/>
                      <a:pt x="42245" y="75255"/>
                      <a:pt x="43891" y="74981"/>
                    </a:cubicBezTo>
                    <a:cubicBezTo>
                      <a:pt x="45537" y="74615"/>
                      <a:pt x="47183" y="74158"/>
                      <a:pt x="48737" y="73518"/>
                    </a:cubicBezTo>
                    <a:cubicBezTo>
                      <a:pt x="50292" y="72878"/>
                      <a:pt x="51664" y="72238"/>
                      <a:pt x="52852" y="71506"/>
                    </a:cubicBezTo>
                    <a:cubicBezTo>
                      <a:pt x="54041" y="70866"/>
                      <a:pt x="55595" y="69769"/>
                      <a:pt x="57516" y="68489"/>
                    </a:cubicBezTo>
                    <a:lnTo>
                      <a:pt x="67666" y="79370"/>
                    </a:lnTo>
                    <a:cubicBezTo>
                      <a:pt x="65471" y="81382"/>
                      <a:pt x="63459" y="83119"/>
                      <a:pt x="61448" y="84308"/>
                    </a:cubicBezTo>
                    <a:cubicBezTo>
                      <a:pt x="59528" y="85588"/>
                      <a:pt x="57333" y="86685"/>
                      <a:pt x="55047" y="87691"/>
                    </a:cubicBezTo>
                    <a:cubicBezTo>
                      <a:pt x="52761" y="88697"/>
                      <a:pt x="50109" y="89428"/>
                      <a:pt x="47275" y="89977"/>
                    </a:cubicBezTo>
                    <a:cubicBezTo>
                      <a:pt x="44348" y="90526"/>
                      <a:pt x="41148" y="90800"/>
                      <a:pt x="37673" y="90800"/>
                    </a:cubicBezTo>
                    <a:cubicBezTo>
                      <a:pt x="33924" y="90800"/>
                      <a:pt x="30358" y="90251"/>
                      <a:pt x="27066" y="89245"/>
                    </a:cubicBezTo>
                    <a:cubicBezTo>
                      <a:pt x="23774" y="88148"/>
                      <a:pt x="20848" y="86777"/>
                      <a:pt x="18288" y="85131"/>
                    </a:cubicBezTo>
                    <a:cubicBezTo>
                      <a:pt x="15728" y="83393"/>
                      <a:pt x="13442" y="81473"/>
                      <a:pt x="11430" y="79278"/>
                    </a:cubicBezTo>
                    <a:cubicBezTo>
                      <a:pt x="9418" y="77084"/>
                      <a:pt x="7498" y="74249"/>
                      <a:pt x="5669" y="70866"/>
                    </a:cubicBezTo>
                    <a:cubicBezTo>
                      <a:pt x="3841" y="67391"/>
                      <a:pt x="2469" y="63642"/>
                      <a:pt x="1463" y="59345"/>
                    </a:cubicBezTo>
                    <a:cubicBezTo>
                      <a:pt x="457" y="55138"/>
                      <a:pt x="0" y="50475"/>
                      <a:pt x="0" y="45446"/>
                    </a:cubicBezTo>
                    <a:cubicBezTo>
                      <a:pt x="0" y="38130"/>
                      <a:pt x="914" y="31547"/>
                      <a:pt x="2835" y="25878"/>
                    </a:cubicBezTo>
                    <a:cubicBezTo>
                      <a:pt x="4664" y="20208"/>
                      <a:pt x="7315" y="15453"/>
                      <a:pt x="10699" y="11613"/>
                    </a:cubicBezTo>
                    <a:cubicBezTo>
                      <a:pt x="14082" y="7772"/>
                      <a:pt x="18014" y="4846"/>
                      <a:pt x="22768" y="2926"/>
                    </a:cubicBezTo>
                    <a:cubicBezTo>
                      <a:pt x="27432" y="914"/>
                      <a:pt x="32644" y="0"/>
                      <a:pt x="38222" y="0"/>
                    </a:cubicBezTo>
                    <a:cubicBezTo>
                      <a:pt x="44440" y="0"/>
                      <a:pt x="49835" y="1189"/>
                      <a:pt x="54407" y="3566"/>
                    </a:cubicBezTo>
                    <a:cubicBezTo>
                      <a:pt x="58979" y="5944"/>
                      <a:pt x="62819" y="9053"/>
                      <a:pt x="65837" y="13076"/>
                    </a:cubicBezTo>
                    <a:cubicBezTo>
                      <a:pt x="68854" y="17099"/>
                      <a:pt x="71140" y="21671"/>
                      <a:pt x="72603" y="26975"/>
                    </a:cubicBezTo>
                    <a:cubicBezTo>
                      <a:pt x="74066" y="32278"/>
                      <a:pt x="74798" y="37856"/>
                      <a:pt x="74798" y="43800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9D57395B-52D1-4938-A036-BEAE8B041EB6}"/>
                  </a:ext>
                </a:extLst>
              </p:cNvPr>
              <p:cNvSpPr/>
              <p:nvPr/>
            </p:nvSpPr>
            <p:spPr>
              <a:xfrm>
                <a:off x="3142188" y="6065581"/>
                <a:ext cx="45720" cy="82296"/>
              </a:xfrm>
              <a:custGeom>
                <a:avLst/>
                <a:gdLst>
                  <a:gd name="connsiteX0" fmla="*/ 47183 w 45720"/>
                  <a:gd name="connsiteY0" fmla="*/ 20025 h 82296"/>
                  <a:gd name="connsiteX1" fmla="*/ 41422 w 45720"/>
                  <a:gd name="connsiteY1" fmla="*/ 17648 h 82296"/>
                  <a:gd name="connsiteX2" fmla="*/ 34198 w 45720"/>
                  <a:gd name="connsiteY2" fmla="*/ 16825 h 82296"/>
                  <a:gd name="connsiteX3" fmla="*/ 21580 w 45720"/>
                  <a:gd name="connsiteY3" fmla="*/ 22403 h 82296"/>
                  <a:gd name="connsiteX4" fmla="*/ 17099 w 45720"/>
                  <a:gd name="connsiteY4" fmla="*/ 39228 h 82296"/>
                  <a:gd name="connsiteX5" fmla="*/ 17099 w 45720"/>
                  <a:gd name="connsiteY5" fmla="*/ 88971 h 82296"/>
                  <a:gd name="connsiteX6" fmla="*/ 0 w 45720"/>
                  <a:gd name="connsiteY6" fmla="*/ 88971 h 82296"/>
                  <a:gd name="connsiteX7" fmla="*/ 0 w 45720"/>
                  <a:gd name="connsiteY7" fmla="*/ 1920 h 82296"/>
                  <a:gd name="connsiteX8" fmla="*/ 17099 w 45720"/>
                  <a:gd name="connsiteY8" fmla="*/ 1920 h 82296"/>
                  <a:gd name="connsiteX9" fmla="*/ 17099 w 45720"/>
                  <a:gd name="connsiteY9" fmla="*/ 10150 h 82296"/>
                  <a:gd name="connsiteX10" fmla="*/ 20666 w 45720"/>
                  <a:gd name="connsiteY10" fmla="*/ 6126 h 82296"/>
                  <a:gd name="connsiteX11" fmla="*/ 25329 w 45720"/>
                  <a:gd name="connsiteY11" fmla="*/ 2926 h 82296"/>
                  <a:gd name="connsiteX12" fmla="*/ 30815 w 45720"/>
                  <a:gd name="connsiteY12" fmla="*/ 732 h 82296"/>
                  <a:gd name="connsiteX13" fmla="*/ 36942 w 45720"/>
                  <a:gd name="connsiteY13" fmla="*/ 0 h 82296"/>
                  <a:gd name="connsiteX14" fmla="*/ 45720 w 45720"/>
                  <a:gd name="connsiteY14" fmla="*/ 1006 h 82296"/>
                  <a:gd name="connsiteX15" fmla="*/ 51755 w 45720"/>
                  <a:gd name="connsiteY15" fmla="*/ 3658 h 82296"/>
                  <a:gd name="connsiteX16" fmla="*/ 47183 w 45720"/>
                  <a:gd name="connsiteY16" fmla="*/ 20025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5720" h="82296">
                    <a:moveTo>
                      <a:pt x="47183" y="20025"/>
                    </a:moveTo>
                    <a:cubicBezTo>
                      <a:pt x="45354" y="19020"/>
                      <a:pt x="43434" y="18197"/>
                      <a:pt x="41422" y="17648"/>
                    </a:cubicBezTo>
                    <a:cubicBezTo>
                      <a:pt x="39411" y="17099"/>
                      <a:pt x="36942" y="16825"/>
                      <a:pt x="34198" y="16825"/>
                    </a:cubicBezTo>
                    <a:cubicBezTo>
                      <a:pt x="28712" y="16825"/>
                      <a:pt x="24506" y="18654"/>
                      <a:pt x="21580" y="22403"/>
                    </a:cubicBezTo>
                    <a:cubicBezTo>
                      <a:pt x="18562" y="26152"/>
                      <a:pt x="17099" y="31730"/>
                      <a:pt x="17099" y="39228"/>
                    </a:cubicBezTo>
                    <a:lnTo>
                      <a:pt x="17099" y="88971"/>
                    </a:lnTo>
                    <a:lnTo>
                      <a:pt x="0" y="88971"/>
                    </a:lnTo>
                    <a:lnTo>
                      <a:pt x="0" y="1920"/>
                    </a:lnTo>
                    <a:lnTo>
                      <a:pt x="17099" y="1920"/>
                    </a:lnTo>
                    <a:lnTo>
                      <a:pt x="17099" y="10150"/>
                    </a:lnTo>
                    <a:cubicBezTo>
                      <a:pt x="18105" y="8687"/>
                      <a:pt x="19294" y="7315"/>
                      <a:pt x="20666" y="6126"/>
                    </a:cubicBezTo>
                    <a:cubicBezTo>
                      <a:pt x="22037" y="4938"/>
                      <a:pt x="23592" y="3840"/>
                      <a:pt x="25329" y="2926"/>
                    </a:cubicBezTo>
                    <a:cubicBezTo>
                      <a:pt x="27066" y="2012"/>
                      <a:pt x="28895" y="1280"/>
                      <a:pt x="30815" y="732"/>
                    </a:cubicBezTo>
                    <a:cubicBezTo>
                      <a:pt x="32736" y="183"/>
                      <a:pt x="34839" y="0"/>
                      <a:pt x="36942" y="0"/>
                    </a:cubicBezTo>
                    <a:cubicBezTo>
                      <a:pt x="40417" y="0"/>
                      <a:pt x="43342" y="366"/>
                      <a:pt x="45720" y="1006"/>
                    </a:cubicBezTo>
                    <a:cubicBezTo>
                      <a:pt x="48006" y="1646"/>
                      <a:pt x="50109" y="2560"/>
                      <a:pt x="51755" y="3658"/>
                    </a:cubicBezTo>
                    <a:lnTo>
                      <a:pt x="47183" y="20025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0647F2E3-0055-4E51-A565-825E0FE907C8}"/>
                  </a:ext>
                </a:extLst>
              </p:cNvPr>
              <p:cNvSpPr/>
              <p:nvPr/>
            </p:nvSpPr>
            <p:spPr>
              <a:xfrm>
                <a:off x="3242589" y="6033760"/>
                <a:ext cx="45720" cy="118872"/>
              </a:xfrm>
              <a:custGeom>
                <a:avLst/>
                <a:gdLst>
                  <a:gd name="connsiteX0" fmla="*/ 48737 w 45720"/>
                  <a:gd name="connsiteY0" fmla="*/ 118689 h 118872"/>
                  <a:gd name="connsiteX1" fmla="*/ 41331 w 45720"/>
                  <a:gd name="connsiteY1" fmla="*/ 121615 h 118872"/>
                  <a:gd name="connsiteX2" fmla="*/ 32004 w 45720"/>
                  <a:gd name="connsiteY2" fmla="*/ 122712 h 118872"/>
                  <a:gd name="connsiteX3" fmla="*/ 24232 w 45720"/>
                  <a:gd name="connsiteY3" fmla="*/ 121432 h 118872"/>
                  <a:gd name="connsiteX4" fmla="*/ 18105 w 45720"/>
                  <a:gd name="connsiteY4" fmla="*/ 117500 h 118872"/>
                  <a:gd name="connsiteX5" fmla="*/ 13899 w 45720"/>
                  <a:gd name="connsiteY5" fmla="*/ 110368 h 118872"/>
                  <a:gd name="connsiteX6" fmla="*/ 12436 w 45720"/>
                  <a:gd name="connsiteY6" fmla="*/ 99670 h 118872"/>
                  <a:gd name="connsiteX7" fmla="*/ 12436 w 45720"/>
                  <a:gd name="connsiteY7" fmla="*/ 49378 h 118872"/>
                  <a:gd name="connsiteX8" fmla="*/ 0 w 45720"/>
                  <a:gd name="connsiteY8" fmla="*/ 49378 h 118872"/>
                  <a:gd name="connsiteX9" fmla="*/ 0 w 45720"/>
                  <a:gd name="connsiteY9" fmla="*/ 33833 h 118872"/>
                  <a:gd name="connsiteX10" fmla="*/ 12436 w 45720"/>
                  <a:gd name="connsiteY10" fmla="*/ 33833 h 118872"/>
                  <a:gd name="connsiteX11" fmla="*/ 12436 w 45720"/>
                  <a:gd name="connsiteY11" fmla="*/ 8961 h 118872"/>
                  <a:gd name="connsiteX12" fmla="*/ 29169 w 45720"/>
                  <a:gd name="connsiteY12" fmla="*/ 0 h 118872"/>
                  <a:gd name="connsiteX13" fmla="*/ 29169 w 45720"/>
                  <a:gd name="connsiteY13" fmla="*/ 33833 h 118872"/>
                  <a:gd name="connsiteX14" fmla="*/ 50749 w 45720"/>
                  <a:gd name="connsiteY14" fmla="*/ 33833 h 118872"/>
                  <a:gd name="connsiteX15" fmla="*/ 50749 w 45720"/>
                  <a:gd name="connsiteY15" fmla="*/ 49378 h 118872"/>
                  <a:gd name="connsiteX16" fmla="*/ 29169 w 45720"/>
                  <a:gd name="connsiteY16" fmla="*/ 49378 h 118872"/>
                  <a:gd name="connsiteX17" fmla="*/ 29169 w 45720"/>
                  <a:gd name="connsiteY17" fmla="*/ 96652 h 118872"/>
                  <a:gd name="connsiteX18" fmla="*/ 29718 w 45720"/>
                  <a:gd name="connsiteY18" fmla="*/ 101681 h 118872"/>
                  <a:gd name="connsiteX19" fmla="*/ 31364 w 45720"/>
                  <a:gd name="connsiteY19" fmla="*/ 104882 h 118872"/>
                  <a:gd name="connsiteX20" fmla="*/ 34198 w 45720"/>
                  <a:gd name="connsiteY20" fmla="*/ 106619 h 118872"/>
                  <a:gd name="connsiteX21" fmla="*/ 38222 w 45720"/>
                  <a:gd name="connsiteY21" fmla="*/ 107076 h 118872"/>
                  <a:gd name="connsiteX22" fmla="*/ 44988 w 45720"/>
                  <a:gd name="connsiteY22" fmla="*/ 105979 h 118872"/>
                  <a:gd name="connsiteX23" fmla="*/ 50749 w 45720"/>
                  <a:gd name="connsiteY23" fmla="*/ 103510 h 118872"/>
                  <a:gd name="connsiteX24" fmla="*/ 48737 w 45720"/>
                  <a:gd name="connsiteY24" fmla="*/ 118689 h 118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720" h="118872">
                    <a:moveTo>
                      <a:pt x="48737" y="118689"/>
                    </a:moveTo>
                    <a:cubicBezTo>
                      <a:pt x="46634" y="119878"/>
                      <a:pt x="44165" y="120884"/>
                      <a:pt x="41331" y="121615"/>
                    </a:cubicBezTo>
                    <a:cubicBezTo>
                      <a:pt x="38496" y="122347"/>
                      <a:pt x="35387" y="122712"/>
                      <a:pt x="32004" y="122712"/>
                    </a:cubicBezTo>
                    <a:cubicBezTo>
                      <a:pt x="29078" y="122712"/>
                      <a:pt x="26426" y="122255"/>
                      <a:pt x="24232" y="121432"/>
                    </a:cubicBezTo>
                    <a:cubicBezTo>
                      <a:pt x="22037" y="120609"/>
                      <a:pt x="19934" y="119238"/>
                      <a:pt x="18105" y="117500"/>
                    </a:cubicBezTo>
                    <a:cubicBezTo>
                      <a:pt x="16276" y="115672"/>
                      <a:pt x="14905" y="113294"/>
                      <a:pt x="13899" y="110368"/>
                    </a:cubicBezTo>
                    <a:cubicBezTo>
                      <a:pt x="12893" y="107442"/>
                      <a:pt x="12436" y="103876"/>
                      <a:pt x="12436" y="99670"/>
                    </a:cubicBezTo>
                    <a:lnTo>
                      <a:pt x="12436" y="49378"/>
                    </a:lnTo>
                    <a:lnTo>
                      <a:pt x="0" y="49378"/>
                    </a:lnTo>
                    <a:lnTo>
                      <a:pt x="0" y="33833"/>
                    </a:lnTo>
                    <a:lnTo>
                      <a:pt x="12436" y="33833"/>
                    </a:lnTo>
                    <a:lnTo>
                      <a:pt x="12436" y="8961"/>
                    </a:lnTo>
                    <a:lnTo>
                      <a:pt x="29169" y="0"/>
                    </a:lnTo>
                    <a:lnTo>
                      <a:pt x="29169" y="33833"/>
                    </a:lnTo>
                    <a:lnTo>
                      <a:pt x="50749" y="33833"/>
                    </a:lnTo>
                    <a:lnTo>
                      <a:pt x="50749" y="49378"/>
                    </a:lnTo>
                    <a:lnTo>
                      <a:pt x="29169" y="49378"/>
                    </a:lnTo>
                    <a:lnTo>
                      <a:pt x="29169" y="96652"/>
                    </a:lnTo>
                    <a:cubicBezTo>
                      <a:pt x="29169" y="98664"/>
                      <a:pt x="29352" y="100401"/>
                      <a:pt x="29718" y="101681"/>
                    </a:cubicBezTo>
                    <a:cubicBezTo>
                      <a:pt x="30084" y="103053"/>
                      <a:pt x="30632" y="104059"/>
                      <a:pt x="31364" y="104882"/>
                    </a:cubicBezTo>
                    <a:cubicBezTo>
                      <a:pt x="32095" y="105705"/>
                      <a:pt x="33010" y="106253"/>
                      <a:pt x="34198" y="106619"/>
                    </a:cubicBezTo>
                    <a:cubicBezTo>
                      <a:pt x="35387" y="106893"/>
                      <a:pt x="36667" y="107076"/>
                      <a:pt x="38222" y="107076"/>
                    </a:cubicBezTo>
                    <a:cubicBezTo>
                      <a:pt x="40416" y="107076"/>
                      <a:pt x="42702" y="106710"/>
                      <a:pt x="44988" y="105979"/>
                    </a:cubicBezTo>
                    <a:cubicBezTo>
                      <a:pt x="47274" y="105247"/>
                      <a:pt x="49195" y="104516"/>
                      <a:pt x="50749" y="103510"/>
                    </a:cubicBezTo>
                    <a:lnTo>
                      <a:pt x="48737" y="118689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0386071D-D365-4BD9-9A98-F486253C72F8}"/>
                  </a:ext>
                </a:extLst>
              </p:cNvPr>
              <p:cNvSpPr/>
              <p:nvPr/>
            </p:nvSpPr>
            <p:spPr>
              <a:xfrm>
                <a:off x="3313181" y="6033760"/>
                <a:ext cx="64008" cy="118872"/>
              </a:xfrm>
              <a:custGeom>
                <a:avLst/>
                <a:gdLst>
                  <a:gd name="connsiteX0" fmla="*/ 52852 w 64008"/>
                  <a:gd name="connsiteY0" fmla="*/ 120884 h 118872"/>
                  <a:gd name="connsiteX1" fmla="*/ 52852 w 64008"/>
                  <a:gd name="connsiteY1" fmla="*/ 71598 h 118872"/>
                  <a:gd name="connsiteX2" fmla="*/ 48555 w 64008"/>
                  <a:gd name="connsiteY2" fmla="*/ 53584 h 118872"/>
                  <a:gd name="connsiteX3" fmla="*/ 34930 w 64008"/>
                  <a:gd name="connsiteY3" fmla="*/ 47640 h 118872"/>
                  <a:gd name="connsiteX4" fmla="*/ 27615 w 64008"/>
                  <a:gd name="connsiteY4" fmla="*/ 48920 h 118872"/>
                  <a:gd name="connsiteX5" fmla="*/ 21854 w 64008"/>
                  <a:gd name="connsiteY5" fmla="*/ 53218 h 118872"/>
                  <a:gd name="connsiteX6" fmla="*/ 18288 w 64008"/>
                  <a:gd name="connsiteY6" fmla="*/ 60259 h 118872"/>
                  <a:gd name="connsiteX7" fmla="*/ 17099 w 64008"/>
                  <a:gd name="connsiteY7" fmla="*/ 69860 h 118872"/>
                  <a:gd name="connsiteX8" fmla="*/ 17099 w 64008"/>
                  <a:gd name="connsiteY8" fmla="*/ 120792 h 118872"/>
                  <a:gd name="connsiteX9" fmla="*/ 0 w 64008"/>
                  <a:gd name="connsiteY9" fmla="*/ 120792 h 118872"/>
                  <a:gd name="connsiteX10" fmla="*/ 0 w 64008"/>
                  <a:gd name="connsiteY10" fmla="*/ 8961 h 118872"/>
                  <a:gd name="connsiteX11" fmla="*/ 17099 w 64008"/>
                  <a:gd name="connsiteY11" fmla="*/ 0 h 118872"/>
                  <a:gd name="connsiteX12" fmla="*/ 17099 w 64008"/>
                  <a:gd name="connsiteY12" fmla="*/ 42154 h 118872"/>
                  <a:gd name="connsiteX13" fmla="*/ 21031 w 64008"/>
                  <a:gd name="connsiteY13" fmla="*/ 37948 h 118872"/>
                  <a:gd name="connsiteX14" fmla="*/ 26243 w 64008"/>
                  <a:gd name="connsiteY14" fmla="*/ 34747 h 118872"/>
                  <a:gd name="connsiteX15" fmla="*/ 32278 w 64008"/>
                  <a:gd name="connsiteY15" fmla="*/ 32736 h 118872"/>
                  <a:gd name="connsiteX16" fmla="*/ 38953 w 64008"/>
                  <a:gd name="connsiteY16" fmla="*/ 32004 h 118872"/>
                  <a:gd name="connsiteX17" fmla="*/ 52578 w 64008"/>
                  <a:gd name="connsiteY17" fmla="*/ 34473 h 118872"/>
                  <a:gd name="connsiteX18" fmla="*/ 62271 w 64008"/>
                  <a:gd name="connsiteY18" fmla="*/ 41880 h 118872"/>
                  <a:gd name="connsiteX19" fmla="*/ 68123 w 64008"/>
                  <a:gd name="connsiteY19" fmla="*/ 54315 h 118872"/>
                  <a:gd name="connsiteX20" fmla="*/ 70043 w 64008"/>
                  <a:gd name="connsiteY20" fmla="*/ 70957 h 118872"/>
                  <a:gd name="connsiteX21" fmla="*/ 70043 w 64008"/>
                  <a:gd name="connsiteY21" fmla="*/ 120884 h 118872"/>
                  <a:gd name="connsiteX22" fmla="*/ 52852 w 64008"/>
                  <a:gd name="connsiteY22" fmla="*/ 120884 h 118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4008" h="118872">
                    <a:moveTo>
                      <a:pt x="52852" y="120884"/>
                    </a:moveTo>
                    <a:lnTo>
                      <a:pt x="52852" y="71598"/>
                    </a:lnTo>
                    <a:cubicBezTo>
                      <a:pt x="52852" y="63551"/>
                      <a:pt x="51389" y="57516"/>
                      <a:pt x="48555" y="53584"/>
                    </a:cubicBezTo>
                    <a:cubicBezTo>
                      <a:pt x="45720" y="49652"/>
                      <a:pt x="41148" y="47640"/>
                      <a:pt x="34930" y="47640"/>
                    </a:cubicBezTo>
                    <a:cubicBezTo>
                      <a:pt x="32278" y="47640"/>
                      <a:pt x="29809" y="48097"/>
                      <a:pt x="27615" y="48920"/>
                    </a:cubicBezTo>
                    <a:cubicBezTo>
                      <a:pt x="25329" y="49743"/>
                      <a:pt x="23409" y="51206"/>
                      <a:pt x="21854" y="53218"/>
                    </a:cubicBezTo>
                    <a:cubicBezTo>
                      <a:pt x="20300" y="55230"/>
                      <a:pt x="19019" y="57607"/>
                      <a:pt x="18288" y="60259"/>
                    </a:cubicBezTo>
                    <a:cubicBezTo>
                      <a:pt x="17465" y="63002"/>
                      <a:pt x="17099" y="66111"/>
                      <a:pt x="17099" y="69860"/>
                    </a:cubicBezTo>
                    <a:lnTo>
                      <a:pt x="17099" y="120792"/>
                    </a:lnTo>
                    <a:lnTo>
                      <a:pt x="0" y="120792"/>
                    </a:lnTo>
                    <a:lnTo>
                      <a:pt x="0" y="8961"/>
                    </a:lnTo>
                    <a:lnTo>
                      <a:pt x="17099" y="0"/>
                    </a:lnTo>
                    <a:lnTo>
                      <a:pt x="17099" y="42154"/>
                    </a:lnTo>
                    <a:cubicBezTo>
                      <a:pt x="18196" y="40599"/>
                      <a:pt x="19477" y="39136"/>
                      <a:pt x="21031" y="37948"/>
                    </a:cubicBezTo>
                    <a:cubicBezTo>
                      <a:pt x="22586" y="36667"/>
                      <a:pt x="24323" y="35570"/>
                      <a:pt x="26243" y="34747"/>
                    </a:cubicBezTo>
                    <a:cubicBezTo>
                      <a:pt x="28163" y="33924"/>
                      <a:pt x="30175" y="33193"/>
                      <a:pt x="32278" y="32736"/>
                    </a:cubicBezTo>
                    <a:cubicBezTo>
                      <a:pt x="34473" y="32278"/>
                      <a:pt x="36667" y="32004"/>
                      <a:pt x="38953" y="32004"/>
                    </a:cubicBezTo>
                    <a:cubicBezTo>
                      <a:pt x="44165" y="32004"/>
                      <a:pt x="48737" y="32827"/>
                      <a:pt x="52578" y="34473"/>
                    </a:cubicBezTo>
                    <a:cubicBezTo>
                      <a:pt x="56418" y="36119"/>
                      <a:pt x="59619" y="38588"/>
                      <a:pt x="62271" y="41880"/>
                    </a:cubicBezTo>
                    <a:cubicBezTo>
                      <a:pt x="64922" y="45171"/>
                      <a:pt x="66843" y="49286"/>
                      <a:pt x="68123" y="54315"/>
                    </a:cubicBezTo>
                    <a:cubicBezTo>
                      <a:pt x="69403" y="59345"/>
                      <a:pt x="70043" y="64922"/>
                      <a:pt x="70043" y="70957"/>
                    </a:cubicBezTo>
                    <a:lnTo>
                      <a:pt x="70043" y="120884"/>
                    </a:lnTo>
                    <a:lnTo>
                      <a:pt x="52852" y="120884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BE45EFD2-2FEA-4455-9E1F-FE6956E0E099}"/>
                  </a:ext>
                </a:extLst>
              </p:cNvPr>
              <p:cNvSpPr/>
              <p:nvPr/>
            </p:nvSpPr>
            <p:spPr>
              <a:xfrm>
                <a:off x="3400140" y="6065581"/>
                <a:ext cx="73152" cy="82296"/>
              </a:xfrm>
              <a:custGeom>
                <a:avLst/>
                <a:gdLst>
                  <a:gd name="connsiteX0" fmla="*/ 57607 w 73152"/>
                  <a:gd name="connsiteY0" fmla="*/ 37490 h 82296"/>
                  <a:gd name="connsiteX1" fmla="*/ 56053 w 73152"/>
                  <a:gd name="connsiteY1" fmla="*/ 29078 h 82296"/>
                  <a:gd name="connsiteX2" fmla="*/ 52304 w 73152"/>
                  <a:gd name="connsiteY2" fmla="*/ 22128 h 82296"/>
                  <a:gd name="connsiteX3" fmla="*/ 46086 w 73152"/>
                  <a:gd name="connsiteY3" fmla="*/ 17374 h 82296"/>
                  <a:gd name="connsiteX4" fmla="*/ 37033 w 73152"/>
                  <a:gd name="connsiteY4" fmla="*/ 15636 h 82296"/>
                  <a:gd name="connsiteX5" fmla="*/ 29078 w 73152"/>
                  <a:gd name="connsiteY5" fmla="*/ 17099 h 82296"/>
                  <a:gd name="connsiteX6" fmla="*/ 23226 w 73152"/>
                  <a:gd name="connsiteY6" fmla="*/ 21397 h 82296"/>
                  <a:gd name="connsiteX7" fmla="*/ 19202 w 73152"/>
                  <a:gd name="connsiteY7" fmla="*/ 28164 h 82296"/>
                  <a:gd name="connsiteX8" fmla="*/ 17100 w 73152"/>
                  <a:gd name="connsiteY8" fmla="*/ 37490 h 82296"/>
                  <a:gd name="connsiteX9" fmla="*/ 57607 w 73152"/>
                  <a:gd name="connsiteY9" fmla="*/ 37490 h 82296"/>
                  <a:gd name="connsiteX10" fmla="*/ 74889 w 73152"/>
                  <a:gd name="connsiteY10" fmla="*/ 43800 h 82296"/>
                  <a:gd name="connsiteX11" fmla="*/ 74707 w 73152"/>
                  <a:gd name="connsiteY11" fmla="*/ 48189 h 82296"/>
                  <a:gd name="connsiteX12" fmla="*/ 74341 w 73152"/>
                  <a:gd name="connsiteY12" fmla="*/ 51572 h 82296"/>
                  <a:gd name="connsiteX13" fmla="*/ 16734 w 73152"/>
                  <a:gd name="connsiteY13" fmla="*/ 51572 h 82296"/>
                  <a:gd name="connsiteX14" fmla="*/ 19477 w 73152"/>
                  <a:gd name="connsiteY14" fmla="*/ 62362 h 82296"/>
                  <a:gd name="connsiteX15" fmla="*/ 24415 w 73152"/>
                  <a:gd name="connsiteY15" fmla="*/ 69769 h 82296"/>
                  <a:gd name="connsiteX16" fmla="*/ 30998 w 73152"/>
                  <a:gd name="connsiteY16" fmla="*/ 74066 h 82296"/>
                  <a:gd name="connsiteX17" fmla="*/ 38679 w 73152"/>
                  <a:gd name="connsiteY17" fmla="*/ 75438 h 82296"/>
                  <a:gd name="connsiteX18" fmla="*/ 43983 w 73152"/>
                  <a:gd name="connsiteY18" fmla="*/ 74981 h 82296"/>
                  <a:gd name="connsiteX19" fmla="*/ 48829 w 73152"/>
                  <a:gd name="connsiteY19" fmla="*/ 73518 h 82296"/>
                  <a:gd name="connsiteX20" fmla="*/ 52944 w 73152"/>
                  <a:gd name="connsiteY20" fmla="*/ 71506 h 82296"/>
                  <a:gd name="connsiteX21" fmla="*/ 57607 w 73152"/>
                  <a:gd name="connsiteY21" fmla="*/ 68489 h 82296"/>
                  <a:gd name="connsiteX22" fmla="*/ 67757 w 73152"/>
                  <a:gd name="connsiteY22" fmla="*/ 79370 h 82296"/>
                  <a:gd name="connsiteX23" fmla="*/ 61539 w 73152"/>
                  <a:gd name="connsiteY23" fmla="*/ 84308 h 82296"/>
                  <a:gd name="connsiteX24" fmla="*/ 55138 w 73152"/>
                  <a:gd name="connsiteY24" fmla="*/ 87691 h 82296"/>
                  <a:gd name="connsiteX25" fmla="*/ 47275 w 73152"/>
                  <a:gd name="connsiteY25" fmla="*/ 89977 h 82296"/>
                  <a:gd name="connsiteX26" fmla="*/ 37674 w 73152"/>
                  <a:gd name="connsiteY26" fmla="*/ 90800 h 82296"/>
                  <a:gd name="connsiteX27" fmla="*/ 27066 w 73152"/>
                  <a:gd name="connsiteY27" fmla="*/ 89245 h 82296"/>
                  <a:gd name="connsiteX28" fmla="*/ 18288 w 73152"/>
                  <a:gd name="connsiteY28" fmla="*/ 85131 h 82296"/>
                  <a:gd name="connsiteX29" fmla="*/ 11430 w 73152"/>
                  <a:gd name="connsiteY29" fmla="*/ 79278 h 82296"/>
                  <a:gd name="connsiteX30" fmla="*/ 5670 w 73152"/>
                  <a:gd name="connsiteY30" fmla="*/ 70866 h 82296"/>
                  <a:gd name="connsiteX31" fmla="*/ 1463 w 73152"/>
                  <a:gd name="connsiteY31" fmla="*/ 59345 h 82296"/>
                  <a:gd name="connsiteX32" fmla="*/ 0 w 73152"/>
                  <a:gd name="connsiteY32" fmla="*/ 45446 h 82296"/>
                  <a:gd name="connsiteX33" fmla="*/ 2835 w 73152"/>
                  <a:gd name="connsiteY33" fmla="*/ 25878 h 82296"/>
                  <a:gd name="connsiteX34" fmla="*/ 10699 w 73152"/>
                  <a:gd name="connsiteY34" fmla="*/ 11613 h 82296"/>
                  <a:gd name="connsiteX35" fmla="*/ 22769 w 73152"/>
                  <a:gd name="connsiteY35" fmla="*/ 2926 h 82296"/>
                  <a:gd name="connsiteX36" fmla="*/ 38222 w 73152"/>
                  <a:gd name="connsiteY36" fmla="*/ 0 h 82296"/>
                  <a:gd name="connsiteX37" fmla="*/ 54407 w 73152"/>
                  <a:gd name="connsiteY37" fmla="*/ 3566 h 82296"/>
                  <a:gd name="connsiteX38" fmla="*/ 65837 w 73152"/>
                  <a:gd name="connsiteY38" fmla="*/ 13076 h 82296"/>
                  <a:gd name="connsiteX39" fmla="*/ 72603 w 73152"/>
                  <a:gd name="connsiteY39" fmla="*/ 26975 h 82296"/>
                  <a:gd name="connsiteX40" fmla="*/ 74889 w 73152"/>
                  <a:gd name="connsiteY40" fmla="*/ 43800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3152" h="82296">
                    <a:moveTo>
                      <a:pt x="57607" y="37490"/>
                    </a:moveTo>
                    <a:cubicBezTo>
                      <a:pt x="57424" y="34564"/>
                      <a:pt x="56876" y="31730"/>
                      <a:pt x="56053" y="29078"/>
                    </a:cubicBezTo>
                    <a:cubicBezTo>
                      <a:pt x="55230" y="26426"/>
                      <a:pt x="53950" y="24140"/>
                      <a:pt x="52304" y="22128"/>
                    </a:cubicBezTo>
                    <a:cubicBezTo>
                      <a:pt x="50658" y="20117"/>
                      <a:pt x="48555" y="18562"/>
                      <a:pt x="46086" y="17374"/>
                    </a:cubicBezTo>
                    <a:cubicBezTo>
                      <a:pt x="43617" y="16185"/>
                      <a:pt x="40599" y="15636"/>
                      <a:pt x="37033" y="15636"/>
                    </a:cubicBezTo>
                    <a:cubicBezTo>
                      <a:pt x="34016" y="15636"/>
                      <a:pt x="31364" y="16093"/>
                      <a:pt x="29078" y="17099"/>
                    </a:cubicBezTo>
                    <a:cubicBezTo>
                      <a:pt x="26792" y="18105"/>
                      <a:pt x="24872" y="19477"/>
                      <a:pt x="23226" y="21397"/>
                    </a:cubicBezTo>
                    <a:cubicBezTo>
                      <a:pt x="21580" y="23226"/>
                      <a:pt x="20300" y="25512"/>
                      <a:pt x="19202" y="28164"/>
                    </a:cubicBezTo>
                    <a:cubicBezTo>
                      <a:pt x="18105" y="30815"/>
                      <a:pt x="17465" y="33924"/>
                      <a:pt x="17100" y="37490"/>
                    </a:cubicBezTo>
                    <a:lnTo>
                      <a:pt x="57607" y="37490"/>
                    </a:lnTo>
                    <a:close/>
                    <a:moveTo>
                      <a:pt x="74889" y="43800"/>
                    </a:moveTo>
                    <a:cubicBezTo>
                      <a:pt x="74889" y="45354"/>
                      <a:pt x="74798" y="46817"/>
                      <a:pt x="74707" y="48189"/>
                    </a:cubicBezTo>
                    <a:cubicBezTo>
                      <a:pt x="74615" y="49560"/>
                      <a:pt x="74524" y="50658"/>
                      <a:pt x="74341" y="51572"/>
                    </a:cubicBezTo>
                    <a:lnTo>
                      <a:pt x="16734" y="51572"/>
                    </a:lnTo>
                    <a:cubicBezTo>
                      <a:pt x="17191" y="55778"/>
                      <a:pt x="18105" y="59345"/>
                      <a:pt x="19477" y="62362"/>
                    </a:cubicBezTo>
                    <a:cubicBezTo>
                      <a:pt x="20848" y="65380"/>
                      <a:pt x="22494" y="67848"/>
                      <a:pt x="24415" y="69769"/>
                    </a:cubicBezTo>
                    <a:cubicBezTo>
                      <a:pt x="26335" y="71689"/>
                      <a:pt x="28530" y="73152"/>
                      <a:pt x="30998" y="74066"/>
                    </a:cubicBezTo>
                    <a:cubicBezTo>
                      <a:pt x="33467" y="74981"/>
                      <a:pt x="36027" y="75438"/>
                      <a:pt x="38679" y="75438"/>
                    </a:cubicBezTo>
                    <a:cubicBezTo>
                      <a:pt x="40599" y="75438"/>
                      <a:pt x="42337" y="75255"/>
                      <a:pt x="43983" y="74981"/>
                    </a:cubicBezTo>
                    <a:cubicBezTo>
                      <a:pt x="45629" y="74615"/>
                      <a:pt x="47275" y="74158"/>
                      <a:pt x="48829" y="73518"/>
                    </a:cubicBezTo>
                    <a:cubicBezTo>
                      <a:pt x="50384" y="72878"/>
                      <a:pt x="51755" y="72238"/>
                      <a:pt x="52944" y="71506"/>
                    </a:cubicBezTo>
                    <a:cubicBezTo>
                      <a:pt x="54133" y="70866"/>
                      <a:pt x="55687" y="69769"/>
                      <a:pt x="57607" y="68489"/>
                    </a:cubicBezTo>
                    <a:lnTo>
                      <a:pt x="67757" y="79370"/>
                    </a:lnTo>
                    <a:cubicBezTo>
                      <a:pt x="65563" y="81382"/>
                      <a:pt x="63551" y="83119"/>
                      <a:pt x="61539" y="84308"/>
                    </a:cubicBezTo>
                    <a:cubicBezTo>
                      <a:pt x="59619" y="85588"/>
                      <a:pt x="57424" y="86685"/>
                      <a:pt x="55138" y="87691"/>
                    </a:cubicBezTo>
                    <a:cubicBezTo>
                      <a:pt x="52852" y="88697"/>
                      <a:pt x="50201" y="89428"/>
                      <a:pt x="47275" y="89977"/>
                    </a:cubicBezTo>
                    <a:cubicBezTo>
                      <a:pt x="44348" y="90526"/>
                      <a:pt x="41148" y="90800"/>
                      <a:pt x="37674" y="90800"/>
                    </a:cubicBezTo>
                    <a:cubicBezTo>
                      <a:pt x="33924" y="90800"/>
                      <a:pt x="30358" y="90251"/>
                      <a:pt x="27066" y="89245"/>
                    </a:cubicBezTo>
                    <a:cubicBezTo>
                      <a:pt x="23774" y="88148"/>
                      <a:pt x="20848" y="86777"/>
                      <a:pt x="18288" y="85131"/>
                    </a:cubicBezTo>
                    <a:cubicBezTo>
                      <a:pt x="15728" y="83393"/>
                      <a:pt x="13442" y="81473"/>
                      <a:pt x="11430" y="79278"/>
                    </a:cubicBezTo>
                    <a:cubicBezTo>
                      <a:pt x="9418" y="77084"/>
                      <a:pt x="7498" y="74249"/>
                      <a:pt x="5670" y="70866"/>
                    </a:cubicBezTo>
                    <a:cubicBezTo>
                      <a:pt x="3841" y="67391"/>
                      <a:pt x="2469" y="63642"/>
                      <a:pt x="1463" y="59345"/>
                    </a:cubicBezTo>
                    <a:cubicBezTo>
                      <a:pt x="457" y="55138"/>
                      <a:pt x="0" y="50475"/>
                      <a:pt x="0" y="45446"/>
                    </a:cubicBezTo>
                    <a:cubicBezTo>
                      <a:pt x="0" y="38130"/>
                      <a:pt x="914" y="31547"/>
                      <a:pt x="2835" y="25878"/>
                    </a:cubicBezTo>
                    <a:cubicBezTo>
                      <a:pt x="4664" y="20208"/>
                      <a:pt x="7315" y="15453"/>
                      <a:pt x="10699" y="11613"/>
                    </a:cubicBezTo>
                    <a:cubicBezTo>
                      <a:pt x="14082" y="7772"/>
                      <a:pt x="18014" y="4846"/>
                      <a:pt x="22769" y="2926"/>
                    </a:cubicBezTo>
                    <a:cubicBezTo>
                      <a:pt x="27432" y="914"/>
                      <a:pt x="32644" y="0"/>
                      <a:pt x="38222" y="0"/>
                    </a:cubicBezTo>
                    <a:cubicBezTo>
                      <a:pt x="44440" y="0"/>
                      <a:pt x="49835" y="1189"/>
                      <a:pt x="54407" y="3566"/>
                    </a:cubicBezTo>
                    <a:cubicBezTo>
                      <a:pt x="58979" y="5944"/>
                      <a:pt x="62820" y="9053"/>
                      <a:pt x="65837" y="13076"/>
                    </a:cubicBezTo>
                    <a:cubicBezTo>
                      <a:pt x="68854" y="17008"/>
                      <a:pt x="71140" y="21671"/>
                      <a:pt x="72603" y="26975"/>
                    </a:cubicBezTo>
                    <a:cubicBezTo>
                      <a:pt x="74066" y="32278"/>
                      <a:pt x="74889" y="37856"/>
                      <a:pt x="74889" y="43800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7F04E477-E3C6-4CBD-BC6C-39EEB837A3D6}"/>
                  </a:ext>
                </a:extLst>
              </p:cNvPr>
              <p:cNvSpPr/>
              <p:nvPr/>
            </p:nvSpPr>
            <p:spPr>
              <a:xfrm>
                <a:off x="3530260" y="6065490"/>
                <a:ext cx="64008" cy="82296"/>
              </a:xfrm>
              <a:custGeom>
                <a:avLst/>
                <a:gdLst>
                  <a:gd name="connsiteX0" fmla="*/ 54133 w 64008"/>
                  <a:gd name="connsiteY0" fmla="*/ 51938 h 82296"/>
                  <a:gd name="connsiteX1" fmla="*/ 49743 w 64008"/>
                  <a:gd name="connsiteY1" fmla="*/ 50201 h 82296"/>
                  <a:gd name="connsiteX2" fmla="*/ 45720 w 64008"/>
                  <a:gd name="connsiteY2" fmla="*/ 49195 h 82296"/>
                  <a:gd name="connsiteX3" fmla="*/ 40691 w 64008"/>
                  <a:gd name="connsiteY3" fmla="*/ 48463 h 82296"/>
                  <a:gd name="connsiteX4" fmla="*/ 34290 w 64008"/>
                  <a:gd name="connsiteY4" fmla="*/ 48189 h 82296"/>
                  <a:gd name="connsiteX5" fmla="*/ 21214 w 64008"/>
                  <a:gd name="connsiteY5" fmla="*/ 51664 h 82296"/>
                  <a:gd name="connsiteX6" fmla="*/ 16368 w 64008"/>
                  <a:gd name="connsiteY6" fmla="*/ 61173 h 82296"/>
                  <a:gd name="connsiteX7" fmla="*/ 17739 w 64008"/>
                  <a:gd name="connsiteY7" fmla="*/ 67757 h 82296"/>
                  <a:gd name="connsiteX8" fmla="*/ 21214 w 64008"/>
                  <a:gd name="connsiteY8" fmla="*/ 72146 h 82296"/>
                  <a:gd name="connsiteX9" fmla="*/ 26243 w 64008"/>
                  <a:gd name="connsiteY9" fmla="*/ 74706 h 82296"/>
                  <a:gd name="connsiteX10" fmla="*/ 33193 w 64008"/>
                  <a:gd name="connsiteY10" fmla="*/ 75529 h 82296"/>
                  <a:gd name="connsiteX11" fmla="*/ 39776 w 64008"/>
                  <a:gd name="connsiteY11" fmla="*/ 74524 h 82296"/>
                  <a:gd name="connsiteX12" fmla="*/ 45720 w 64008"/>
                  <a:gd name="connsiteY12" fmla="*/ 71963 h 82296"/>
                  <a:gd name="connsiteX13" fmla="*/ 50658 w 64008"/>
                  <a:gd name="connsiteY13" fmla="*/ 68397 h 82296"/>
                  <a:gd name="connsiteX14" fmla="*/ 54315 w 64008"/>
                  <a:gd name="connsiteY14" fmla="*/ 64374 h 82296"/>
                  <a:gd name="connsiteX15" fmla="*/ 54315 w 64008"/>
                  <a:gd name="connsiteY15" fmla="*/ 51938 h 82296"/>
                  <a:gd name="connsiteX16" fmla="*/ 54133 w 64008"/>
                  <a:gd name="connsiteY16" fmla="*/ 89154 h 82296"/>
                  <a:gd name="connsiteX17" fmla="*/ 54133 w 64008"/>
                  <a:gd name="connsiteY17" fmla="*/ 80559 h 82296"/>
                  <a:gd name="connsiteX18" fmla="*/ 48646 w 64008"/>
                  <a:gd name="connsiteY18" fmla="*/ 85039 h 82296"/>
                  <a:gd name="connsiteX19" fmla="*/ 44074 w 64008"/>
                  <a:gd name="connsiteY19" fmla="*/ 87691 h 82296"/>
                  <a:gd name="connsiteX20" fmla="*/ 38131 w 64008"/>
                  <a:gd name="connsiteY20" fmla="*/ 89977 h 82296"/>
                  <a:gd name="connsiteX21" fmla="*/ 30267 w 64008"/>
                  <a:gd name="connsiteY21" fmla="*/ 90983 h 82296"/>
                  <a:gd name="connsiteX22" fmla="*/ 19568 w 64008"/>
                  <a:gd name="connsiteY22" fmla="*/ 89428 h 82296"/>
                  <a:gd name="connsiteX23" fmla="*/ 9876 w 64008"/>
                  <a:gd name="connsiteY23" fmla="*/ 84308 h 82296"/>
                  <a:gd name="connsiteX24" fmla="*/ 2743 w 64008"/>
                  <a:gd name="connsiteY24" fmla="*/ 75164 h 82296"/>
                  <a:gd name="connsiteX25" fmla="*/ 0 w 64008"/>
                  <a:gd name="connsiteY25" fmla="*/ 61539 h 82296"/>
                  <a:gd name="connsiteX26" fmla="*/ 2652 w 64008"/>
                  <a:gd name="connsiteY26" fmla="*/ 48920 h 82296"/>
                  <a:gd name="connsiteX27" fmla="*/ 9967 w 64008"/>
                  <a:gd name="connsiteY27" fmla="*/ 40142 h 82296"/>
                  <a:gd name="connsiteX28" fmla="*/ 20940 w 64008"/>
                  <a:gd name="connsiteY28" fmla="*/ 35022 h 82296"/>
                  <a:gd name="connsiteX29" fmla="*/ 34656 w 64008"/>
                  <a:gd name="connsiteY29" fmla="*/ 33376 h 82296"/>
                  <a:gd name="connsiteX30" fmla="*/ 46269 w 64008"/>
                  <a:gd name="connsiteY30" fmla="*/ 34290 h 82296"/>
                  <a:gd name="connsiteX31" fmla="*/ 54133 w 64008"/>
                  <a:gd name="connsiteY31" fmla="*/ 36667 h 82296"/>
                  <a:gd name="connsiteX32" fmla="*/ 54133 w 64008"/>
                  <a:gd name="connsiteY32" fmla="*/ 30175 h 82296"/>
                  <a:gd name="connsiteX33" fmla="*/ 49926 w 64008"/>
                  <a:gd name="connsiteY33" fmla="*/ 19202 h 82296"/>
                  <a:gd name="connsiteX34" fmla="*/ 37673 w 64008"/>
                  <a:gd name="connsiteY34" fmla="*/ 15362 h 82296"/>
                  <a:gd name="connsiteX35" fmla="*/ 25512 w 64008"/>
                  <a:gd name="connsiteY35" fmla="*/ 16642 h 82296"/>
                  <a:gd name="connsiteX36" fmla="*/ 14996 w 64008"/>
                  <a:gd name="connsiteY36" fmla="*/ 20757 h 82296"/>
                  <a:gd name="connsiteX37" fmla="*/ 8321 w 64008"/>
                  <a:gd name="connsiteY37" fmla="*/ 7864 h 82296"/>
                  <a:gd name="connsiteX38" fmla="*/ 21763 w 64008"/>
                  <a:gd name="connsiteY38" fmla="*/ 2012 h 82296"/>
                  <a:gd name="connsiteX39" fmla="*/ 38131 w 64008"/>
                  <a:gd name="connsiteY39" fmla="*/ 0 h 82296"/>
                  <a:gd name="connsiteX40" fmla="*/ 51481 w 64008"/>
                  <a:gd name="connsiteY40" fmla="*/ 1737 h 82296"/>
                  <a:gd name="connsiteX41" fmla="*/ 61814 w 64008"/>
                  <a:gd name="connsiteY41" fmla="*/ 7132 h 82296"/>
                  <a:gd name="connsiteX42" fmla="*/ 68488 w 64008"/>
                  <a:gd name="connsiteY42" fmla="*/ 16276 h 82296"/>
                  <a:gd name="connsiteX43" fmla="*/ 70866 w 64008"/>
                  <a:gd name="connsiteY43" fmla="*/ 29169 h 82296"/>
                  <a:gd name="connsiteX44" fmla="*/ 70866 w 64008"/>
                  <a:gd name="connsiteY44" fmla="*/ 88880 h 82296"/>
                  <a:gd name="connsiteX45" fmla="*/ 54133 w 64008"/>
                  <a:gd name="connsiteY45" fmla="*/ 88880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64008" h="82296">
                    <a:moveTo>
                      <a:pt x="54133" y="51938"/>
                    </a:moveTo>
                    <a:cubicBezTo>
                      <a:pt x="52486" y="51206"/>
                      <a:pt x="51024" y="50566"/>
                      <a:pt x="49743" y="50201"/>
                    </a:cubicBezTo>
                    <a:cubicBezTo>
                      <a:pt x="48463" y="49743"/>
                      <a:pt x="47092" y="49469"/>
                      <a:pt x="45720" y="49195"/>
                    </a:cubicBezTo>
                    <a:cubicBezTo>
                      <a:pt x="44348" y="48920"/>
                      <a:pt x="42611" y="48646"/>
                      <a:pt x="40691" y="48463"/>
                    </a:cubicBezTo>
                    <a:cubicBezTo>
                      <a:pt x="38679" y="48280"/>
                      <a:pt x="36576" y="48189"/>
                      <a:pt x="34290" y="48189"/>
                    </a:cubicBezTo>
                    <a:cubicBezTo>
                      <a:pt x="28804" y="48189"/>
                      <a:pt x="24415" y="49378"/>
                      <a:pt x="21214" y="51664"/>
                    </a:cubicBezTo>
                    <a:cubicBezTo>
                      <a:pt x="18014" y="53950"/>
                      <a:pt x="16368" y="57150"/>
                      <a:pt x="16368" y="61173"/>
                    </a:cubicBezTo>
                    <a:cubicBezTo>
                      <a:pt x="16368" y="63734"/>
                      <a:pt x="16825" y="65928"/>
                      <a:pt x="17739" y="67757"/>
                    </a:cubicBezTo>
                    <a:cubicBezTo>
                      <a:pt x="18654" y="69586"/>
                      <a:pt x="19843" y="71049"/>
                      <a:pt x="21214" y="72146"/>
                    </a:cubicBezTo>
                    <a:cubicBezTo>
                      <a:pt x="22586" y="73243"/>
                      <a:pt x="24232" y="74158"/>
                      <a:pt x="26243" y="74706"/>
                    </a:cubicBezTo>
                    <a:cubicBezTo>
                      <a:pt x="28164" y="75255"/>
                      <a:pt x="30450" y="75529"/>
                      <a:pt x="33193" y="75529"/>
                    </a:cubicBezTo>
                    <a:cubicBezTo>
                      <a:pt x="35479" y="75529"/>
                      <a:pt x="37673" y="75255"/>
                      <a:pt x="39776" y="74524"/>
                    </a:cubicBezTo>
                    <a:cubicBezTo>
                      <a:pt x="41880" y="73884"/>
                      <a:pt x="43891" y="73061"/>
                      <a:pt x="45720" y="71963"/>
                    </a:cubicBezTo>
                    <a:cubicBezTo>
                      <a:pt x="47549" y="70866"/>
                      <a:pt x="49195" y="69769"/>
                      <a:pt x="50658" y="68397"/>
                    </a:cubicBezTo>
                    <a:cubicBezTo>
                      <a:pt x="52121" y="67026"/>
                      <a:pt x="53310" y="65745"/>
                      <a:pt x="54315" y="64374"/>
                    </a:cubicBezTo>
                    <a:lnTo>
                      <a:pt x="54315" y="51938"/>
                    </a:lnTo>
                    <a:close/>
                    <a:moveTo>
                      <a:pt x="54133" y="89154"/>
                    </a:moveTo>
                    <a:lnTo>
                      <a:pt x="54133" y="80559"/>
                    </a:lnTo>
                    <a:cubicBezTo>
                      <a:pt x="51938" y="82570"/>
                      <a:pt x="50109" y="84125"/>
                      <a:pt x="48646" y="85039"/>
                    </a:cubicBezTo>
                    <a:cubicBezTo>
                      <a:pt x="47183" y="85954"/>
                      <a:pt x="45628" y="86868"/>
                      <a:pt x="44074" y="87691"/>
                    </a:cubicBezTo>
                    <a:cubicBezTo>
                      <a:pt x="42520" y="88514"/>
                      <a:pt x="40508" y="89245"/>
                      <a:pt x="38131" y="89977"/>
                    </a:cubicBezTo>
                    <a:cubicBezTo>
                      <a:pt x="35753" y="90617"/>
                      <a:pt x="33101" y="90983"/>
                      <a:pt x="30267" y="90983"/>
                    </a:cubicBezTo>
                    <a:cubicBezTo>
                      <a:pt x="26792" y="90983"/>
                      <a:pt x="23226" y="90434"/>
                      <a:pt x="19568" y="89428"/>
                    </a:cubicBezTo>
                    <a:cubicBezTo>
                      <a:pt x="16002" y="88331"/>
                      <a:pt x="12710" y="86685"/>
                      <a:pt x="9876" y="84308"/>
                    </a:cubicBezTo>
                    <a:cubicBezTo>
                      <a:pt x="6950" y="81930"/>
                      <a:pt x="4572" y="78913"/>
                      <a:pt x="2743" y="75164"/>
                    </a:cubicBezTo>
                    <a:cubicBezTo>
                      <a:pt x="914" y="71415"/>
                      <a:pt x="0" y="66934"/>
                      <a:pt x="0" y="61539"/>
                    </a:cubicBezTo>
                    <a:cubicBezTo>
                      <a:pt x="0" y="56693"/>
                      <a:pt x="914" y="52487"/>
                      <a:pt x="2652" y="48920"/>
                    </a:cubicBezTo>
                    <a:cubicBezTo>
                      <a:pt x="4389" y="45354"/>
                      <a:pt x="6858" y="42428"/>
                      <a:pt x="9967" y="40142"/>
                    </a:cubicBezTo>
                    <a:cubicBezTo>
                      <a:pt x="13076" y="37856"/>
                      <a:pt x="16734" y="36119"/>
                      <a:pt x="20940" y="35022"/>
                    </a:cubicBezTo>
                    <a:cubicBezTo>
                      <a:pt x="25146" y="33924"/>
                      <a:pt x="29718" y="33376"/>
                      <a:pt x="34656" y="33376"/>
                    </a:cubicBezTo>
                    <a:cubicBezTo>
                      <a:pt x="39228" y="33376"/>
                      <a:pt x="43068" y="33650"/>
                      <a:pt x="46269" y="34290"/>
                    </a:cubicBezTo>
                    <a:cubicBezTo>
                      <a:pt x="49378" y="34930"/>
                      <a:pt x="52029" y="35662"/>
                      <a:pt x="54133" y="36667"/>
                    </a:cubicBezTo>
                    <a:lnTo>
                      <a:pt x="54133" y="30175"/>
                    </a:lnTo>
                    <a:cubicBezTo>
                      <a:pt x="54133" y="25420"/>
                      <a:pt x="52670" y="21763"/>
                      <a:pt x="49926" y="19202"/>
                    </a:cubicBezTo>
                    <a:cubicBezTo>
                      <a:pt x="47092" y="16642"/>
                      <a:pt x="43068" y="15362"/>
                      <a:pt x="37673" y="15362"/>
                    </a:cubicBezTo>
                    <a:cubicBezTo>
                      <a:pt x="33193" y="15362"/>
                      <a:pt x="29169" y="15819"/>
                      <a:pt x="25512" y="16642"/>
                    </a:cubicBezTo>
                    <a:cubicBezTo>
                      <a:pt x="21854" y="17465"/>
                      <a:pt x="18380" y="18928"/>
                      <a:pt x="14996" y="20757"/>
                    </a:cubicBezTo>
                    <a:lnTo>
                      <a:pt x="8321" y="7864"/>
                    </a:lnTo>
                    <a:cubicBezTo>
                      <a:pt x="12436" y="5304"/>
                      <a:pt x="16916" y="3292"/>
                      <a:pt x="21763" y="2012"/>
                    </a:cubicBezTo>
                    <a:cubicBezTo>
                      <a:pt x="26518" y="640"/>
                      <a:pt x="32004" y="0"/>
                      <a:pt x="38131" y="0"/>
                    </a:cubicBezTo>
                    <a:cubicBezTo>
                      <a:pt x="42977" y="0"/>
                      <a:pt x="47457" y="640"/>
                      <a:pt x="51481" y="1737"/>
                    </a:cubicBezTo>
                    <a:cubicBezTo>
                      <a:pt x="55504" y="2926"/>
                      <a:pt x="58979" y="4755"/>
                      <a:pt x="61814" y="7132"/>
                    </a:cubicBezTo>
                    <a:cubicBezTo>
                      <a:pt x="64648" y="9601"/>
                      <a:pt x="66934" y="12619"/>
                      <a:pt x="68488" y="16276"/>
                    </a:cubicBezTo>
                    <a:cubicBezTo>
                      <a:pt x="70043" y="19934"/>
                      <a:pt x="70866" y="24232"/>
                      <a:pt x="70866" y="29169"/>
                    </a:cubicBezTo>
                    <a:lnTo>
                      <a:pt x="70866" y="88880"/>
                    </a:lnTo>
                    <a:lnTo>
                      <a:pt x="54133" y="88880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DC4CAE55-DFA3-4DAC-9574-70861E48031D}"/>
                  </a:ext>
                </a:extLst>
              </p:cNvPr>
              <p:cNvSpPr/>
              <p:nvPr/>
            </p:nvSpPr>
            <p:spPr>
              <a:xfrm>
                <a:off x="3622340" y="6065672"/>
                <a:ext cx="64008" cy="82296"/>
              </a:xfrm>
              <a:custGeom>
                <a:avLst/>
                <a:gdLst>
                  <a:gd name="connsiteX0" fmla="*/ 52852 w 64008"/>
                  <a:gd name="connsiteY0" fmla="*/ 88971 h 82296"/>
                  <a:gd name="connsiteX1" fmla="*/ 52852 w 64008"/>
                  <a:gd name="connsiteY1" fmla="*/ 39685 h 82296"/>
                  <a:gd name="connsiteX2" fmla="*/ 48646 w 64008"/>
                  <a:gd name="connsiteY2" fmla="*/ 21854 h 82296"/>
                  <a:gd name="connsiteX3" fmla="*/ 34930 w 64008"/>
                  <a:gd name="connsiteY3" fmla="*/ 15819 h 82296"/>
                  <a:gd name="connsiteX4" fmla="*/ 27340 w 64008"/>
                  <a:gd name="connsiteY4" fmla="*/ 17282 h 82296"/>
                  <a:gd name="connsiteX5" fmla="*/ 21488 w 64008"/>
                  <a:gd name="connsiteY5" fmla="*/ 21854 h 82296"/>
                  <a:gd name="connsiteX6" fmla="*/ 18105 w 64008"/>
                  <a:gd name="connsiteY6" fmla="*/ 29078 h 82296"/>
                  <a:gd name="connsiteX7" fmla="*/ 17099 w 64008"/>
                  <a:gd name="connsiteY7" fmla="*/ 38039 h 82296"/>
                  <a:gd name="connsiteX8" fmla="*/ 17099 w 64008"/>
                  <a:gd name="connsiteY8" fmla="*/ 88971 h 82296"/>
                  <a:gd name="connsiteX9" fmla="*/ 0 w 64008"/>
                  <a:gd name="connsiteY9" fmla="*/ 88971 h 82296"/>
                  <a:gd name="connsiteX10" fmla="*/ 0 w 64008"/>
                  <a:gd name="connsiteY10" fmla="*/ 1920 h 82296"/>
                  <a:gd name="connsiteX11" fmla="*/ 17099 w 64008"/>
                  <a:gd name="connsiteY11" fmla="*/ 1920 h 82296"/>
                  <a:gd name="connsiteX12" fmla="*/ 17099 w 64008"/>
                  <a:gd name="connsiteY12" fmla="*/ 10150 h 82296"/>
                  <a:gd name="connsiteX13" fmla="*/ 21031 w 64008"/>
                  <a:gd name="connsiteY13" fmla="*/ 5944 h 82296"/>
                  <a:gd name="connsiteX14" fmla="*/ 26243 w 64008"/>
                  <a:gd name="connsiteY14" fmla="*/ 2743 h 82296"/>
                  <a:gd name="connsiteX15" fmla="*/ 32278 w 64008"/>
                  <a:gd name="connsiteY15" fmla="*/ 732 h 82296"/>
                  <a:gd name="connsiteX16" fmla="*/ 38954 w 64008"/>
                  <a:gd name="connsiteY16" fmla="*/ 0 h 82296"/>
                  <a:gd name="connsiteX17" fmla="*/ 52578 w 64008"/>
                  <a:gd name="connsiteY17" fmla="*/ 2560 h 82296"/>
                  <a:gd name="connsiteX18" fmla="*/ 62179 w 64008"/>
                  <a:gd name="connsiteY18" fmla="*/ 9876 h 82296"/>
                  <a:gd name="connsiteX19" fmla="*/ 67940 w 64008"/>
                  <a:gd name="connsiteY19" fmla="*/ 21946 h 82296"/>
                  <a:gd name="connsiteX20" fmla="*/ 69860 w 64008"/>
                  <a:gd name="connsiteY20" fmla="*/ 39045 h 82296"/>
                  <a:gd name="connsiteX21" fmla="*/ 69860 w 64008"/>
                  <a:gd name="connsiteY21" fmla="*/ 88971 h 82296"/>
                  <a:gd name="connsiteX22" fmla="*/ 52852 w 64008"/>
                  <a:gd name="connsiteY22" fmla="*/ 88971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4008" h="82296">
                    <a:moveTo>
                      <a:pt x="52852" y="88971"/>
                    </a:moveTo>
                    <a:lnTo>
                      <a:pt x="52852" y="39685"/>
                    </a:lnTo>
                    <a:cubicBezTo>
                      <a:pt x="52852" y="31821"/>
                      <a:pt x="51481" y="25878"/>
                      <a:pt x="48646" y="21854"/>
                    </a:cubicBezTo>
                    <a:cubicBezTo>
                      <a:pt x="45812" y="17831"/>
                      <a:pt x="41240" y="15819"/>
                      <a:pt x="34930" y="15819"/>
                    </a:cubicBezTo>
                    <a:cubicBezTo>
                      <a:pt x="32187" y="15819"/>
                      <a:pt x="29626" y="16276"/>
                      <a:pt x="27340" y="17282"/>
                    </a:cubicBezTo>
                    <a:cubicBezTo>
                      <a:pt x="25054" y="18288"/>
                      <a:pt x="23043" y="19751"/>
                      <a:pt x="21488" y="21854"/>
                    </a:cubicBezTo>
                    <a:cubicBezTo>
                      <a:pt x="19934" y="23866"/>
                      <a:pt x="18745" y="26335"/>
                      <a:pt x="18105" y="29078"/>
                    </a:cubicBezTo>
                    <a:cubicBezTo>
                      <a:pt x="17374" y="31821"/>
                      <a:pt x="17099" y="34839"/>
                      <a:pt x="17099" y="38039"/>
                    </a:cubicBezTo>
                    <a:lnTo>
                      <a:pt x="17099" y="88971"/>
                    </a:lnTo>
                    <a:lnTo>
                      <a:pt x="0" y="88971"/>
                    </a:lnTo>
                    <a:lnTo>
                      <a:pt x="0" y="1920"/>
                    </a:lnTo>
                    <a:lnTo>
                      <a:pt x="17099" y="1920"/>
                    </a:lnTo>
                    <a:lnTo>
                      <a:pt x="17099" y="10150"/>
                    </a:lnTo>
                    <a:cubicBezTo>
                      <a:pt x="18196" y="8595"/>
                      <a:pt x="19477" y="7132"/>
                      <a:pt x="21031" y="5944"/>
                    </a:cubicBezTo>
                    <a:cubicBezTo>
                      <a:pt x="22586" y="4663"/>
                      <a:pt x="24323" y="3566"/>
                      <a:pt x="26243" y="2743"/>
                    </a:cubicBezTo>
                    <a:cubicBezTo>
                      <a:pt x="28163" y="1920"/>
                      <a:pt x="30175" y="1189"/>
                      <a:pt x="32278" y="732"/>
                    </a:cubicBezTo>
                    <a:cubicBezTo>
                      <a:pt x="34473" y="274"/>
                      <a:pt x="36668" y="0"/>
                      <a:pt x="38954" y="0"/>
                    </a:cubicBezTo>
                    <a:cubicBezTo>
                      <a:pt x="44165" y="0"/>
                      <a:pt x="48737" y="823"/>
                      <a:pt x="52578" y="2560"/>
                    </a:cubicBezTo>
                    <a:cubicBezTo>
                      <a:pt x="56418" y="4298"/>
                      <a:pt x="59619" y="6675"/>
                      <a:pt x="62179" y="9876"/>
                    </a:cubicBezTo>
                    <a:cubicBezTo>
                      <a:pt x="64739" y="13076"/>
                      <a:pt x="66660" y="17099"/>
                      <a:pt x="67940" y="21946"/>
                    </a:cubicBezTo>
                    <a:cubicBezTo>
                      <a:pt x="69220" y="26792"/>
                      <a:pt x="69860" y="32461"/>
                      <a:pt x="69860" y="39045"/>
                    </a:cubicBezTo>
                    <a:lnTo>
                      <a:pt x="69860" y="88971"/>
                    </a:lnTo>
                    <a:lnTo>
                      <a:pt x="52852" y="88971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D2E19452-4458-4E02-980A-071A63D908C5}"/>
                  </a:ext>
                </a:extLst>
              </p:cNvPr>
              <p:cNvSpPr/>
              <p:nvPr/>
            </p:nvSpPr>
            <p:spPr>
              <a:xfrm>
                <a:off x="3708293" y="6065672"/>
                <a:ext cx="64008" cy="82296"/>
              </a:xfrm>
              <a:custGeom>
                <a:avLst/>
                <a:gdLst>
                  <a:gd name="connsiteX0" fmla="*/ 62636 w 64008"/>
                  <a:gd name="connsiteY0" fmla="*/ 9693 h 82296"/>
                  <a:gd name="connsiteX1" fmla="*/ 55138 w 64008"/>
                  <a:gd name="connsiteY1" fmla="*/ 22860 h 82296"/>
                  <a:gd name="connsiteX2" fmla="*/ 44348 w 64008"/>
                  <a:gd name="connsiteY2" fmla="*/ 17191 h 82296"/>
                  <a:gd name="connsiteX3" fmla="*/ 32644 w 64008"/>
                  <a:gd name="connsiteY3" fmla="*/ 15362 h 82296"/>
                  <a:gd name="connsiteX4" fmla="*/ 23500 w 64008"/>
                  <a:gd name="connsiteY4" fmla="*/ 17556 h 82296"/>
                  <a:gd name="connsiteX5" fmla="*/ 20666 w 64008"/>
                  <a:gd name="connsiteY5" fmla="*/ 23226 h 82296"/>
                  <a:gd name="connsiteX6" fmla="*/ 21397 w 64008"/>
                  <a:gd name="connsiteY6" fmla="*/ 26335 h 82296"/>
                  <a:gd name="connsiteX7" fmla="*/ 23866 w 64008"/>
                  <a:gd name="connsiteY7" fmla="*/ 29261 h 82296"/>
                  <a:gd name="connsiteX8" fmla="*/ 28804 w 64008"/>
                  <a:gd name="connsiteY8" fmla="*/ 32370 h 82296"/>
                  <a:gd name="connsiteX9" fmla="*/ 36850 w 64008"/>
                  <a:gd name="connsiteY9" fmla="*/ 35936 h 82296"/>
                  <a:gd name="connsiteX10" fmla="*/ 49561 w 64008"/>
                  <a:gd name="connsiteY10" fmla="*/ 41331 h 82296"/>
                  <a:gd name="connsiteX11" fmla="*/ 58705 w 64008"/>
                  <a:gd name="connsiteY11" fmla="*/ 47092 h 82296"/>
                  <a:gd name="connsiteX12" fmla="*/ 64282 w 64008"/>
                  <a:gd name="connsiteY12" fmla="*/ 54590 h 82296"/>
                  <a:gd name="connsiteX13" fmla="*/ 66111 w 64008"/>
                  <a:gd name="connsiteY13" fmla="*/ 65014 h 82296"/>
                  <a:gd name="connsiteX14" fmla="*/ 63368 w 64008"/>
                  <a:gd name="connsiteY14" fmla="*/ 77175 h 82296"/>
                  <a:gd name="connsiteX15" fmla="*/ 56144 w 64008"/>
                  <a:gd name="connsiteY15" fmla="*/ 85131 h 82296"/>
                  <a:gd name="connsiteX16" fmla="*/ 45720 w 64008"/>
                  <a:gd name="connsiteY16" fmla="*/ 89428 h 82296"/>
                  <a:gd name="connsiteX17" fmla="*/ 33376 w 64008"/>
                  <a:gd name="connsiteY17" fmla="*/ 90708 h 82296"/>
                  <a:gd name="connsiteX18" fmla="*/ 16002 w 64008"/>
                  <a:gd name="connsiteY18" fmla="*/ 87691 h 82296"/>
                  <a:gd name="connsiteX19" fmla="*/ 0 w 64008"/>
                  <a:gd name="connsiteY19" fmla="*/ 79553 h 82296"/>
                  <a:gd name="connsiteX20" fmla="*/ 7772 w 64008"/>
                  <a:gd name="connsiteY20" fmla="*/ 66660 h 82296"/>
                  <a:gd name="connsiteX21" fmla="*/ 20482 w 64008"/>
                  <a:gd name="connsiteY21" fmla="*/ 73061 h 82296"/>
                  <a:gd name="connsiteX22" fmla="*/ 33193 w 64008"/>
                  <a:gd name="connsiteY22" fmla="*/ 75255 h 82296"/>
                  <a:gd name="connsiteX23" fmla="*/ 45171 w 64008"/>
                  <a:gd name="connsiteY23" fmla="*/ 72786 h 82296"/>
                  <a:gd name="connsiteX24" fmla="*/ 49103 w 64008"/>
                  <a:gd name="connsiteY24" fmla="*/ 65654 h 82296"/>
                  <a:gd name="connsiteX25" fmla="*/ 47732 w 64008"/>
                  <a:gd name="connsiteY25" fmla="*/ 61265 h 82296"/>
                  <a:gd name="connsiteX26" fmla="*/ 43708 w 64008"/>
                  <a:gd name="connsiteY26" fmla="*/ 57699 h 82296"/>
                  <a:gd name="connsiteX27" fmla="*/ 37399 w 64008"/>
                  <a:gd name="connsiteY27" fmla="*/ 54498 h 82296"/>
                  <a:gd name="connsiteX28" fmla="*/ 28987 w 64008"/>
                  <a:gd name="connsiteY28" fmla="*/ 51115 h 82296"/>
                  <a:gd name="connsiteX29" fmla="*/ 17008 w 64008"/>
                  <a:gd name="connsiteY29" fmla="*/ 45720 h 82296"/>
                  <a:gd name="connsiteX30" fmla="*/ 9052 w 64008"/>
                  <a:gd name="connsiteY30" fmla="*/ 39868 h 82296"/>
                  <a:gd name="connsiteX31" fmla="*/ 4664 w 64008"/>
                  <a:gd name="connsiteY31" fmla="*/ 32827 h 82296"/>
                  <a:gd name="connsiteX32" fmla="*/ 3292 w 64008"/>
                  <a:gd name="connsiteY32" fmla="*/ 23774 h 82296"/>
                  <a:gd name="connsiteX33" fmla="*/ 5486 w 64008"/>
                  <a:gd name="connsiteY33" fmla="*/ 13442 h 82296"/>
                  <a:gd name="connsiteX34" fmla="*/ 11613 w 64008"/>
                  <a:gd name="connsiteY34" fmla="*/ 6035 h 82296"/>
                  <a:gd name="connsiteX35" fmla="*/ 21031 w 64008"/>
                  <a:gd name="connsiteY35" fmla="*/ 1554 h 82296"/>
                  <a:gd name="connsiteX36" fmla="*/ 33010 w 64008"/>
                  <a:gd name="connsiteY36" fmla="*/ 0 h 82296"/>
                  <a:gd name="connsiteX37" fmla="*/ 49012 w 64008"/>
                  <a:gd name="connsiteY37" fmla="*/ 2652 h 82296"/>
                  <a:gd name="connsiteX38" fmla="*/ 62636 w 64008"/>
                  <a:gd name="connsiteY38" fmla="*/ 9693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64008" h="82296">
                    <a:moveTo>
                      <a:pt x="62636" y="9693"/>
                    </a:moveTo>
                    <a:lnTo>
                      <a:pt x="55138" y="22860"/>
                    </a:lnTo>
                    <a:cubicBezTo>
                      <a:pt x="51572" y="20300"/>
                      <a:pt x="48006" y="18471"/>
                      <a:pt x="44348" y="17191"/>
                    </a:cubicBezTo>
                    <a:cubicBezTo>
                      <a:pt x="40691" y="16002"/>
                      <a:pt x="36759" y="15362"/>
                      <a:pt x="32644" y="15362"/>
                    </a:cubicBezTo>
                    <a:cubicBezTo>
                      <a:pt x="28438" y="15362"/>
                      <a:pt x="25420" y="16093"/>
                      <a:pt x="23500" y="17556"/>
                    </a:cubicBezTo>
                    <a:cubicBezTo>
                      <a:pt x="21580" y="19020"/>
                      <a:pt x="20666" y="20940"/>
                      <a:pt x="20666" y="23226"/>
                    </a:cubicBezTo>
                    <a:cubicBezTo>
                      <a:pt x="20666" y="24323"/>
                      <a:pt x="20940" y="25329"/>
                      <a:pt x="21397" y="26335"/>
                    </a:cubicBezTo>
                    <a:cubicBezTo>
                      <a:pt x="21854" y="27341"/>
                      <a:pt x="22677" y="28255"/>
                      <a:pt x="23866" y="29261"/>
                    </a:cubicBezTo>
                    <a:cubicBezTo>
                      <a:pt x="25054" y="30267"/>
                      <a:pt x="26701" y="31272"/>
                      <a:pt x="28804" y="32370"/>
                    </a:cubicBezTo>
                    <a:cubicBezTo>
                      <a:pt x="30907" y="33467"/>
                      <a:pt x="33559" y="34656"/>
                      <a:pt x="36850" y="35936"/>
                    </a:cubicBezTo>
                    <a:cubicBezTo>
                      <a:pt x="41697" y="37856"/>
                      <a:pt x="45994" y="39685"/>
                      <a:pt x="49561" y="41331"/>
                    </a:cubicBezTo>
                    <a:cubicBezTo>
                      <a:pt x="53218" y="43068"/>
                      <a:pt x="56236" y="44988"/>
                      <a:pt x="58705" y="47092"/>
                    </a:cubicBezTo>
                    <a:cubicBezTo>
                      <a:pt x="61173" y="49195"/>
                      <a:pt x="63002" y="51755"/>
                      <a:pt x="64282" y="54590"/>
                    </a:cubicBezTo>
                    <a:cubicBezTo>
                      <a:pt x="65563" y="57424"/>
                      <a:pt x="66111" y="60899"/>
                      <a:pt x="66111" y="65014"/>
                    </a:cubicBezTo>
                    <a:cubicBezTo>
                      <a:pt x="66111" y="69860"/>
                      <a:pt x="65197" y="73884"/>
                      <a:pt x="63368" y="77175"/>
                    </a:cubicBezTo>
                    <a:cubicBezTo>
                      <a:pt x="61539" y="80467"/>
                      <a:pt x="59162" y="83119"/>
                      <a:pt x="56144" y="85131"/>
                    </a:cubicBezTo>
                    <a:cubicBezTo>
                      <a:pt x="53127" y="87142"/>
                      <a:pt x="49652" y="88605"/>
                      <a:pt x="45720" y="89428"/>
                    </a:cubicBezTo>
                    <a:cubicBezTo>
                      <a:pt x="41788" y="90251"/>
                      <a:pt x="37673" y="90708"/>
                      <a:pt x="33376" y="90708"/>
                    </a:cubicBezTo>
                    <a:cubicBezTo>
                      <a:pt x="27889" y="90708"/>
                      <a:pt x="22037" y="89703"/>
                      <a:pt x="16002" y="87691"/>
                    </a:cubicBezTo>
                    <a:cubicBezTo>
                      <a:pt x="9875" y="85679"/>
                      <a:pt x="4572" y="82936"/>
                      <a:pt x="0" y="79553"/>
                    </a:cubicBezTo>
                    <a:lnTo>
                      <a:pt x="7772" y="66660"/>
                    </a:lnTo>
                    <a:cubicBezTo>
                      <a:pt x="11887" y="69494"/>
                      <a:pt x="16094" y="71598"/>
                      <a:pt x="20482" y="73061"/>
                    </a:cubicBezTo>
                    <a:cubicBezTo>
                      <a:pt x="24872" y="74524"/>
                      <a:pt x="29078" y="75255"/>
                      <a:pt x="33193" y="75255"/>
                    </a:cubicBezTo>
                    <a:cubicBezTo>
                      <a:pt x="38588" y="75255"/>
                      <a:pt x="42611" y="74432"/>
                      <a:pt x="45171" y="72786"/>
                    </a:cubicBezTo>
                    <a:cubicBezTo>
                      <a:pt x="47732" y="71140"/>
                      <a:pt x="49103" y="68763"/>
                      <a:pt x="49103" y="65654"/>
                    </a:cubicBezTo>
                    <a:cubicBezTo>
                      <a:pt x="49103" y="64008"/>
                      <a:pt x="48646" y="62545"/>
                      <a:pt x="47732" y="61265"/>
                    </a:cubicBezTo>
                    <a:cubicBezTo>
                      <a:pt x="46817" y="59985"/>
                      <a:pt x="45446" y="58796"/>
                      <a:pt x="43708" y="57699"/>
                    </a:cubicBezTo>
                    <a:cubicBezTo>
                      <a:pt x="41971" y="56601"/>
                      <a:pt x="39868" y="55504"/>
                      <a:pt x="37399" y="54498"/>
                    </a:cubicBezTo>
                    <a:cubicBezTo>
                      <a:pt x="34930" y="53401"/>
                      <a:pt x="32096" y="52304"/>
                      <a:pt x="28987" y="51115"/>
                    </a:cubicBezTo>
                    <a:cubicBezTo>
                      <a:pt x="24323" y="49286"/>
                      <a:pt x="20300" y="47457"/>
                      <a:pt x="17008" y="45720"/>
                    </a:cubicBezTo>
                    <a:cubicBezTo>
                      <a:pt x="13716" y="43983"/>
                      <a:pt x="11064" y="41971"/>
                      <a:pt x="9052" y="39868"/>
                    </a:cubicBezTo>
                    <a:cubicBezTo>
                      <a:pt x="7041" y="37765"/>
                      <a:pt x="5578" y="35387"/>
                      <a:pt x="4664" y="32827"/>
                    </a:cubicBezTo>
                    <a:cubicBezTo>
                      <a:pt x="3749" y="30267"/>
                      <a:pt x="3292" y="27249"/>
                      <a:pt x="3292" y="23774"/>
                    </a:cubicBezTo>
                    <a:cubicBezTo>
                      <a:pt x="3292" y="19934"/>
                      <a:pt x="4023" y="16459"/>
                      <a:pt x="5486" y="13442"/>
                    </a:cubicBezTo>
                    <a:cubicBezTo>
                      <a:pt x="6950" y="10516"/>
                      <a:pt x="8961" y="8047"/>
                      <a:pt x="11613" y="6035"/>
                    </a:cubicBezTo>
                    <a:cubicBezTo>
                      <a:pt x="14265" y="4023"/>
                      <a:pt x="17374" y="2560"/>
                      <a:pt x="21031" y="1554"/>
                    </a:cubicBezTo>
                    <a:cubicBezTo>
                      <a:pt x="24689" y="549"/>
                      <a:pt x="28621" y="0"/>
                      <a:pt x="33010" y="0"/>
                    </a:cubicBezTo>
                    <a:cubicBezTo>
                      <a:pt x="38496" y="0"/>
                      <a:pt x="43800" y="914"/>
                      <a:pt x="49012" y="2652"/>
                    </a:cubicBezTo>
                    <a:cubicBezTo>
                      <a:pt x="54224" y="4481"/>
                      <a:pt x="58705" y="6767"/>
                      <a:pt x="62636" y="9693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</p:grp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41B04350-F8D3-4100-8101-973654699DA1}"/>
                </a:ext>
              </a:extLst>
            </p:cNvPr>
            <p:cNvSpPr/>
            <p:nvPr/>
          </p:nvSpPr>
          <p:spPr>
            <a:xfrm>
              <a:off x="3782908" y="6067593"/>
              <a:ext cx="100584" cy="82296"/>
            </a:xfrm>
            <a:custGeom>
              <a:avLst/>
              <a:gdLst>
                <a:gd name="connsiteX0" fmla="*/ 85405 w 100584"/>
                <a:gd name="connsiteY0" fmla="*/ 87051 h 82296"/>
                <a:gd name="connsiteX1" fmla="*/ 70774 w 100584"/>
                <a:gd name="connsiteY1" fmla="*/ 87051 h 82296"/>
                <a:gd name="connsiteX2" fmla="*/ 54590 w 100584"/>
                <a:gd name="connsiteY2" fmla="*/ 26152 h 82296"/>
                <a:gd name="connsiteX3" fmla="*/ 38405 w 100584"/>
                <a:gd name="connsiteY3" fmla="*/ 87051 h 82296"/>
                <a:gd name="connsiteX4" fmla="*/ 23866 w 100584"/>
                <a:gd name="connsiteY4" fmla="*/ 87051 h 82296"/>
                <a:gd name="connsiteX5" fmla="*/ 0 w 100584"/>
                <a:gd name="connsiteY5" fmla="*/ 0 h 82296"/>
                <a:gd name="connsiteX6" fmla="*/ 16916 w 100584"/>
                <a:gd name="connsiteY6" fmla="*/ 0 h 82296"/>
                <a:gd name="connsiteX7" fmla="*/ 31455 w 100584"/>
                <a:gd name="connsiteY7" fmla="*/ 59710 h 82296"/>
                <a:gd name="connsiteX8" fmla="*/ 47914 w 100584"/>
                <a:gd name="connsiteY8" fmla="*/ 0 h 82296"/>
                <a:gd name="connsiteX9" fmla="*/ 61722 w 100584"/>
                <a:gd name="connsiteY9" fmla="*/ 0 h 82296"/>
                <a:gd name="connsiteX10" fmla="*/ 78181 w 100584"/>
                <a:gd name="connsiteY10" fmla="*/ 59710 h 82296"/>
                <a:gd name="connsiteX11" fmla="*/ 92720 w 100584"/>
                <a:gd name="connsiteY11" fmla="*/ 0 h 82296"/>
                <a:gd name="connsiteX12" fmla="*/ 109636 w 100584"/>
                <a:gd name="connsiteY12" fmla="*/ 0 h 82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0584" h="82296">
                  <a:moveTo>
                    <a:pt x="85405" y="87051"/>
                  </a:moveTo>
                  <a:lnTo>
                    <a:pt x="70774" y="87051"/>
                  </a:lnTo>
                  <a:lnTo>
                    <a:pt x="54590" y="26152"/>
                  </a:lnTo>
                  <a:lnTo>
                    <a:pt x="38405" y="87051"/>
                  </a:lnTo>
                  <a:lnTo>
                    <a:pt x="23866" y="87051"/>
                  </a:lnTo>
                  <a:lnTo>
                    <a:pt x="0" y="0"/>
                  </a:lnTo>
                  <a:lnTo>
                    <a:pt x="16916" y="0"/>
                  </a:lnTo>
                  <a:lnTo>
                    <a:pt x="31455" y="59710"/>
                  </a:lnTo>
                  <a:lnTo>
                    <a:pt x="47914" y="0"/>
                  </a:lnTo>
                  <a:lnTo>
                    <a:pt x="61722" y="0"/>
                  </a:lnTo>
                  <a:lnTo>
                    <a:pt x="78181" y="59710"/>
                  </a:lnTo>
                  <a:lnTo>
                    <a:pt x="92720" y="0"/>
                  </a:lnTo>
                  <a:lnTo>
                    <a:pt x="109636" y="0"/>
                  </a:lnTo>
                  <a:close/>
                </a:path>
              </a:pathLst>
            </a:custGeom>
            <a:solidFill>
              <a:srgbClr val="FFFFFF"/>
            </a:solidFill>
            <a:ln w="91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grpSp>
          <p:nvGrpSpPr>
            <p:cNvPr id="335" name="Graphic 2">
              <a:extLst>
                <a:ext uri="{FF2B5EF4-FFF2-40B4-BE49-F238E27FC236}">
                  <a16:creationId xmlns:a16="http://schemas.microsoft.com/office/drawing/2014/main" id="{69916B0C-9B62-4073-A26B-3F4B3A5DFA66}"/>
                </a:ext>
              </a:extLst>
            </p:cNvPr>
            <p:cNvGrpSpPr/>
            <p:nvPr/>
          </p:nvGrpSpPr>
          <p:grpSpPr>
            <a:xfrm>
              <a:off x="3901232" y="6065581"/>
              <a:ext cx="155448" cy="82296"/>
              <a:chOff x="3901232" y="6065581"/>
              <a:chExt cx="155448" cy="82296"/>
            </a:xfrm>
            <a:solidFill>
              <a:srgbClr val="FFFFFF"/>
            </a:solidFill>
          </p:grpSpPr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879EE7A0-77C1-48E1-B1DF-D548DD55326E}"/>
                  </a:ext>
                </a:extLst>
              </p:cNvPr>
              <p:cNvSpPr/>
              <p:nvPr/>
            </p:nvSpPr>
            <p:spPr>
              <a:xfrm>
                <a:off x="3901232" y="6065581"/>
                <a:ext cx="73152" cy="82296"/>
              </a:xfrm>
              <a:custGeom>
                <a:avLst/>
                <a:gdLst>
                  <a:gd name="connsiteX0" fmla="*/ 57699 w 73152"/>
                  <a:gd name="connsiteY0" fmla="*/ 37490 h 82296"/>
                  <a:gd name="connsiteX1" fmla="*/ 56144 w 73152"/>
                  <a:gd name="connsiteY1" fmla="*/ 29078 h 82296"/>
                  <a:gd name="connsiteX2" fmla="*/ 52395 w 73152"/>
                  <a:gd name="connsiteY2" fmla="*/ 22128 h 82296"/>
                  <a:gd name="connsiteX3" fmla="*/ 46177 w 73152"/>
                  <a:gd name="connsiteY3" fmla="*/ 17374 h 82296"/>
                  <a:gd name="connsiteX4" fmla="*/ 37125 w 73152"/>
                  <a:gd name="connsiteY4" fmla="*/ 15636 h 82296"/>
                  <a:gd name="connsiteX5" fmla="*/ 29169 w 73152"/>
                  <a:gd name="connsiteY5" fmla="*/ 17099 h 82296"/>
                  <a:gd name="connsiteX6" fmla="*/ 23317 w 73152"/>
                  <a:gd name="connsiteY6" fmla="*/ 21397 h 82296"/>
                  <a:gd name="connsiteX7" fmla="*/ 19294 w 73152"/>
                  <a:gd name="connsiteY7" fmla="*/ 28164 h 82296"/>
                  <a:gd name="connsiteX8" fmla="*/ 17191 w 73152"/>
                  <a:gd name="connsiteY8" fmla="*/ 37490 h 82296"/>
                  <a:gd name="connsiteX9" fmla="*/ 57699 w 73152"/>
                  <a:gd name="connsiteY9" fmla="*/ 37490 h 82296"/>
                  <a:gd name="connsiteX10" fmla="*/ 74889 w 73152"/>
                  <a:gd name="connsiteY10" fmla="*/ 43800 h 82296"/>
                  <a:gd name="connsiteX11" fmla="*/ 74706 w 73152"/>
                  <a:gd name="connsiteY11" fmla="*/ 48189 h 82296"/>
                  <a:gd name="connsiteX12" fmla="*/ 74341 w 73152"/>
                  <a:gd name="connsiteY12" fmla="*/ 51572 h 82296"/>
                  <a:gd name="connsiteX13" fmla="*/ 16733 w 73152"/>
                  <a:gd name="connsiteY13" fmla="*/ 51572 h 82296"/>
                  <a:gd name="connsiteX14" fmla="*/ 19477 w 73152"/>
                  <a:gd name="connsiteY14" fmla="*/ 62362 h 82296"/>
                  <a:gd name="connsiteX15" fmla="*/ 24414 w 73152"/>
                  <a:gd name="connsiteY15" fmla="*/ 69769 h 82296"/>
                  <a:gd name="connsiteX16" fmla="*/ 30998 w 73152"/>
                  <a:gd name="connsiteY16" fmla="*/ 74066 h 82296"/>
                  <a:gd name="connsiteX17" fmla="*/ 38679 w 73152"/>
                  <a:gd name="connsiteY17" fmla="*/ 75438 h 82296"/>
                  <a:gd name="connsiteX18" fmla="*/ 43983 w 73152"/>
                  <a:gd name="connsiteY18" fmla="*/ 74981 h 82296"/>
                  <a:gd name="connsiteX19" fmla="*/ 48829 w 73152"/>
                  <a:gd name="connsiteY19" fmla="*/ 73518 h 82296"/>
                  <a:gd name="connsiteX20" fmla="*/ 52944 w 73152"/>
                  <a:gd name="connsiteY20" fmla="*/ 71506 h 82296"/>
                  <a:gd name="connsiteX21" fmla="*/ 57607 w 73152"/>
                  <a:gd name="connsiteY21" fmla="*/ 68489 h 82296"/>
                  <a:gd name="connsiteX22" fmla="*/ 67757 w 73152"/>
                  <a:gd name="connsiteY22" fmla="*/ 79370 h 82296"/>
                  <a:gd name="connsiteX23" fmla="*/ 61539 w 73152"/>
                  <a:gd name="connsiteY23" fmla="*/ 84308 h 82296"/>
                  <a:gd name="connsiteX24" fmla="*/ 55138 w 73152"/>
                  <a:gd name="connsiteY24" fmla="*/ 87691 h 82296"/>
                  <a:gd name="connsiteX25" fmla="*/ 47274 w 73152"/>
                  <a:gd name="connsiteY25" fmla="*/ 89977 h 82296"/>
                  <a:gd name="connsiteX26" fmla="*/ 37673 w 73152"/>
                  <a:gd name="connsiteY26" fmla="*/ 90800 h 82296"/>
                  <a:gd name="connsiteX27" fmla="*/ 27066 w 73152"/>
                  <a:gd name="connsiteY27" fmla="*/ 89245 h 82296"/>
                  <a:gd name="connsiteX28" fmla="*/ 18288 w 73152"/>
                  <a:gd name="connsiteY28" fmla="*/ 85131 h 82296"/>
                  <a:gd name="connsiteX29" fmla="*/ 11430 w 73152"/>
                  <a:gd name="connsiteY29" fmla="*/ 79278 h 82296"/>
                  <a:gd name="connsiteX30" fmla="*/ 5669 w 73152"/>
                  <a:gd name="connsiteY30" fmla="*/ 70866 h 82296"/>
                  <a:gd name="connsiteX31" fmla="*/ 1463 w 73152"/>
                  <a:gd name="connsiteY31" fmla="*/ 59345 h 82296"/>
                  <a:gd name="connsiteX32" fmla="*/ 0 w 73152"/>
                  <a:gd name="connsiteY32" fmla="*/ 45446 h 82296"/>
                  <a:gd name="connsiteX33" fmla="*/ 2835 w 73152"/>
                  <a:gd name="connsiteY33" fmla="*/ 25878 h 82296"/>
                  <a:gd name="connsiteX34" fmla="*/ 10698 w 73152"/>
                  <a:gd name="connsiteY34" fmla="*/ 11613 h 82296"/>
                  <a:gd name="connsiteX35" fmla="*/ 22768 w 73152"/>
                  <a:gd name="connsiteY35" fmla="*/ 2926 h 82296"/>
                  <a:gd name="connsiteX36" fmla="*/ 38222 w 73152"/>
                  <a:gd name="connsiteY36" fmla="*/ 0 h 82296"/>
                  <a:gd name="connsiteX37" fmla="*/ 54407 w 73152"/>
                  <a:gd name="connsiteY37" fmla="*/ 3566 h 82296"/>
                  <a:gd name="connsiteX38" fmla="*/ 65837 w 73152"/>
                  <a:gd name="connsiteY38" fmla="*/ 13076 h 82296"/>
                  <a:gd name="connsiteX39" fmla="*/ 72603 w 73152"/>
                  <a:gd name="connsiteY39" fmla="*/ 26975 h 82296"/>
                  <a:gd name="connsiteX40" fmla="*/ 74889 w 73152"/>
                  <a:gd name="connsiteY40" fmla="*/ 43800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3152" h="82296">
                    <a:moveTo>
                      <a:pt x="57699" y="37490"/>
                    </a:moveTo>
                    <a:cubicBezTo>
                      <a:pt x="57516" y="34564"/>
                      <a:pt x="56967" y="31730"/>
                      <a:pt x="56144" y="29078"/>
                    </a:cubicBezTo>
                    <a:cubicBezTo>
                      <a:pt x="55321" y="26426"/>
                      <a:pt x="54041" y="24140"/>
                      <a:pt x="52395" y="22128"/>
                    </a:cubicBezTo>
                    <a:cubicBezTo>
                      <a:pt x="50749" y="20117"/>
                      <a:pt x="48646" y="18562"/>
                      <a:pt x="46177" y="17374"/>
                    </a:cubicBezTo>
                    <a:cubicBezTo>
                      <a:pt x="43708" y="16185"/>
                      <a:pt x="40691" y="15636"/>
                      <a:pt x="37125" y="15636"/>
                    </a:cubicBezTo>
                    <a:cubicBezTo>
                      <a:pt x="34107" y="15636"/>
                      <a:pt x="31455" y="16093"/>
                      <a:pt x="29169" y="17099"/>
                    </a:cubicBezTo>
                    <a:cubicBezTo>
                      <a:pt x="26883" y="18105"/>
                      <a:pt x="24963" y="19477"/>
                      <a:pt x="23317" y="21397"/>
                    </a:cubicBezTo>
                    <a:cubicBezTo>
                      <a:pt x="21671" y="23226"/>
                      <a:pt x="20391" y="25512"/>
                      <a:pt x="19294" y="28164"/>
                    </a:cubicBezTo>
                    <a:cubicBezTo>
                      <a:pt x="18196" y="30815"/>
                      <a:pt x="17556" y="33924"/>
                      <a:pt x="17191" y="37490"/>
                    </a:cubicBezTo>
                    <a:lnTo>
                      <a:pt x="57699" y="37490"/>
                    </a:lnTo>
                    <a:close/>
                    <a:moveTo>
                      <a:pt x="74889" y="43800"/>
                    </a:moveTo>
                    <a:cubicBezTo>
                      <a:pt x="74889" y="45354"/>
                      <a:pt x="74798" y="46817"/>
                      <a:pt x="74706" y="48189"/>
                    </a:cubicBezTo>
                    <a:cubicBezTo>
                      <a:pt x="74615" y="49560"/>
                      <a:pt x="74524" y="50658"/>
                      <a:pt x="74341" y="51572"/>
                    </a:cubicBezTo>
                    <a:lnTo>
                      <a:pt x="16733" y="51572"/>
                    </a:lnTo>
                    <a:cubicBezTo>
                      <a:pt x="17191" y="55778"/>
                      <a:pt x="18105" y="59345"/>
                      <a:pt x="19477" y="62362"/>
                    </a:cubicBezTo>
                    <a:cubicBezTo>
                      <a:pt x="20848" y="65380"/>
                      <a:pt x="22494" y="67848"/>
                      <a:pt x="24414" y="69769"/>
                    </a:cubicBezTo>
                    <a:cubicBezTo>
                      <a:pt x="26335" y="71689"/>
                      <a:pt x="28529" y="73152"/>
                      <a:pt x="30998" y="74066"/>
                    </a:cubicBezTo>
                    <a:cubicBezTo>
                      <a:pt x="33467" y="74981"/>
                      <a:pt x="36027" y="75438"/>
                      <a:pt x="38679" y="75438"/>
                    </a:cubicBezTo>
                    <a:cubicBezTo>
                      <a:pt x="40599" y="75438"/>
                      <a:pt x="42337" y="75255"/>
                      <a:pt x="43983" y="74981"/>
                    </a:cubicBezTo>
                    <a:cubicBezTo>
                      <a:pt x="45628" y="74615"/>
                      <a:pt x="47274" y="74158"/>
                      <a:pt x="48829" y="73518"/>
                    </a:cubicBezTo>
                    <a:cubicBezTo>
                      <a:pt x="50384" y="72878"/>
                      <a:pt x="51755" y="72238"/>
                      <a:pt x="52944" y="71506"/>
                    </a:cubicBezTo>
                    <a:cubicBezTo>
                      <a:pt x="54132" y="70866"/>
                      <a:pt x="55687" y="69769"/>
                      <a:pt x="57607" y="68489"/>
                    </a:cubicBezTo>
                    <a:lnTo>
                      <a:pt x="67757" y="79370"/>
                    </a:lnTo>
                    <a:cubicBezTo>
                      <a:pt x="65562" y="81382"/>
                      <a:pt x="63551" y="83119"/>
                      <a:pt x="61539" y="84308"/>
                    </a:cubicBezTo>
                    <a:cubicBezTo>
                      <a:pt x="59619" y="85588"/>
                      <a:pt x="57424" y="86685"/>
                      <a:pt x="55138" y="87691"/>
                    </a:cubicBezTo>
                    <a:cubicBezTo>
                      <a:pt x="52852" y="88697"/>
                      <a:pt x="50200" y="89428"/>
                      <a:pt x="47274" y="89977"/>
                    </a:cubicBezTo>
                    <a:cubicBezTo>
                      <a:pt x="44348" y="90526"/>
                      <a:pt x="41148" y="90800"/>
                      <a:pt x="37673" y="90800"/>
                    </a:cubicBezTo>
                    <a:cubicBezTo>
                      <a:pt x="33924" y="90800"/>
                      <a:pt x="30358" y="90251"/>
                      <a:pt x="27066" y="89245"/>
                    </a:cubicBezTo>
                    <a:cubicBezTo>
                      <a:pt x="23774" y="88148"/>
                      <a:pt x="20848" y="86777"/>
                      <a:pt x="18288" y="85131"/>
                    </a:cubicBezTo>
                    <a:cubicBezTo>
                      <a:pt x="15728" y="83393"/>
                      <a:pt x="13442" y="81473"/>
                      <a:pt x="11430" y="79278"/>
                    </a:cubicBezTo>
                    <a:cubicBezTo>
                      <a:pt x="9418" y="77084"/>
                      <a:pt x="7498" y="74249"/>
                      <a:pt x="5669" y="70866"/>
                    </a:cubicBezTo>
                    <a:cubicBezTo>
                      <a:pt x="3840" y="67391"/>
                      <a:pt x="2469" y="63642"/>
                      <a:pt x="1463" y="59345"/>
                    </a:cubicBezTo>
                    <a:cubicBezTo>
                      <a:pt x="457" y="55138"/>
                      <a:pt x="0" y="50475"/>
                      <a:pt x="0" y="45446"/>
                    </a:cubicBezTo>
                    <a:cubicBezTo>
                      <a:pt x="0" y="38130"/>
                      <a:pt x="914" y="31547"/>
                      <a:pt x="2835" y="25878"/>
                    </a:cubicBezTo>
                    <a:cubicBezTo>
                      <a:pt x="4664" y="20208"/>
                      <a:pt x="7315" y="15453"/>
                      <a:pt x="10698" y="11613"/>
                    </a:cubicBezTo>
                    <a:cubicBezTo>
                      <a:pt x="14082" y="7772"/>
                      <a:pt x="18014" y="4846"/>
                      <a:pt x="22768" y="2926"/>
                    </a:cubicBezTo>
                    <a:cubicBezTo>
                      <a:pt x="27432" y="914"/>
                      <a:pt x="32644" y="0"/>
                      <a:pt x="38222" y="0"/>
                    </a:cubicBezTo>
                    <a:cubicBezTo>
                      <a:pt x="44440" y="0"/>
                      <a:pt x="49835" y="1189"/>
                      <a:pt x="54407" y="3566"/>
                    </a:cubicBezTo>
                    <a:cubicBezTo>
                      <a:pt x="58979" y="5944"/>
                      <a:pt x="62819" y="9053"/>
                      <a:pt x="65837" y="13076"/>
                    </a:cubicBezTo>
                    <a:cubicBezTo>
                      <a:pt x="68854" y="17008"/>
                      <a:pt x="71140" y="21671"/>
                      <a:pt x="72603" y="26975"/>
                    </a:cubicBezTo>
                    <a:cubicBezTo>
                      <a:pt x="74158" y="32278"/>
                      <a:pt x="74889" y="37856"/>
                      <a:pt x="74889" y="43800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C95C6CD7-97FA-4CF9-9B49-DDAF74D620A0}"/>
                  </a:ext>
                </a:extLst>
              </p:cNvPr>
              <p:cNvSpPr/>
              <p:nvPr/>
            </p:nvSpPr>
            <p:spPr>
              <a:xfrm>
                <a:off x="3994135" y="6065581"/>
                <a:ext cx="45720" cy="82296"/>
              </a:xfrm>
              <a:custGeom>
                <a:avLst/>
                <a:gdLst>
                  <a:gd name="connsiteX0" fmla="*/ 47183 w 45720"/>
                  <a:gd name="connsiteY0" fmla="*/ 20025 h 82296"/>
                  <a:gd name="connsiteX1" fmla="*/ 41422 w 45720"/>
                  <a:gd name="connsiteY1" fmla="*/ 17648 h 82296"/>
                  <a:gd name="connsiteX2" fmla="*/ 34198 w 45720"/>
                  <a:gd name="connsiteY2" fmla="*/ 16825 h 82296"/>
                  <a:gd name="connsiteX3" fmla="*/ 21580 w 45720"/>
                  <a:gd name="connsiteY3" fmla="*/ 22403 h 82296"/>
                  <a:gd name="connsiteX4" fmla="*/ 17099 w 45720"/>
                  <a:gd name="connsiteY4" fmla="*/ 39228 h 82296"/>
                  <a:gd name="connsiteX5" fmla="*/ 17099 w 45720"/>
                  <a:gd name="connsiteY5" fmla="*/ 88971 h 82296"/>
                  <a:gd name="connsiteX6" fmla="*/ 0 w 45720"/>
                  <a:gd name="connsiteY6" fmla="*/ 88971 h 82296"/>
                  <a:gd name="connsiteX7" fmla="*/ 0 w 45720"/>
                  <a:gd name="connsiteY7" fmla="*/ 1920 h 82296"/>
                  <a:gd name="connsiteX8" fmla="*/ 17099 w 45720"/>
                  <a:gd name="connsiteY8" fmla="*/ 1920 h 82296"/>
                  <a:gd name="connsiteX9" fmla="*/ 17099 w 45720"/>
                  <a:gd name="connsiteY9" fmla="*/ 10150 h 82296"/>
                  <a:gd name="connsiteX10" fmla="*/ 20665 w 45720"/>
                  <a:gd name="connsiteY10" fmla="*/ 6126 h 82296"/>
                  <a:gd name="connsiteX11" fmla="*/ 25329 w 45720"/>
                  <a:gd name="connsiteY11" fmla="*/ 2926 h 82296"/>
                  <a:gd name="connsiteX12" fmla="*/ 30815 w 45720"/>
                  <a:gd name="connsiteY12" fmla="*/ 732 h 82296"/>
                  <a:gd name="connsiteX13" fmla="*/ 36942 w 45720"/>
                  <a:gd name="connsiteY13" fmla="*/ 0 h 82296"/>
                  <a:gd name="connsiteX14" fmla="*/ 45720 w 45720"/>
                  <a:gd name="connsiteY14" fmla="*/ 1006 h 82296"/>
                  <a:gd name="connsiteX15" fmla="*/ 51755 w 45720"/>
                  <a:gd name="connsiteY15" fmla="*/ 3658 h 82296"/>
                  <a:gd name="connsiteX16" fmla="*/ 47183 w 45720"/>
                  <a:gd name="connsiteY16" fmla="*/ 20025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5720" h="82296">
                    <a:moveTo>
                      <a:pt x="47183" y="20025"/>
                    </a:moveTo>
                    <a:cubicBezTo>
                      <a:pt x="45354" y="19020"/>
                      <a:pt x="43434" y="18197"/>
                      <a:pt x="41422" y="17648"/>
                    </a:cubicBezTo>
                    <a:cubicBezTo>
                      <a:pt x="39411" y="17099"/>
                      <a:pt x="36942" y="16825"/>
                      <a:pt x="34198" y="16825"/>
                    </a:cubicBezTo>
                    <a:cubicBezTo>
                      <a:pt x="28712" y="16825"/>
                      <a:pt x="24506" y="18654"/>
                      <a:pt x="21580" y="22403"/>
                    </a:cubicBezTo>
                    <a:cubicBezTo>
                      <a:pt x="18562" y="26152"/>
                      <a:pt x="17099" y="31730"/>
                      <a:pt x="17099" y="39228"/>
                    </a:cubicBezTo>
                    <a:lnTo>
                      <a:pt x="17099" y="88971"/>
                    </a:lnTo>
                    <a:lnTo>
                      <a:pt x="0" y="88971"/>
                    </a:lnTo>
                    <a:lnTo>
                      <a:pt x="0" y="1920"/>
                    </a:lnTo>
                    <a:lnTo>
                      <a:pt x="17099" y="1920"/>
                    </a:lnTo>
                    <a:lnTo>
                      <a:pt x="17099" y="10150"/>
                    </a:lnTo>
                    <a:cubicBezTo>
                      <a:pt x="18105" y="8687"/>
                      <a:pt x="19294" y="7315"/>
                      <a:pt x="20665" y="6126"/>
                    </a:cubicBezTo>
                    <a:cubicBezTo>
                      <a:pt x="22037" y="4938"/>
                      <a:pt x="23591" y="3840"/>
                      <a:pt x="25329" y="2926"/>
                    </a:cubicBezTo>
                    <a:cubicBezTo>
                      <a:pt x="27066" y="2012"/>
                      <a:pt x="28895" y="1280"/>
                      <a:pt x="30815" y="732"/>
                    </a:cubicBezTo>
                    <a:cubicBezTo>
                      <a:pt x="32735" y="183"/>
                      <a:pt x="34839" y="0"/>
                      <a:pt x="36942" y="0"/>
                    </a:cubicBezTo>
                    <a:cubicBezTo>
                      <a:pt x="40416" y="0"/>
                      <a:pt x="43342" y="366"/>
                      <a:pt x="45720" y="1006"/>
                    </a:cubicBezTo>
                    <a:cubicBezTo>
                      <a:pt x="48006" y="1646"/>
                      <a:pt x="50109" y="2560"/>
                      <a:pt x="51755" y="3658"/>
                    </a:cubicBezTo>
                    <a:lnTo>
                      <a:pt x="47183" y="20025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B6254E2E-E364-4676-8D7C-6B1418379E4D}"/>
                  </a:ext>
                </a:extLst>
              </p:cNvPr>
              <p:cNvSpPr/>
              <p:nvPr/>
            </p:nvSpPr>
            <p:spPr>
              <a:xfrm>
                <a:off x="4039489" y="6130138"/>
                <a:ext cx="18288" cy="18288"/>
              </a:xfrm>
              <a:custGeom>
                <a:avLst/>
                <a:gdLst>
                  <a:gd name="connsiteX0" fmla="*/ 26060 w 18288"/>
                  <a:gd name="connsiteY0" fmla="*/ 13259 h 18288"/>
                  <a:gd name="connsiteX1" fmla="*/ 25054 w 18288"/>
                  <a:gd name="connsiteY1" fmla="*/ 18379 h 18288"/>
                  <a:gd name="connsiteX2" fmla="*/ 22311 w 18288"/>
                  <a:gd name="connsiteY2" fmla="*/ 22586 h 18288"/>
                  <a:gd name="connsiteX3" fmla="*/ 18105 w 18288"/>
                  <a:gd name="connsiteY3" fmla="*/ 25420 h 18288"/>
                  <a:gd name="connsiteX4" fmla="*/ 12985 w 18288"/>
                  <a:gd name="connsiteY4" fmla="*/ 26426 h 18288"/>
                  <a:gd name="connsiteX5" fmla="*/ 7864 w 18288"/>
                  <a:gd name="connsiteY5" fmla="*/ 25420 h 18288"/>
                  <a:gd name="connsiteX6" fmla="*/ 3749 w 18288"/>
                  <a:gd name="connsiteY6" fmla="*/ 22586 h 18288"/>
                  <a:gd name="connsiteX7" fmla="*/ 1006 w 18288"/>
                  <a:gd name="connsiteY7" fmla="*/ 18379 h 18288"/>
                  <a:gd name="connsiteX8" fmla="*/ 0 w 18288"/>
                  <a:gd name="connsiteY8" fmla="*/ 13259 h 18288"/>
                  <a:gd name="connsiteX9" fmla="*/ 1006 w 18288"/>
                  <a:gd name="connsiteY9" fmla="*/ 8138 h 18288"/>
                  <a:gd name="connsiteX10" fmla="*/ 3749 w 18288"/>
                  <a:gd name="connsiteY10" fmla="*/ 3932 h 18288"/>
                  <a:gd name="connsiteX11" fmla="*/ 7864 w 18288"/>
                  <a:gd name="connsiteY11" fmla="*/ 1006 h 18288"/>
                  <a:gd name="connsiteX12" fmla="*/ 12985 w 18288"/>
                  <a:gd name="connsiteY12" fmla="*/ 0 h 18288"/>
                  <a:gd name="connsiteX13" fmla="*/ 18105 w 18288"/>
                  <a:gd name="connsiteY13" fmla="*/ 1006 h 18288"/>
                  <a:gd name="connsiteX14" fmla="*/ 22311 w 18288"/>
                  <a:gd name="connsiteY14" fmla="*/ 3932 h 18288"/>
                  <a:gd name="connsiteX15" fmla="*/ 25054 w 18288"/>
                  <a:gd name="connsiteY15" fmla="*/ 8138 h 18288"/>
                  <a:gd name="connsiteX16" fmla="*/ 26060 w 18288"/>
                  <a:gd name="connsiteY16" fmla="*/ 13259 h 1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288" h="18288">
                    <a:moveTo>
                      <a:pt x="26060" y="13259"/>
                    </a:moveTo>
                    <a:cubicBezTo>
                      <a:pt x="26060" y="15088"/>
                      <a:pt x="25695" y="16825"/>
                      <a:pt x="25054" y="18379"/>
                    </a:cubicBezTo>
                    <a:cubicBezTo>
                      <a:pt x="24415" y="19934"/>
                      <a:pt x="23500" y="21397"/>
                      <a:pt x="22311" y="22586"/>
                    </a:cubicBezTo>
                    <a:cubicBezTo>
                      <a:pt x="21123" y="23774"/>
                      <a:pt x="19751" y="24689"/>
                      <a:pt x="18105" y="25420"/>
                    </a:cubicBezTo>
                    <a:cubicBezTo>
                      <a:pt x="16551" y="26060"/>
                      <a:pt x="14813" y="26426"/>
                      <a:pt x="12985" y="26426"/>
                    </a:cubicBezTo>
                    <a:cubicBezTo>
                      <a:pt x="11156" y="26426"/>
                      <a:pt x="9418" y="26060"/>
                      <a:pt x="7864" y="25420"/>
                    </a:cubicBezTo>
                    <a:cubicBezTo>
                      <a:pt x="6218" y="24780"/>
                      <a:pt x="4846" y="23774"/>
                      <a:pt x="3749" y="22586"/>
                    </a:cubicBezTo>
                    <a:cubicBezTo>
                      <a:pt x="2560" y="21397"/>
                      <a:pt x="1646" y="20025"/>
                      <a:pt x="1006" y="18379"/>
                    </a:cubicBezTo>
                    <a:cubicBezTo>
                      <a:pt x="274" y="16825"/>
                      <a:pt x="0" y="15088"/>
                      <a:pt x="0" y="13259"/>
                    </a:cubicBezTo>
                    <a:cubicBezTo>
                      <a:pt x="0" y="11430"/>
                      <a:pt x="366" y="9693"/>
                      <a:pt x="1006" y="8138"/>
                    </a:cubicBezTo>
                    <a:cubicBezTo>
                      <a:pt x="1646" y="6584"/>
                      <a:pt x="2560" y="5121"/>
                      <a:pt x="3749" y="3932"/>
                    </a:cubicBezTo>
                    <a:cubicBezTo>
                      <a:pt x="4938" y="2743"/>
                      <a:pt x="6309" y="1737"/>
                      <a:pt x="7864" y="1006"/>
                    </a:cubicBezTo>
                    <a:cubicBezTo>
                      <a:pt x="9418" y="274"/>
                      <a:pt x="11156" y="0"/>
                      <a:pt x="12985" y="0"/>
                    </a:cubicBezTo>
                    <a:cubicBezTo>
                      <a:pt x="14813" y="0"/>
                      <a:pt x="16551" y="366"/>
                      <a:pt x="18105" y="1006"/>
                    </a:cubicBezTo>
                    <a:cubicBezTo>
                      <a:pt x="19660" y="1737"/>
                      <a:pt x="21123" y="2652"/>
                      <a:pt x="22311" y="3932"/>
                    </a:cubicBezTo>
                    <a:cubicBezTo>
                      <a:pt x="23500" y="5121"/>
                      <a:pt x="24415" y="6584"/>
                      <a:pt x="25054" y="8138"/>
                    </a:cubicBezTo>
                    <a:cubicBezTo>
                      <a:pt x="25786" y="9693"/>
                      <a:pt x="26060" y="11430"/>
                      <a:pt x="26060" y="13259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</p:grp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B4E1A59E-A4AC-4C7A-900E-756DE28E3AE4}"/>
                </a:ext>
              </a:extLst>
            </p:cNvPr>
            <p:cNvSpPr/>
            <p:nvPr/>
          </p:nvSpPr>
          <p:spPr>
            <a:xfrm>
              <a:off x="612775" y="6223315"/>
              <a:ext cx="82296" cy="109728"/>
            </a:xfrm>
            <a:custGeom>
              <a:avLst/>
              <a:gdLst>
                <a:gd name="connsiteX0" fmla="*/ 0 w 82296"/>
                <a:gd name="connsiteY0" fmla="*/ 0 h 109728"/>
                <a:gd name="connsiteX1" fmla="*/ 0 w 82296"/>
                <a:gd name="connsiteY1" fmla="*/ 17099 h 109728"/>
                <a:gd name="connsiteX2" fmla="*/ 33833 w 82296"/>
                <a:gd name="connsiteY2" fmla="*/ 17099 h 109728"/>
                <a:gd name="connsiteX3" fmla="*/ 33833 w 82296"/>
                <a:gd name="connsiteY3" fmla="*/ 116220 h 109728"/>
                <a:gd name="connsiteX4" fmla="*/ 51298 w 82296"/>
                <a:gd name="connsiteY4" fmla="*/ 116220 h 109728"/>
                <a:gd name="connsiteX5" fmla="*/ 51298 w 82296"/>
                <a:gd name="connsiteY5" fmla="*/ 17099 h 109728"/>
                <a:gd name="connsiteX6" fmla="*/ 85131 w 82296"/>
                <a:gd name="connsiteY6" fmla="*/ 17099 h 109728"/>
                <a:gd name="connsiteX7" fmla="*/ 85131 w 82296"/>
                <a:gd name="connsiteY7" fmla="*/ 0 h 109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296" h="109728">
                  <a:moveTo>
                    <a:pt x="0" y="0"/>
                  </a:moveTo>
                  <a:lnTo>
                    <a:pt x="0" y="17099"/>
                  </a:lnTo>
                  <a:lnTo>
                    <a:pt x="33833" y="17099"/>
                  </a:lnTo>
                  <a:lnTo>
                    <a:pt x="33833" y="116220"/>
                  </a:lnTo>
                  <a:lnTo>
                    <a:pt x="51298" y="116220"/>
                  </a:lnTo>
                  <a:lnTo>
                    <a:pt x="51298" y="17099"/>
                  </a:lnTo>
                  <a:lnTo>
                    <a:pt x="85131" y="17099"/>
                  </a:lnTo>
                  <a:lnTo>
                    <a:pt x="85131" y="0"/>
                  </a:lnTo>
                  <a:close/>
                </a:path>
              </a:pathLst>
            </a:custGeom>
            <a:solidFill>
              <a:srgbClr val="FFFFFF"/>
            </a:solidFill>
            <a:ln w="91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grpSp>
          <p:nvGrpSpPr>
            <p:cNvPr id="340" name="Graphic 2">
              <a:extLst>
                <a:ext uri="{FF2B5EF4-FFF2-40B4-BE49-F238E27FC236}">
                  <a16:creationId xmlns:a16="http://schemas.microsoft.com/office/drawing/2014/main" id="{69916B0C-9B62-4073-A26B-3F4B3A5DFA66}"/>
                </a:ext>
              </a:extLst>
            </p:cNvPr>
            <p:cNvGrpSpPr/>
            <p:nvPr/>
          </p:nvGrpSpPr>
          <p:grpSpPr>
            <a:xfrm>
              <a:off x="712445" y="6218560"/>
              <a:ext cx="941832" cy="118872"/>
              <a:chOff x="712445" y="6218560"/>
              <a:chExt cx="941832" cy="118872"/>
            </a:xfrm>
            <a:solidFill>
              <a:srgbClr val="FFFFFF"/>
            </a:solidFill>
          </p:grpSpPr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54ED5835-4C15-4484-ACF0-535EEE21C549}"/>
                  </a:ext>
                </a:extLst>
              </p:cNvPr>
              <p:cNvSpPr/>
              <p:nvPr/>
            </p:nvSpPr>
            <p:spPr>
              <a:xfrm>
                <a:off x="712445" y="6218560"/>
                <a:ext cx="64008" cy="118872"/>
              </a:xfrm>
              <a:custGeom>
                <a:avLst/>
                <a:gdLst>
                  <a:gd name="connsiteX0" fmla="*/ 52944 w 64008"/>
                  <a:gd name="connsiteY0" fmla="*/ 120975 h 118872"/>
                  <a:gd name="connsiteX1" fmla="*/ 52944 w 64008"/>
                  <a:gd name="connsiteY1" fmla="*/ 71780 h 118872"/>
                  <a:gd name="connsiteX2" fmla="*/ 48646 w 64008"/>
                  <a:gd name="connsiteY2" fmla="*/ 53767 h 118872"/>
                  <a:gd name="connsiteX3" fmla="*/ 35022 w 64008"/>
                  <a:gd name="connsiteY3" fmla="*/ 47823 h 118872"/>
                  <a:gd name="connsiteX4" fmla="*/ 27706 w 64008"/>
                  <a:gd name="connsiteY4" fmla="*/ 49103 h 118872"/>
                  <a:gd name="connsiteX5" fmla="*/ 21946 w 64008"/>
                  <a:gd name="connsiteY5" fmla="*/ 53401 h 118872"/>
                  <a:gd name="connsiteX6" fmla="*/ 18288 w 64008"/>
                  <a:gd name="connsiteY6" fmla="*/ 60442 h 118872"/>
                  <a:gd name="connsiteX7" fmla="*/ 17099 w 64008"/>
                  <a:gd name="connsiteY7" fmla="*/ 70043 h 118872"/>
                  <a:gd name="connsiteX8" fmla="*/ 17099 w 64008"/>
                  <a:gd name="connsiteY8" fmla="*/ 120975 h 118872"/>
                  <a:gd name="connsiteX9" fmla="*/ 0 w 64008"/>
                  <a:gd name="connsiteY9" fmla="*/ 120975 h 118872"/>
                  <a:gd name="connsiteX10" fmla="*/ 0 w 64008"/>
                  <a:gd name="connsiteY10" fmla="*/ 8961 h 118872"/>
                  <a:gd name="connsiteX11" fmla="*/ 17099 w 64008"/>
                  <a:gd name="connsiteY11" fmla="*/ 0 h 118872"/>
                  <a:gd name="connsiteX12" fmla="*/ 17099 w 64008"/>
                  <a:gd name="connsiteY12" fmla="*/ 42154 h 118872"/>
                  <a:gd name="connsiteX13" fmla="*/ 21031 w 64008"/>
                  <a:gd name="connsiteY13" fmla="*/ 37948 h 118872"/>
                  <a:gd name="connsiteX14" fmla="*/ 26243 w 64008"/>
                  <a:gd name="connsiteY14" fmla="*/ 34747 h 118872"/>
                  <a:gd name="connsiteX15" fmla="*/ 32278 w 64008"/>
                  <a:gd name="connsiteY15" fmla="*/ 32736 h 118872"/>
                  <a:gd name="connsiteX16" fmla="*/ 38953 w 64008"/>
                  <a:gd name="connsiteY16" fmla="*/ 32004 h 118872"/>
                  <a:gd name="connsiteX17" fmla="*/ 52578 w 64008"/>
                  <a:gd name="connsiteY17" fmla="*/ 34473 h 118872"/>
                  <a:gd name="connsiteX18" fmla="*/ 62271 w 64008"/>
                  <a:gd name="connsiteY18" fmla="*/ 41880 h 118872"/>
                  <a:gd name="connsiteX19" fmla="*/ 68123 w 64008"/>
                  <a:gd name="connsiteY19" fmla="*/ 54315 h 118872"/>
                  <a:gd name="connsiteX20" fmla="*/ 70043 w 64008"/>
                  <a:gd name="connsiteY20" fmla="*/ 70957 h 118872"/>
                  <a:gd name="connsiteX21" fmla="*/ 70043 w 64008"/>
                  <a:gd name="connsiteY21" fmla="*/ 120884 h 118872"/>
                  <a:gd name="connsiteX22" fmla="*/ 52944 w 64008"/>
                  <a:gd name="connsiteY22" fmla="*/ 120884 h 118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4008" h="118872">
                    <a:moveTo>
                      <a:pt x="52944" y="120975"/>
                    </a:moveTo>
                    <a:lnTo>
                      <a:pt x="52944" y="71780"/>
                    </a:lnTo>
                    <a:cubicBezTo>
                      <a:pt x="52944" y="63734"/>
                      <a:pt x="51481" y="57699"/>
                      <a:pt x="48646" y="53767"/>
                    </a:cubicBezTo>
                    <a:cubicBezTo>
                      <a:pt x="45811" y="49835"/>
                      <a:pt x="41239" y="47823"/>
                      <a:pt x="35022" y="47823"/>
                    </a:cubicBezTo>
                    <a:cubicBezTo>
                      <a:pt x="32370" y="47823"/>
                      <a:pt x="29901" y="48280"/>
                      <a:pt x="27706" y="49103"/>
                    </a:cubicBezTo>
                    <a:cubicBezTo>
                      <a:pt x="25420" y="50018"/>
                      <a:pt x="23500" y="51389"/>
                      <a:pt x="21946" y="53401"/>
                    </a:cubicBezTo>
                    <a:cubicBezTo>
                      <a:pt x="20300" y="55413"/>
                      <a:pt x="19111" y="57790"/>
                      <a:pt x="18288" y="60442"/>
                    </a:cubicBezTo>
                    <a:cubicBezTo>
                      <a:pt x="17465" y="63185"/>
                      <a:pt x="17099" y="66294"/>
                      <a:pt x="17099" y="70043"/>
                    </a:cubicBezTo>
                    <a:lnTo>
                      <a:pt x="17099" y="120975"/>
                    </a:lnTo>
                    <a:lnTo>
                      <a:pt x="0" y="120975"/>
                    </a:lnTo>
                    <a:lnTo>
                      <a:pt x="0" y="8961"/>
                    </a:lnTo>
                    <a:lnTo>
                      <a:pt x="17099" y="0"/>
                    </a:lnTo>
                    <a:lnTo>
                      <a:pt x="17099" y="42154"/>
                    </a:lnTo>
                    <a:cubicBezTo>
                      <a:pt x="18197" y="40599"/>
                      <a:pt x="19477" y="39136"/>
                      <a:pt x="21031" y="37948"/>
                    </a:cubicBezTo>
                    <a:cubicBezTo>
                      <a:pt x="22586" y="36667"/>
                      <a:pt x="24323" y="35570"/>
                      <a:pt x="26243" y="34747"/>
                    </a:cubicBezTo>
                    <a:cubicBezTo>
                      <a:pt x="28164" y="33924"/>
                      <a:pt x="30175" y="33193"/>
                      <a:pt x="32278" y="32736"/>
                    </a:cubicBezTo>
                    <a:cubicBezTo>
                      <a:pt x="34473" y="32278"/>
                      <a:pt x="36667" y="32004"/>
                      <a:pt x="38953" y="32004"/>
                    </a:cubicBezTo>
                    <a:cubicBezTo>
                      <a:pt x="44166" y="32004"/>
                      <a:pt x="48738" y="32827"/>
                      <a:pt x="52578" y="34473"/>
                    </a:cubicBezTo>
                    <a:cubicBezTo>
                      <a:pt x="56418" y="36119"/>
                      <a:pt x="59619" y="38588"/>
                      <a:pt x="62271" y="41880"/>
                    </a:cubicBezTo>
                    <a:cubicBezTo>
                      <a:pt x="64922" y="45171"/>
                      <a:pt x="66843" y="49286"/>
                      <a:pt x="68123" y="54315"/>
                    </a:cubicBezTo>
                    <a:cubicBezTo>
                      <a:pt x="69403" y="59345"/>
                      <a:pt x="70043" y="64922"/>
                      <a:pt x="70043" y="70957"/>
                    </a:cubicBezTo>
                    <a:lnTo>
                      <a:pt x="70043" y="120884"/>
                    </a:lnTo>
                    <a:lnTo>
                      <a:pt x="52944" y="120884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D3B1E748-417C-42A0-9996-9A8010F4787F}"/>
                  </a:ext>
                </a:extLst>
              </p:cNvPr>
              <p:cNvSpPr/>
              <p:nvPr/>
            </p:nvSpPr>
            <p:spPr>
              <a:xfrm>
                <a:off x="799495" y="6250656"/>
                <a:ext cx="73152" cy="82296"/>
              </a:xfrm>
              <a:custGeom>
                <a:avLst/>
                <a:gdLst>
                  <a:gd name="connsiteX0" fmla="*/ 57607 w 73152"/>
                  <a:gd name="connsiteY0" fmla="*/ 37216 h 82296"/>
                  <a:gd name="connsiteX1" fmla="*/ 56053 w 73152"/>
                  <a:gd name="connsiteY1" fmla="*/ 28804 h 82296"/>
                  <a:gd name="connsiteX2" fmla="*/ 52304 w 73152"/>
                  <a:gd name="connsiteY2" fmla="*/ 21854 h 82296"/>
                  <a:gd name="connsiteX3" fmla="*/ 46086 w 73152"/>
                  <a:gd name="connsiteY3" fmla="*/ 17099 h 82296"/>
                  <a:gd name="connsiteX4" fmla="*/ 37033 w 73152"/>
                  <a:gd name="connsiteY4" fmla="*/ 15362 h 82296"/>
                  <a:gd name="connsiteX5" fmla="*/ 29078 w 73152"/>
                  <a:gd name="connsiteY5" fmla="*/ 16825 h 82296"/>
                  <a:gd name="connsiteX6" fmla="*/ 23226 w 73152"/>
                  <a:gd name="connsiteY6" fmla="*/ 21031 h 82296"/>
                  <a:gd name="connsiteX7" fmla="*/ 19202 w 73152"/>
                  <a:gd name="connsiteY7" fmla="*/ 27798 h 82296"/>
                  <a:gd name="connsiteX8" fmla="*/ 17008 w 73152"/>
                  <a:gd name="connsiteY8" fmla="*/ 37125 h 82296"/>
                  <a:gd name="connsiteX9" fmla="*/ 57607 w 73152"/>
                  <a:gd name="connsiteY9" fmla="*/ 37125 h 82296"/>
                  <a:gd name="connsiteX10" fmla="*/ 74798 w 73152"/>
                  <a:gd name="connsiteY10" fmla="*/ 43525 h 82296"/>
                  <a:gd name="connsiteX11" fmla="*/ 74615 w 73152"/>
                  <a:gd name="connsiteY11" fmla="*/ 47915 h 82296"/>
                  <a:gd name="connsiteX12" fmla="*/ 74341 w 73152"/>
                  <a:gd name="connsiteY12" fmla="*/ 51298 h 82296"/>
                  <a:gd name="connsiteX13" fmla="*/ 16734 w 73152"/>
                  <a:gd name="connsiteY13" fmla="*/ 51298 h 82296"/>
                  <a:gd name="connsiteX14" fmla="*/ 19477 w 73152"/>
                  <a:gd name="connsiteY14" fmla="*/ 62088 h 82296"/>
                  <a:gd name="connsiteX15" fmla="*/ 24414 w 73152"/>
                  <a:gd name="connsiteY15" fmla="*/ 69494 h 82296"/>
                  <a:gd name="connsiteX16" fmla="*/ 30998 w 73152"/>
                  <a:gd name="connsiteY16" fmla="*/ 73792 h 82296"/>
                  <a:gd name="connsiteX17" fmla="*/ 38679 w 73152"/>
                  <a:gd name="connsiteY17" fmla="*/ 75164 h 82296"/>
                  <a:gd name="connsiteX18" fmla="*/ 43983 w 73152"/>
                  <a:gd name="connsiteY18" fmla="*/ 74706 h 82296"/>
                  <a:gd name="connsiteX19" fmla="*/ 48829 w 73152"/>
                  <a:gd name="connsiteY19" fmla="*/ 73243 h 82296"/>
                  <a:gd name="connsiteX20" fmla="*/ 52944 w 73152"/>
                  <a:gd name="connsiteY20" fmla="*/ 71232 h 82296"/>
                  <a:gd name="connsiteX21" fmla="*/ 57607 w 73152"/>
                  <a:gd name="connsiteY21" fmla="*/ 68214 h 82296"/>
                  <a:gd name="connsiteX22" fmla="*/ 67757 w 73152"/>
                  <a:gd name="connsiteY22" fmla="*/ 79096 h 82296"/>
                  <a:gd name="connsiteX23" fmla="*/ 61539 w 73152"/>
                  <a:gd name="connsiteY23" fmla="*/ 84033 h 82296"/>
                  <a:gd name="connsiteX24" fmla="*/ 55138 w 73152"/>
                  <a:gd name="connsiteY24" fmla="*/ 87417 h 82296"/>
                  <a:gd name="connsiteX25" fmla="*/ 47366 w 73152"/>
                  <a:gd name="connsiteY25" fmla="*/ 89703 h 82296"/>
                  <a:gd name="connsiteX26" fmla="*/ 37673 w 73152"/>
                  <a:gd name="connsiteY26" fmla="*/ 90708 h 82296"/>
                  <a:gd name="connsiteX27" fmla="*/ 27066 w 73152"/>
                  <a:gd name="connsiteY27" fmla="*/ 89154 h 82296"/>
                  <a:gd name="connsiteX28" fmla="*/ 18288 w 73152"/>
                  <a:gd name="connsiteY28" fmla="*/ 85039 h 82296"/>
                  <a:gd name="connsiteX29" fmla="*/ 11430 w 73152"/>
                  <a:gd name="connsiteY29" fmla="*/ 79187 h 82296"/>
                  <a:gd name="connsiteX30" fmla="*/ 5669 w 73152"/>
                  <a:gd name="connsiteY30" fmla="*/ 70775 h 82296"/>
                  <a:gd name="connsiteX31" fmla="*/ 1463 w 73152"/>
                  <a:gd name="connsiteY31" fmla="*/ 59253 h 82296"/>
                  <a:gd name="connsiteX32" fmla="*/ 0 w 73152"/>
                  <a:gd name="connsiteY32" fmla="*/ 45354 h 82296"/>
                  <a:gd name="connsiteX33" fmla="*/ 2835 w 73152"/>
                  <a:gd name="connsiteY33" fmla="*/ 25878 h 82296"/>
                  <a:gd name="connsiteX34" fmla="*/ 10698 w 73152"/>
                  <a:gd name="connsiteY34" fmla="*/ 11613 h 82296"/>
                  <a:gd name="connsiteX35" fmla="*/ 22769 w 73152"/>
                  <a:gd name="connsiteY35" fmla="*/ 2926 h 82296"/>
                  <a:gd name="connsiteX36" fmla="*/ 38222 w 73152"/>
                  <a:gd name="connsiteY36" fmla="*/ 0 h 82296"/>
                  <a:gd name="connsiteX37" fmla="*/ 54407 w 73152"/>
                  <a:gd name="connsiteY37" fmla="*/ 3566 h 82296"/>
                  <a:gd name="connsiteX38" fmla="*/ 65837 w 73152"/>
                  <a:gd name="connsiteY38" fmla="*/ 13076 h 82296"/>
                  <a:gd name="connsiteX39" fmla="*/ 72603 w 73152"/>
                  <a:gd name="connsiteY39" fmla="*/ 26975 h 82296"/>
                  <a:gd name="connsiteX40" fmla="*/ 74798 w 73152"/>
                  <a:gd name="connsiteY40" fmla="*/ 43525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3152" h="82296">
                    <a:moveTo>
                      <a:pt x="57607" y="37216"/>
                    </a:moveTo>
                    <a:cubicBezTo>
                      <a:pt x="57424" y="34199"/>
                      <a:pt x="56876" y="31455"/>
                      <a:pt x="56053" y="28804"/>
                    </a:cubicBezTo>
                    <a:cubicBezTo>
                      <a:pt x="55230" y="26152"/>
                      <a:pt x="53950" y="23866"/>
                      <a:pt x="52304" y="21854"/>
                    </a:cubicBezTo>
                    <a:cubicBezTo>
                      <a:pt x="50658" y="19842"/>
                      <a:pt x="48555" y="18288"/>
                      <a:pt x="46086" y="17099"/>
                    </a:cubicBezTo>
                    <a:cubicBezTo>
                      <a:pt x="43525" y="15911"/>
                      <a:pt x="40599" y="15362"/>
                      <a:pt x="37033" y="15362"/>
                    </a:cubicBezTo>
                    <a:cubicBezTo>
                      <a:pt x="34016" y="15362"/>
                      <a:pt x="31364" y="15819"/>
                      <a:pt x="29078" y="16825"/>
                    </a:cubicBezTo>
                    <a:cubicBezTo>
                      <a:pt x="26792" y="17831"/>
                      <a:pt x="24872" y="19202"/>
                      <a:pt x="23226" y="21031"/>
                    </a:cubicBezTo>
                    <a:cubicBezTo>
                      <a:pt x="21580" y="22860"/>
                      <a:pt x="20300" y="25146"/>
                      <a:pt x="19202" y="27798"/>
                    </a:cubicBezTo>
                    <a:cubicBezTo>
                      <a:pt x="18105" y="30450"/>
                      <a:pt x="17465" y="33558"/>
                      <a:pt x="17008" y="37125"/>
                    </a:cubicBezTo>
                    <a:lnTo>
                      <a:pt x="57607" y="37125"/>
                    </a:lnTo>
                    <a:close/>
                    <a:moveTo>
                      <a:pt x="74798" y="43525"/>
                    </a:moveTo>
                    <a:cubicBezTo>
                      <a:pt x="74798" y="45080"/>
                      <a:pt x="74706" y="46543"/>
                      <a:pt x="74615" y="47915"/>
                    </a:cubicBezTo>
                    <a:cubicBezTo>
                      <a:pt x="74524" y="49286"/>
                      <a:pt x="74432" y="50383"/>
                      <a:pt x="74341" y="51298"/>
                    </a:cubicBezTo>
                    <a:lnTo>
                      <a:pt x="16734" y="51298"/>
                    </a:lnTo>
                    <a:cubicBezTo>
                      <a:pt x="17191" y="55504"/>
                      <a:pt x="18197" y="59070"/>
                      <a:pt x="19477" y="62088"/>
                    </a:cubicBezTo>
                    <a:cubicBezTo>
                      <a:pt x="20848" y="65105"/>
                      <a:pt x="22494" y="67574"/>
                      <a:pt x="24414" y="69494"/>
                    </a:cubicBezTo>
                    <a:cubicBezTo>
                      <a:pt x="26335" y="71415"/>
                      <a:pt x="28529" y="72878"/>
                      <a:pt x="30998" y="73792"/>
                    </a:cubicBezTo>
                    <a:cubicBezTo>
                      <a:pt x="33467" y="74706"/>
                      <a:pt x="36027" y="75164"/>
                      <a:pt x="38679" y="75164"/>
                    </a:cubicBezTo>
                    <a:cubicBezTo>
                      <a:pt x="40599" y="75164"/>
                      <a:pt x="42337" y="74981"/>
                      <a:pt x="43983" y="74706"/>
                    </a:cubicBezTo>
                    <a:cubicBezTo>
                      <a:pt x="45629" y="74432"/>
                      <a:pt x="47274" y="73884"/>
                      <a:pt x="48829" y="73243"/>
                    </a:cubicBezTo>
                    <a:cubicBezTo>
                      <a:pt x="50383" y="72603"/>
                      <a:pt x="51755" y="71963"/>
                      <a:pt x="52944" y="71232"/>
                    </a:cubicBezTo>
                    <a:cubicBezTo>
                      <a:pt x="54132" y="70592"/>
                      <a:pt x="55687" y="69586"/>
                      <a:pt x="57607" y="68214"/>
                    </a:cubicBezTo>
                    <a:lnTo>
                      <a:pt x="67757" y="79096"/>
                    </a:lnTo>
                    <a:cubicBezTo>
                      <a:pt x="65562" y="81107"/>
                      <a:pt x="63551" y="82845"/>
                      <a:pt x="61539" y="84033"/>
                    </a:cubicBezTo>
                    <a:cubicBezTo>
                      <a:pt x="59527" y="85314"/>
                      <a:pt x="57424" y="86411"/>
                      <a:pt x="55138" y="87417"/>
                    </a:cubicBezTo>
                    <a:cubicBezTo>
                      <a:pt x="52852" y="88422"/>
                      <a:pt x="50201" y="89154"/>
                      <a:pt x="47366" y="89703"/>
                    </a:cubicBezTo>
                    <a:cubicBezTo>
                      <a:pt x="44348" y="90434"/>
                      <a:pt x="41148" y="90708"/>
                      <a:pt x="37673" y="90708"/>
                    </a:cubicBezTo>
                    <a:cubicBezTo>
                      <a:pt x="33924" y="90708"/>
                      <a:pt x="30358" y="90160"/>
                      <a:pt x="27066" y="89154"/>
                    </a:cubicBezTo>
                    <a:cubicBezTo>
                      <a:pt x="23774" y="88057"/>
                      <a:pt x="20848" y="86685"/>
                      <a:pt x="18288" y="85039"/>
                    </a:cubicBezTo>
                    <a:cubicBezTo>
                      <a:pt x="15728" y="83302"/>
                      <a:pt x="13442" y="81382"/>
                      <a:pt x="11430" y="79187"/>
                    </a:cubicBezTo>
                    <a:cubicBezTo>
                      <a:pt x="9418" y="76992"/>
                      <a:pt x="7498" y="74158"/>
                      <a:pt x="5669" y="70775"/>
                    </a:cubicBezTo>
                    <a:cubicBezTo>
                      <a:pt x="3840" y="67300"/>
                      <a:pt x="2469" y="63551"/>
                      <a:pt x="1463" y="59253"/>
                    </a:cubicBezTo>
                    <a:cubicBezTo>
                      <a:pt x="457" y="55047"/>
                      <a:pt x="0" y="50383"/>
                      <a:pt x="0" y="45354"/>
                    </a:cubicBezTo>
                    <a:cubicBezTo>
                      <a:pt x="0" y="38039"/>
                      <a:pt x="914" y="31547"/>
                      <a:pt x="2835" y="25878"/>
                    </a:cubicBezTo>
                    <a:cubicBezTo>
                      <a:pt x="4663" y="20208"/>
                      <a:pt x="7315" y="15453"/>
                      <a:pt x="10698" y="11613"/>
                    </a:cubicBezTo>
                    <a:cubicBezTo>
                      <a:pt x="14082" y="7772"/>
                      <a:pt x="18105" y="4846"/>
                      <a:pt x="22769" y="2926"/>
                    </a:cubicBezTo>
                    <a:cubicBezTo>
                      <a:pt x="27432" y="914"/>
                      <a:pt x="32644" y="0"/>
                      <a:pt x="38222" y="0"/>
                    </a:cubicBezTo>
                    <a:cubicBezTo>
                      <a:pt x="44440" y="0"/>
                      <a:pt x="49835" y="1189"/>
                      <a:pt x="54407" y="3566"/>
                    </a:cubicBezTo>
                    <a:cubicBezTo>
                      <a:pt x="58979" y="5944"/>
                      <a:pt x="62819" y="9053"/>
                      <a:pt x="65837" y="13076"/>
                    </a:cubicBezTo>
                    <a:cubicBezTo>
                      <a:pt x="68854" y="17008"/>
                      <a:pt x="71140" y="21671"/>
                      <a:pt x="72603" y="26975"/>
                    </a:cubicBezTo>
                    <a:cubicBezTo>
                      <a:pt x="74066" y="32095"/>
                      <a:pt x="74798" y="37673"/>
                      <a:pt x="74798" y="43525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07D9CC35-912F-4EE2-8EF8-64C4BA399D6C}"/>
                  </a:ext>
                </a:extLst>
              </p:cNvPr>
              <p:cNvSpPr/>
              <p:nvPr/>
            </p:nvSpPr>
            <p:spPr>
              <a:xfrm>
                <a:off x="933729" y="6218560"/>
                <a:ext cx="73152" cy="118872"/>
              </a:xfrm>
              <a:custGeom>
                <a:avLst/>
                <a:gdLst>
                  <a:gd name="connsiteX0" fmla="*/ 56053 w 73152"/>
                  <a:gd name="connsiteY0" fmla="*/ 79279 h 118872"/>
                  <a:gd name="connsiteX1" fmla="*/ 51024 w 73152"/>
                  <a:gd name="connsiteY1" fmla="*/ 55321 h 118872"/>
                  <a:gd name="connsiteX2" fmla="*/ 36485 w 73152"/>
                  <a:gd name="connsiteY2" fmla="*/ 47732 h 118872"/>
                  <a:gd name="connsiteX3" fmla="*/ 30632 w 73152"/>
                  <a:gd name="connsiteY3" fmla="*/ 48646 h 118872"/>
                  <a:gd name="connsiteX4" fmla="*/ 25329 w 73152"/>
                  <a:gd name="connsiteY4" fmla="*/ 51115 h 118872"/>
                  <a:gd name="connsiteX5" fmla="*/ 20665 w 73152"/>
                  <a:gd name="connsiteY5" fmla="*/ 54681 h 118872"/>
                  <a:gd name="connsiteX6" fmla="*/ 16825 w 73152"/>
                  <a:gd name="connsiteY6" fmla="*/ 58796 h 118872"/>
                  <a:gd name="connsiteX7" fmla="*/ 16825 w 73152"/>
                  <a:gd name="connsiteY7" fmla="*/ 95463 h 118872"/>
                  <a:gd name="connsiteX8" fmla="*/ 20391 w 73152"/>
                  <a:gd name="connsiteY8" fmla="*/ 99395 h 118872"/>
                  <a:gd name="connsiteX9" fmla="*/ 25237 w 73152"/>
                  <a:gd name="connsiteY9" fmla="*/ 103053 h 118872"/>
                  <a:gd name="connsiteX10" fmla="*/ 30907 w 73152"/>
                  <a:gd name="connsiteY10" fmla="*/ 105796 h 118872"/>
                  <a:gd name="connsiteX11" fmla="*/ 37216 w 73152"/>
                  <a:gd name="connsiteY11" fmla="*/ 106802 h 118872"/>
                  <a:gd name="connsiteX12" fmla="*/ 51389 w 73152"/>
                  <a:gd name="connsiteY12" fmla="*/ 99853 h 118872"/>
                  <a:gd name="connsiteX13" fmla="*/ 56053 w 73152"/>
                  <a:gd name="connsiteY13" fmla="*/ 79279 h 118872"/>
                  <a:gd name="connsiteX14" fmla="*/ 73152 w 73152"/>
                  <a:gd name="connsiteY14" fmla="*/ 78821 h 118872"/>
                  <a:gd name="connsiteX15" fmla="*/ 70317 w 73152"/>
                  <a:gd name="connsiteY15" fmla="*/ 98298 h 118872"/>
                  <a:gd name="connsiteX16" fmla="*/ 62728 w 73152"/>
                  <a:gd name="connsiteY16" fmla="*/ 112014 h 118872"/>
                  <a:gd name="connsiteX17" fmla="*/ 51755 w 73152"/>
                  <a:gd name="connsiteY17" fmla="*/ 120152 h 118872"/>
                  <a:gd name="connsiteX18" fmla="*/ 38862 w 73152"/>
                  <a:gd name="connsiteY18" fmla="*/ 122804 h 118872"/>
                  <a:gd name="connsiteX19" fmla="*/ 26609 w 73152"/>
                  <a:gd name="connsiteY19" fmla="*/ 119878 h 118872"/>
                  <a:gd name="connsiteX20" fmla="*/ 16916 w 73152"/>
                  <a:gd name="connsiteY20" fmla="*/ 112837 h 118872"/>
                  <a:gd name="connsiteX21" fmla="*/ 16916 w 73152"/>
                  <a:gd name="connsiteY21" fmla="*/ 120975 h 118872"/>
                  <a:gd name="connsiteX22" fmla="*/ 0 w 73152"/>
                  <a:gd name="connsiteY22" fmla="*/ 120975 h 118872"/>
                  <a:gd name="connsiteX23" fmla="*/ 0 w 73152"/>
                  <a:gd name="connsiteY23" fmla="*/ 8870 h 118872"/>
                  <a:gd name="connsiteX24" fmla="*/ 16916 w 73152"/>
                  <a:gd name="connsiteY24" fmla="*/ 0 h 118872"/>
                  <a:gd name="connsiteX25" fmla="*/ 16916 w 73152"/>
                  <a:gd name="connsiteY25" fmla="*/ 42154 h 118872"/>
                  <a:gd name="connsiteX26" fmla="*/ 21763 w 73152"/>
                  <a:gd name="connsiteY26" fmla="*/ 38222 h 118872"/>
                  <a:gd name="connsiteX27" fmla="*/ 26335 w 73152"/>
                  <a:gd name="connsiteY27" fmla="*/ 35296 h 118872"/>
                  <a:gd name="connsiteX28" fmla="*/ 32004 w 73152"/>
                  <a:gd name="connsiteY28" fmla="*/ 33010 h 118872"/>
                  <a:gd name="connsiteX29" fmla="*/ 39502 w 73152"/>
                  <a:gd name="connsiteY29" fmla="*/ 32095 h 118872"/>
                  <a:gd name="connsiteX30" fmla="*/ 52669 w 73152"/>
                  <a:gd name="connsiteY30" fmla="*/ 34747 h 118872"/>
                  <a:gd name="connsiteX31" fmla="*/ 63368 w 73152"/>
                  <a:gd name="connsiteY31" fmla="*/ 43068 h 118872"/>
                  <a:gd name="connsiteX32" fmla="*/ 70500 w 73152"/>
                  <a:gd name="connsiteY32" fmla="*/ 57607 h 118872"/>
                  <a:gd name="connsiteX33" fmla="*/ 73152 w 73152"/>
                  <a:gd name="connsiteY33" fmla="*/ 78821 h 118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3152" h="118872">
                    <a:moveTo>
                      <a:pt x="56053" y="79279"/>
                    </a:moveTo>
                    <a:cubicBezTo>
                      <a:pt x="56053" y="68397"/>
                      <a:pt x="54407" y="60442"/>
                      <a:pt x="51024" y="55321"/>
                    </a:cubicBezTo>
                    <a:cubicBezTo>
                      <a:pt x="47640" y="50292"/>
                      <a:pt x="42794" y="47732"/>
                      <a:pt x="36485" y="47732"/>
                    </a:cubicBezTo>
                    <a:cubicBezTo>
                      <a:pt x="34473" y="47732"/>
                      <a:pt x="32461" y="48006"/>
                      <a:pt x="30632" y="48646"/>
                    </a:cubicBezTo>
                    <a:cubicBezTo>
                      <a:pt x="28804" y="49286"/>
                      <a:pt x="26975" y="50109"/>
                      <a:pt x="25329" y="51115"/>
                    </a:cubicBezTo>
                    <a:cubicBezTo>
                      <a:pt x="23592" y="52121"/>
                      <a:pt x="22037" y="53310"/>
                      <a:pt x="20665" y="54681"/>
                    </a:cubicBezTo>
                    <a:cubicBezTo>
                      <a:pt x="19202" y="56053"/>
                      <a:pt x="17922" y="57424"/>
                      <a:pt x="16825" y="58796"/>
                    </a:cubicBezTo>
                    <a:lnTo>
                      <a:pt x="16825" y="95463"/>
                    </a:lnTo>
                    <a:cubicBezTo>
                      <a:pt x="17831" y="96744"/>
                      <a:pt x="19020" y="98115"/>
                      <a:pt x="20391" y="99395"/>
                    </a:cubicBezTo>
                    <a:cubicBezTo>
                      <a:pt x="21854" y="100767"/>
                      <a:pt x="23409" y="101956"/>
                      <a:pt x="25237" y="103053"/>
                    </a:cubicBezTo>
                    <a:cubicBezTo>
                      <a:pt x="26975" y="104150"/>
                      <a:pt x="28895" y="105065"/>
                      <a:pt x="30907" y="105796"/>
                    </a:cubicBezTo>
                    <a:cubicBezTo>
                      <a:pt x="32918" y="106528"/>
                      <a:pt x="35022" y="106802"/>
                      <a:pt x="37216" y="106802"/>
                    </a:cubicBezTo>
                    <a:cubicBezTo>
                      <a:pt x="43434" y="106802"/>
                      <a:pt x="48097" y="104516"/>
                      <a:pt x="51389" y="99853"/>
                    </a:cubicBezTo>
                    <a:cubicBezTo>
                      <a:pt x="54498" y="95463"/>
                      <a:pt x="56053" y="88514"/>
                      <a:pt x="56053" y="79279"/>
                    </a:cubicBezTo>
                    <a:moveTo>
                      <a:pt x="73152" y="78821"/>
                    </a:moveTo>
                    <a:cubicBezTo>
                      <a:pt x="73152" y="86228"/>
                      <a:pt x="72238" y="92720"/>
                      <a:pt x="70317" y="98298"/>
                    </a:cubicBezTo>
                    <a:cubicBezTo>
                      <a:pt x="68397" y="103784"/>
                      <a:pt x="65928" y="108356"/>
                      <a:pt x="62728" y="112014"/>
                    </a:cubicBezTo>
                    <a:cubicBezTo>
                      <a:pt x="59527" y="115672"/>
                      <a:pt x="55961" y="118415"/>
                      <a:pt x="51755" y="120152"/>
                    </a:cubicBezTo>
                    <a:cubicBezTo>
                      <a:pt x="47732" y="121890"/>
                      <a:pt x="43343" y="122804"/>
                      <a:pt x="38862" y="122804"/>
                    </a:cubicBezTo>
                    <a:cubicBezTo>
                      <a:pt x="34656" y="122804"/>
                      <a:pt x="30541" y="121798"/>
                      <a:pt x="26609" y="119878"/>
                    </a:cubicBezTo>
                    <a:cubicBezTo>
                      <a:pt x="22677" y="117958"/>
                      <a:pt x="19477" y="115580"/>
                      <a:pt x="16916" y="112837"/>
                    </a:cubicBezTo>
                    <a:lnTo>
                      <a:pt x="16916" y="120975"/>
                    </a:lnTo>
                    <a:lnTo>
                      <a:pt x="0" y="120975"/>
                    </a:lnTo>
                    <a:lnTo>
                      <a:pt x="0" y="8870"/>
                    </a:lnTo>
                    <a:lnTo>
                      <a:pt x="16916" y="0"/>
                    </a:lnTo>
                    <a:lnTo>
                      <a:pt x="16916" y="42154"/>
                    </a:lnTo>
                    <a:cubicBezTo>
                      <a:pt x="18654" y="40508"/>
                      <a:pt x="20300" y="39228"/>
                      <a:pt x="21763" y="38222"/>
                    </a:cubicBezTo>
                    <a:cubicBezTo>
                      <a:pt x="23226" y="37216"/>
                      <a:pt x="24780" y="36210"/>
                      <a:pt x="26335" y="35296"/>
                    </a:cubicBezTo>
                    <a:cubicBezTo>
                      <a:pt x="27981" y="34381"/>
                      <a:pt x="29809" y="33650"/>
                      <a:pt x="32004" y="33010"/>
                    </a:cubicBezTo>
                    <a:cubicBezTo>
                      <a:pt x="34199" y="32370"/>
                      <a:pt x="36667" y="32095"/>
                      <a:pt x="39502" y="32095"/>
                    </a:cubicBezTo>
                    <a:cubicBezTo>
                      <a:pt x="44166" y="32095"/>
                      <a:pt x="48555" y="33010"/>
                      <a:pt x="52669" y="34747"/>
                    </a:cubicBezTo>
                    <a:cubicBezTo>
                      <a:pt x="56693" y="36485"/>
                      <a:pt x="60259" y="39228"/>
                      <a:pt x="63368" y="43068"/>
                    </a:cubicBezTo>
                    <a:cubicBezTo>
                      <a:pt x="66385" y="46817"/>
                      <a:pt x="68763" y="51664"/>
                      <a:pt x="70500" y="57607"/>
                    </a:cubicBezTo>
                    <a:cubicBezTo>
                      <a:pt x="72329" y="63368"/>
                      <a:pt x="73152" y="70500"/>
                      <a:pt x="73152" y="78821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4F465AD9-7053-4AE7-8BDB-038CC9FFB2F5}"/>
                  </a:ext>
                </a:extLst>
              </p:cNvPr>
              <p:cNvSpPr/>
              <p:nvPr/>
            </p:nvSpPr>
            <p:spPr>
              <a:xfrm>
                <a:off x="1020780" y="6250656"/>
                <a:ext cx="73152" cy="82296"/>
              </a:xfrm>
              <a:custGeom>
                <a:avLst/>
                <a:gdLst>
                  <a:gd name="connsiteX0" fmla="*/ 57607 w 73152"/>
                  <a:gd name="connsiteY0" fmla="*/ 37216 h 82296"/>
                  <a:gd name="connsiteX1" fmla="*/ 56053 w 73152"/>
                  <a:gd name="connsiteY1" fmla="*/ 28804 h 82296"/>
                  <a:gd name="connsiteX2" fmla="*/ 52304 w 73152"/>
                  <a:gd name="connsiteY2" fmla="*/ 21854 h 82296"/>
                  <a:gd name="connsiteX3" fmla="*/ 46086 w 73152"/>
                  <a:gd name="connsiteY3" fmla="*/ 17099 h 82296"/>
                  <a:gd name="connsiteX4" fmla="*/ 37033 w 73152"/>
                  <a:gd name="connsiteY4" fmla="*/ 15362 h 82296"/>
                  <a:gd name="connsiteX5" fmla="*/ 29078 w 73152"/>
                  <a:gd name="connsiteY5" fmla="*/ 16825 h 82296"/>
                  <a:gd name="connsiteX6" fmla="*/ 23226 w 73152"/>
                  <a:gd name="connsiteY6" fmla="*/ 21031 h 82296"/>
                  <a:gd name="connsiteX7" fmla="*/ 19202 w 73152"/>
                  <a:gd name="connsiteY7" fmla="*/ 27798 h 82296"/>
                  <a:gd name="connsiteX8" fmla="*/ 17008 w 73152"/>
                  <a:gd name="connsiteY8" fmla="*/ 37125 h 82296"/>
                  <a:gd name="connsiteX9" fmla="*/ 57607 w 73152"/>
                  <a:gd name="connsiteY9" fmla="*/ 37125 h 82296"/>
                  <a:gd name="connsiteX10" fmla="*/ 74798 w 73152"/>
                  <a:gd name="connsiteY10" fmla="*/ 43525 h 82296"/>
                  <a:gd name="connsiteX11" fmla="*/ 74615 w 73152"/>
                  <a:gd name="connsiteY11" fmla="*/ 47915 h 82296"/>
                  <a:gd name="connsiteX12" fmla="*/ 74341 w 73152"/>
                  <a:gd name="connsiteY12" fmla="*/ 51298 h 82296"/>
                  <a:gd name="connsiteX13" fmla="*/ 16734 w 73152"/>
                  <a:gd name="connsiteY13" fmla="*/ 51298 h 82296"/>
                  <a:gd name="connsiteX14" fmla="*/ 19477 w 73152"/>
                  <a:gd name="connsiteY14" fmla="*/ 62088 h 82296"/>
                  <a:gd name="connsiteX15" fmla="*/ 24414 w 73152"/>
                  <a:gd name="connsiteY15" fmla="*/ 69494 h 82296"/>
                  <a:gd name="connsiteX16" fmla="*/ 30998 w 73152"/>
                  <a:gd name="connsiteY16" fmla="*/ 73792 h 82296"/>
                  <a:gd name="connsiteX17" fmla="*/ 38679 w 73152"/>
                  <a:gd name="connsiteY17" fmla="*/ 75164 h 82296"/>
                  <a:gd name="connsiteX18" fmla="*/ 43983 w 73152"/>
                  <a:gd name="connsiteY18" fmla="*/ 74706 h 82296"/>
                  <a:gd name="connsiteX19" fmla="*/ 48829 w 73152"/>
                  <a:gd name="connsiteY19" fmla="*/ 73243 h 82296"/>
                  <a:gd name="connsiteX20" fmla="*/ 52944 w 73152"/>
                  <a:gd name="connsiteY20" fmla="*/ 71232 h 82296"/>
                  <a:gd name="connsiteX21" fmla="*/ 57607 w 73152"/>
                  <a:gd name="connsiteY21" fmla="*/ 68214 h 82296"/>
                  <a:gd name="connsiteX22" fmla="*/ 67757 w 73152"/>
                  <a:gd name="connsiteY22" fmla="*/ 79096 h 82296"/>
                  <a:gd name="connsiteX23" fmla="*/ 61539 w 73152"/>
                  <a:gd name="connsiteY23" fmla="*/ 84033 h 82296"/>
                  <a:gd name="connsiteX24" fmla="*/ 55138 w 73152"/>
                  <a:gd name="connsiteY24" fmla="*/ 87417 h 82296"/>
                  <a:gd name="connsiteX25" fmla="*/ 47366 w 73152"/>
                  <a:gd name="connsiteY25" fmla="*/ 89703 h 82296"/>
                  <a:gd name="connsiteX26" fmla="*/ 37673 w 73152"/>
                  <a:gd name="connsiteY26" fmla="*/ 90708 h 82296"/>
                  <a:gd name="connsiteX27" fmla="*/ 27066 w 73152"/>
                  <a:gd name="connsiteY27" fmla="*/ 89154 h 82296"/>
                  <a:gd name="connsiteX28" fmla="*/ 18288 w 73152"/>
                  <a:gd name="connsiteY28" fmla="*/ 85039 h 82296"/>
                  <a:gd name="connsiteX29" fmla="*/ 11430 w 73152"/>
                  <a:gd name="connsiteY29" fmla="*/ 79187 h 82296"/>
                  <a:gd name="connsiteX30" fmla="*/ 5669 w 73152"/>
                  <a:gd name="connsiteY30" fmla="*/ 70775 h 82296"/>
                  <a:gd name="connsiteX31" fmla="*/ 1463 w 73152"/>
                  <a:gd name="connsiteY31" fmla="*/ 59253 h 82296"/>
                  <a:gd name="connsiteX32" fmla="*/ 0 w 73152"/>
                  <a:gd name="connsiteY32" fmla="*/ 45354 h 82296"/>
                  <a:gd name="connsiteX33" fmla="*/ 2835 w 73152"/>
                  <a:gd name="connsiteY33" fmla="*/ 25878 h 82296"/>
                  <a:gd name="connsiteX34" fmla="*/ 10607 w 73152"/>
                  <a:gd name="connsiteY34" fmla="*/ 11613 h 82296"/>
                  <a:gd name="connsiteX35" fmla="*/ 22677 w 73152"/>
                  <a:gd name="connsiteY35" fmla="*/ 2926 h 82296"/>
                  <a:gd name="connsiteX36" fmla="*/ 38131 w 73152"/>
                  <a:gd name="connsiteY36" fmla="*/ 0 h 82296"/>
                  <a:gd name="connsiteX37" fmla="*/ 54315 w 73152"/>
                  <a:gd name="connsiteY37" fmla="*/ 3566 h 82296"/>
                  <a:gd name="connsiteX38" fmla="*/ 65745 w 73152"/>
                  <a:gd name="connsiteY38" fmla="*/ 13076 h 82296"/>
                  <a:gd name="connsiteX39" fmla="*/ 72512 w 73152"/>
                  <a:gd name="connsiteY39" fmla="*/ 26975 h 82296"/>
                  <a:gd name="connsiteX40" fmla="*/ 74798 w 73152"/>
                  <a:gd name="connsiteY40" fmla="*/ 43525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3152" h="82296">
                    <a:moveTo>
                      <a:pt x="57607" y="37216"/>
                    </a:moveTo>
                    <a:cubicBezTo>
                      <a:pt x="57333" y="34199"/>
                      <a:pt x="56876" y="31455"/>
                      <a:pt x="56053" y="28804"/>
                    </a:cubicBezTo>
                    <a:cubicBezTo>
                      <a:pt x="55230" y="26152"/>
                      <a:pt x="53950" y="23866"/>
                      <a:pt x="52304" y="21854"/>
                    </a:cubicBezTo>
                    <a:cubicBezTo>
                      <a:pt x="50658" y="19842"/>
                      <a:pt x="48555" y="18288"/>
                      <a:pt x="46086" y="17099"/>
                    </a:cubicBezTo>
                    <a:cubicBezTo>
                      <a:pt x="43525" y="15911"/>
                      <a:pt x="40599" y="15362"/>
                      <a:pt x="37033" y="15362"/>
                    </a:cubicBezTo>
                    <a:cubicBezTo>
                      <a:pt x="34016" y="15362"/>
                      <a:pt x="31364" y="15819"/>
                      <a:pt x="29078" y="16825"/>
                    </a:cubicBezTo>
                    <a:cubicBezTo>
                      <a:pt x="26792" y="17831"/>
                      <a:pt x="24872" y="19202"/>
                      <a:pt x="23226" y="21031"/>
                    </a:cubicBezTo>
                    <a:cubicBezTo>
                      <a:pt x="21580" y="22860"/>
                      <a:pt x="20300" y="25146"/>
                      <a:pt x="19202" y="27798"/>
                    </a:cubicBezTo>
                    <a:cubicBezTo>
                      <a:pt x="18105" y="30450"/>
                      <a:pt x="17465" y="33558"/>
                      <a:pt x="17008" y="37125"/>
                    </a:cubicBezTo>
                    <a:lnTo>
                      <a:pt x="57607" y="37125"/>
                    </a:lnTo>
                    <a:close/>
                    <a:moveTo>
                      <a:pt x="74798" y="43525"/>
                    </a:moveTo>
                    <a:cubicBezTo>
                      <a:pt x="74798" y="45080"/>
                      <a:pt x="74707" y="46543"/>
                      <a:pt x="74615" y="47915"/>
                    </a:cubicBezTo>
                    <a:cubicBezTo>
                      <a:pt x="74524" y="49286"/>
                      <a:pt x="74432" y="50383"/>
                      <a:pt x="74341" y="51298"/>
                    </a:cubicBezTo>
                    <a:lnTo>
                      <a:pt x="16734" y="51298"/>
                    </a:lnTo>
                    <a:cubicBezTo>
                      <a:pt x="17191" y="55504"/>
                      <a:pt x="18105" y="59070"/>
                      <a:pt x="19477" y="62088"/>
                    </a:cubicBezTo>
                    <a:cubicBezTo>
                      <a:pt x="20848" y="65105"/>
                      <a:pt x="22494" y="67574"/>
                      <a:pt x="24414" y="69494"/>
                    </a:cubicBezTo>
                    <a:cubicBezTo>
                      <a:pt x="26335" y="71415"/>
                      <a:pt x="28529" y="72878"/>
                      <a:pt x="30998" y="73792"/>
                    </a:cubicBezTo>
                    <a:cubicBezTo>
                      <a:pt x="33467" y="74706"/>
                      <a:pt x="36027" y="75164"/>
                      <a:pt x="38679" y="75164"/>
                    </a:cubicBezTo>
                    <a:cubicBezTo>
                      <a:pt x="40599" y="75164"/>
                      <a:pt x="42337" y="74981"/>
                      <a:pt x="43983" y="74706"/>
                    </a:cubicBezTo>
                    <a:cubicBezTo>
                      <a:pt x="45629" y="74432"/>
                      <a:pt x="47275" y="73884"/>
                      <a:pt x="48829" y="73243"/>
                    </a:cubicBezTo>
                    <a:cubicBezTo>
                      <a:pt x="50383" y="72603"/>
                      <a:pt x="51755" y="71963"/>
                      <a:pt x="52944" y="71232"/>
                    </a:cubicBezTo>
                    <a:cubicBezTo>
                      <a:pt x="54133" y="70592"/>
                      <a:pt x="55687" y="69586"/>
                      <a:pt x="57607" y="68214"/>
                    </a:cubicBezTo>
                    <a:lnTo>
                      <a:pt x="67757" y="79096"/>
                    </a:lnTo>
                    <a:cubicBezTo>
                      <a:pt x="65563" y="81107"/>
                      <a:pt x="63551" y="82845"/>
                      <a:pt x="61539" y="84033"/>
                    </a:cubicBezTo>
                    <a:cubicBezTo>
                      <a:pt x="59527" y="85314"/>
                      <a:pt x="57424" y="86411"/>
                      <a:pt x="55138" y="87417"/>
                    </a:cubicBezTo>
                    <a:cubicBezTo>
                      <a:pt x="52852" y="88422"/>
                      <a:pt x="50201" y="89154"/>
                      <a:pt x="47366" y="89703"/>
                    </a:cubicBezTo>
                    <a:cubicBezTo>
                      <a:pt x="44348" y="90434"/>
                      <a:pt x="41148" y="90708"/>
                      <a:pt x="37673" y="90708"/>
                    </a:cubicBezTo>
                    <a:cubicBezTo>
                      <a:pt x="33924" y="90708"/>
                      <a:pt x="30358" y="90160"/>
                      <a:pt x="27066" y="89154"/>
                    </a:cubicBezTo>
                    <a:cubicBezTo>
                      <a:pt x="23774" y="88057"/>
                      <a:pt x="20848" y="86685"/>
                      <a:pt x="18288" y="85039"/>
                    </a:cubicBezTo>
                    <a:cubicBezTo>
                      <a:pt x="15728" y="83302"/>
                      <a:pt x="13442" y="81382"/>
                      <a:pt x="11430" y="79187"/>
                    </a:cubicBezTo>
                    <a:cubicBezTo>
                      <a:pt x="9418" y="76992"/>
                      <a:pt x="7498" y="74158"/>
                      <a:pt x="5669" y="70775"/>
                    </a:cubicBezTo>
                    <a:cubicBezTo>
                      <a:pt x="3840" y="67300"/>
                      <a:pt x="2469" y="63551"/>
                      <a:pt x="1463" y="59253"/>
                    </a:cubicBezTo>
                    <a:cubicBezTo>
                      <a:pt x="457" y="55047"/>
                      <a:pt x="0" y="50383"/>
                      <a:pt x="0" y="45354"/>
                    </a:cubicBezTo>
                    <a:cubicBezTo>
                      <a:pt x="0" y="38039"/>
                      <a:pt x="914" y="31547"/>
                      <a:pt x="2835" y="25878"/>
                    </a:cubicBezTo>
                    <a:cubicBezTo>
                      <a:pt x="4663" y="20208"/>
                      <a:pt x="7315" y="15453"/>
                      <a:pt x="10607" y="11613"/>
                    </a:cubicBezTo>
                    <a:cubicBezTo>
                      <a:pt x="13899" y="7772"/>
                      <a:pt x="18014" y="4846"/>
                      <a:pt x="22677" y="2926"/>
                    </a:cubicBezTo>
                    <a:cubicBezTo>
                      <a:pt x="27341" y="914"/>
                      <a:pt x="32553" y="0"/>
                      <a:pt x="38131" y="0"/>
                    </a:cubicBezTo>
                    <a:cubicBezTo>
                      <a:pt x="44348" y="0"/>
                      <a:pt x="49743" y="1189"/>
                      <a:pt x="54315" y="3566"/>
                    </a:cubicBezTo>
                    <a:cubicBezTo>
                      <a:pt x="58887" y="5944"/>
                      <a:pt x="62728" y="9053"/>
                      <a:pt x="65745" y="13076"/>
                    </a:cubicBezTo>
                    <a:cubicBezTo>
                      <a:pt x="68763" y="17008"/>
                      <a:pt x="71049" y="21671"/>
                      <a:pt x="72512" y="26975"/>
                    </a:cubicBezTo>
                    <a:cubicBezTo>
                      <a:pt x="74066" y="32095"/>
                      <a:pt x="74798" y="37673"/>
                      <a:pt x="74798" y="43525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EF04D99B-62DD-4473-B66F-8BB3414C6AB7}"/>
                  </a:ext>
                </a:extLst>
              </p:cNvPr>
              <p:cNvSpPr/>
              <p:nvPr/>
            </p:nvSpPr>
            <p:spPr>
              <a:xfrm>
                <a:off x="1105179" y="6218652"/>
                <a:ext cx="45720" cy="118872"/>
              </a:xfrm>
              <a:custGeom>
                <a:avLst/>
                <a:gdLst>
                  <a:gd name="connsiteX0" fmla="*/ 48738 w 45720"/>
                  <a:gd name="connsiteY0" fmla="*/ 118689 h 118872"/>
                  <a:gd name="connsiteX1" fmla="*/ 41331 w 45720"/>
                  <a:gd name="connsiteY1" fmla="*/ 121615 h 118872"/>
                  <a:gd name="connsiteX2" fmla="*/ 32004 w 45720"/>
                  <a:gd name="connsiteY2" fmla="*/ 122712 h 118872"/>
                  <a:gd name="connsiteX3" fmla="*/ 24232 w 45720"/>
                  <a:gd name="connsiteY3" fmla="*/ 121432 h 118872"/>
                  <a:gd name="connsiteX4" fmla="*/ 18105 w 45720"/>
                  <a:gd name="connsiteY4" fmla="*/ 117500 h 118872"/>
                  <a:gd name="connsiteX5" fmla="*/ 13899 w 45720"/>
                  <a:gd name="connsiteY5" fmla="*/ 110368 h 118872"/>
                  <a:gd name="connsiteX6" fmla="*/ 12436 w 45720"/>
                  <a:gd name="connsiteY6" fmla="*/ 99670 h 118872"/>
                  <a:gd name="connsiteX7" fmla="*/ 12436 w 45720"/>
                  <a:gd name="connsiteY7" fmla="*/ 49378 h 118872"/>
                  <a:gd name="connsiteX8" fmla="*/ 0 w 45720"/>
                  <a:gd name="connsiteY8" fmla="*/ 49378 h 118872"/>
                  <a:gd name="connsiteX9" fmla="*/ 0 w 45720"/>
                  <a:gd name="connsiteY9" fmla="*/ 33833 h 118872"/>
                  <a:gd name="connsiteX10" fmla="*/ 12436 w 45720"/>
                  <a:gd name="connsiteY10" fmla="*/ 33833 h 118872"/>
                  <a:gd name="connsiteX11" fmla="*/ 12436 w 45720"/>
                  <a:gd name="connsiteY11" fmla="*/ 8961 h 118872"/>
                  <a:gd name="connsiteX12" fmla="*/ 29169 w 45720"/>
                  <a:gd name="connsiteY12" fmla="*/ 0 h 118872"/>
                  <a:gd name="connsiteX13" fmla="*/ 29169 w 45720"/>
                  <a:gd name="connsiteY13" fmla="*/ 33833 h 118872"/>
                  <a:gd name="connsiteX14" fmla="*/ 50749 w 45720"/>
                  <a:gd name="connsiteY14" fmla="*/ 33833 h 118872"/>
                  <a:gd name="connsiteX15" fmla="*/ 50749 w 45720"/>
                  <a:gd name="connsiteY15" fmla="*/ 49378 h 118872"/>
                  <a:gd name="connsiteX16" fmla="*/ 29169 w 45720"/>
                  <a:gd name="connsiteY16" fmla="*/ 49378 h 118872"/>
                  <a:gd name="connsiteX17" fmla="*/ 29169 w 45720"/>
                  <a:gd name="connsiteY17" fmla="*/ 96652 h 118872"/>
                  <a:gd name="connsiteX18" fmla="*/ 29718 w 45720"/>
                  <a:gd name="connsiteY18" fmla="*/ 101681 h 118872"/>
                  <a:gd name="connsiteX19" fmla="*/ 31364 w 45720"/>
                  <a:gd name="connsiteY19" fmla="*/ 104882 h 118872"/>
                  <a:gd name="connsiteX20" fmla="*/ 34199 w 45720"/>
                  <a:gd name="connsiteY20" fmla="*/ 106619 h 118872"/>
                  <a:gd name="connsiteX21" fmla="*/ 38222 w 45720"/>
                  <a:gd name="connsiteY21" fmla="*/ 107076 h 118872"/>
                  <a:gd name="connsiteX22" fmla="*/ 44989 w 45720"/>
                  <a:gd name="connsiteY22" fmla="*/ 106070 h 118872"/>
                  <a:gd name="connsiteX23" fmla="*/ 50749 w 45720"/>
                  <a:gd name="connsiteY23" fmla="*/ 103602 h 118872"/>
                  <a:gd name="connsiteX24" fmla="*/ 48738 w 45720"/>
                  <a:gd name="connsiteY24" fmla="*/ 118689 h 118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720" h="118872">
                    <a:moveTo>
                      <a:pt x="48738" y="118689"/>
                    </a:moveTo>
                    <a:cubicBezTo>
                      <a:pt x="46634" y="119878"/>
                      <a:pt x="44166" y="120884"/>
                      <a:pt x="41331" y="121615"/>
                    </a:cubicBezTo>
                    <a:cubicBezTo>
                      <a:pt x="38496" y="122347"/>
                      <a:pt x="35387" y="122712"/>
                      <a:pt x="32004" y="122712"/>
                    </a:cubicBezTo>
                    <a:cubicBezTo>
                      <a:pt x="29078" y="122712"/>
                      <a:pt x="26426" y="122255"/>
                      <a:pt x="24232" y="121432"/>
                    </a:cubicBezTo>
                    <a:cubicBezTo>
                      <a:pt x="22037" y="120609"/>
                      <a:pt x="19934" y="119238"/>
                      <a:pt x="18105" y="117500"/>
                    </a:cubicBezTo>
                    <a:cubicBezTo>
                      <a:pt x="16276" y="115672"/>
                      <a:pt x="14905" y="113294"/>
                      <a:pt x="13899" y="110368"/>
                    </a:cubicBezTo>
                    <a:cubicBezTo>
                      <a:pt x="12893" y="107442"/>
                      <a:pt x="12436" y="103876"/>
                      <a:pt x="12436" y="99670"/>
                    </a:cubicBezTo>
                    <a:lnTo>
                      <a:pt x="12436" y="49378"/>
                    </a:lnTo>
                    <a:lnTo>
                      <a:pt x="0" y="49378"/>
                    </a:lnTo>
                    <a:lnTo>
                      <a:pt x="0" y="33833"/>
                    </a:lnTo>
                    <a:lnTo>
                      <a:pt x="12436" y="33833"/>
                    </a:lnTo>
                    <a:lnTo>
                      <a:pt x="12436" y="8961"/>
                    </a:lnTo>
                    <a:lnTo>
                      <a:pt x="29169" y="0"/>
                    </a:lnTo>
                    <a:lnTo>
                      <a:pt x="29169" y="33833"/>
                    </a:lnTo>
                    <a:lnTo>
                      <a:pt x="50749" y="33833"/>
                    </a:lnTo>
                    <a:lnTo>
                      <a:pt x="50749" y="49378"/>
                    </a:lnTo>
                    <a:lnTo>
                      <a:pt x="29169" y="49378"/>
                    </a:lnTo>
                    <a:lnTo>
                      <a:pt x="29169" y="96652"/>
                    </a:lnTo>
                    <a:cubicBezTo>
                      <a:pt x="29169" y="98664"/>
                      <a:pt x="29352" y="100401"/>
                      <a:pt x="29718" y="101681"/>
                    </a:cubicBezTo>
                    <a:cubicBezTo>
                      <a:pt x="30084" y="102961"/>
                      <a:pt x="30632" y="104059"/>
                      <a:pt x="31364" y="104882"/>
                    </a:cubicBezTo>
                    <a:cubicBezTo>
                      <a:pt x="32095" y="105705"/>
                      <a:pt x="33010" y="106253"/>
                      <a:pt x="34199" y="106619"/>
                    </a:cubicBezTo>
                    <a:cubicBezTo>
                      <a:pt x="35296" y="106893"/>
                      <a:pt x="36667" y="107076"/>
                      <a:pt x="38222" y="107076"/>
                    </a:cubicBezTo>
                    <a:cubicBezTo>
                      <a:pt x="40417" y="107076"/>
                      <a:pt x="42703" y="106710"/>
                      <a:pt x="44989" y="106070"/>
                    </a:cubicBezTo>
                    <a:cubicBezTo>
                      <a:pt x="47275" y="105339"/>
                      <a:pt x="49195" y="104516"/>
                      <a:pt x="50749" y="103602"/>
                    </a:cubicBezTo>
                    <a:lnTo>
                      <a:pt x="48738" y="118689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FA2B1462-4801-414E-B33A-2749276778DD}"/>
                  </a:ext>
                </a:extLst>
              </p:cNvPr>
              <p:cNvSpPr/>
              <p:nvPr/>
            </p:nvSpPr>
            <p:spPr>
              <a:xfrm>
                <a:off x="1166170" y="6218652"/>
                <a:ext cx="45720" cy="118872"/>
              </a:xfrm>
              <a:custGeom>
                <a:avLst/>
                <a:gdLst>
                  <a:gd name="connsiteX0" fmla="*/ 48738 w 45720"/>
                  <a:gd name="connsiteY0" fmla="*/ 118689 h 118872"/>
                  <a:gd name="connsiteX1" fmla="*/ 41331 w 45720"/>
                  <a:gd name="connsiteY1" fmla="*/ 121615 h 118872"/>
                  <a:gd name="connsiteX2" fmla="*/ 32004 w 45720"/>
                  <a:gd name="connsiteY2" fmla="*/ 122712 h 118872"/>
                  <a:gd name="connsiteX3" fmla="*/ 24232 w 45720"/>
                  <a:gd name="connsiteY3" fmla="*/ 121432 h 118872"/>
                  <a:gd name="connsiteX4" fmla="*/ 18105 w 45720"/>
                  <a:gd name="connsiteY4" fmla="*/ 117500 h 118872"/>
                  <a:gd name="connsiteX5" fmla="*/ 13899 w 45720"/>
                  <a:gd name="connsiteY5" fmla="*/ 110368 h 118872"/>
                  <a:gd name="connsiteX6" fmla="*/ 12436 w 45720"/>
                  <a:gd name="connsiteY6" fmla="*/ 99670 h 118872"/>
                  <a:gd name="connsiteX7" fmla="*/ 12436 w 45720"/>
                  <a:gd name="connsiteY7" fmla="*/ 49378 h 118872"/>
                  <a:gd name="connsiteX8" fmla="*/ 0 w 45720"/>
                  <a:gd name="connsiteY8" fmla="*/ 49378 h 118872"/>
                  <a:gd name="connsiteX9" fmla="*/ 0 w 45720"/>
                  <a:gd name="connsiteY9" fmla="*/ 33833 h 118872"/>
                  <a:gd name="connsiteX10" fmla="*/ 12436 w 45720"/>
                  <a:gd name="connsiteY10" fmla="*/ 33833 h 118872"/>
                  <a:gd name="connsiteX11" fmla="*/ 12436 w 45720"/>
                  <a:gd name="connsiteY11" fmla="*/ 8961 h 118872"/>
                  <a:gd name="connsiteX12" fmla="*/ 29169 w 45720"/>
                  <a:gd name="connsiteY12" fmla="*/ 0 h 118872"/>
                  <a:gd name="connsiteX13" fmla="*/ 29169 w 45720"/>
                  <a:gd name="connsiteY13" fmla="*/ 33833 h 118872"/>
                  <a:gd name="connsiteX14" fmla="*/ 50658 w 45720"/>
                  <a:gd name="connsiteY14" fmla="*/ 33833 h 118872"/>
                  <a:gd name="connsiteX15" fmla="*/ 50658 w 45720"/>
                  <a:gd name="connsiteY15" fmla="*/ 49378 h 118872"/>
                  <a:gd name="connsiteX16" fmla="*/ 29169 w 45720"/>
                  <a:gd name="connsiteY16" fmla="*/ 49378 h 118872"/>
                  <a:gd name="connsiteX17" fmla="*/ 29169 w 45720"/>
                  <a:gd name="connsiteY17" fmla="*/ 96652 h 118872"/>
                  <a:gd name="connsiteX18" fmla="*/ 29718 w 45720"/>
                  <a:gd name="connsiteY18" fmla="*/ 101681 h 118872"/>
                  <a:gd name="connsiteX19" fmla="*/ 31364 w 45720"/>
                  <a:gd name="connsiteY19" fmla="*/ 104882 h 118872"/>
                  <a:gd name="connsiteX20" fmla="*/ 34107 w 45720"/>
                  <a:gd name="connsiteY20" fmla="*/ 106619 h 118872"/>
                  <a:gd name="connsiteX21" fmla="*/ 38131 w 45720"/>
                  <a:gd name="connsiteY21" fmla="*/ 107076 h 118872"/>
                  <a:gd name="connsiteX22" fmla="*/ 44897 w 45720"/>
                  <a:gd name="connsiteY22" fmla="*/ 106070 h 118872"/>
                  <a:gd name="connsiteX23" fmla="*/ 50658 w 45720"/>
                  <a:gd name="connsiteY23" fmla="*/ 103602 h 118872"/>
                  <a:gd name="connsiteX24" fmla="*/ 48738 w 45720"/>
                  <a:gd name="connsiteY24" fmla="*/ 118689 h 118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720" h="118872">
                    <a:moveTo>
                      <a:pt x="48738" y="118689"/>
                    </a:moveTo>
                    <a:cubicBezTo>
                      <a:pt x="46634" y="119878"/>
                      <a:pt x="44166" y="120884"/>
                      <a:pt x="41331" y="121615"/>
                    </a:cubicBezTo>
                    <a:cubicBezTo>
                      <a:pt x="38496" y="122347"/>
                      <a:pt x="35387" y="122712"/>
                      <a:pt x="32004" y="122712"/>
                    </a:cubicBezTo>
                    <a:cubicBezTo>
                      <a:pt x="29078" y="122712"/>
                      <a:pt x="26426" y="122255"/>
                      <a:pt x="24232" y="121432"/>
                    </a:cubicBezTo>
                    <a:cubicBezTo>
                      <a:pt x="21946" y="120609"/>
                      <a:pt x="19934" y="119238"/>
                      <a:pt x="18105" y="117500"/>
                    </a:cubicBezTo>
                    <a:cubicBezTo>
                      <a:pt x="16276" y="115672"/>
                      <a:pt x="14905" y="113294"/>
                      <a:pt x="13899" y="110368"/>
                    </a:cubicBezTo>
                    <a:cubicBezTo>
                      <a:pt x="12893" y="107442"/>
                      <a:pt x="12436" y="103876"/>
                      <a:pt x="12436" y="99670"/>
                    </a:cubicBezTo>
                    <a:lnTo>
                      <a:pt x="12436" y="49378"/>
                    </a:lnTo>
                    <a:lnTo>
                      <a:pt x="0" y="49378"/>
                    </a:lnTo>
                    <a:lnTo>
                      <a:pt x="0" y="33833"/>
                    </a:lnTo>
                    <a:lnTo>
                      <a:pt x="12436" y="33833"/>
                    </a:lnTo>
                    <a:lnTo>
                      <a:pt x="12436" y="8961"/>
                    </a:lnTo>
                    <a:lnTo>
                      <a:pt x="29169" y="0"/>
                    </a:lnTo>
                    <a:lnTo>
                      <a:pt x="29169" y="33833"/>
                    </a:lnTo>
                    <a:lnTo>
                      <a:pt x="50658" y="33833"/>
                    </a:lnTo>
                    <a:lnTo>
                      <a:pt x="50658" y="49378"/>
                    </a:lnTo>
                    <a:lnTo>
                      <a:pt x="29169" y="49378"/>
                    </a:lnTo>
                    <a:lnTo>
                      <a:pt x="29169" y="96652"/>
                    </a:lnTo>
                    <a:cubicBezTo>
                      <a:pt x="29169" y="98664"/>
                      <a:pt x="29352" y="100401"/>
                      <a:pt x="29718" y="101681"/>
                    </a:cubicBezTo>
                    <a:cubicBezTo>
                      <a:pt x="30084" y="102961"/>
                      <a:pt x="30632" y="104059"/>
                      <a:pt x="31364" y="104882"/>
                    </a:cubicBezTo>
                    <a:cubicBezTo>
                      <a:pt x="32095" y="105705"/>
                      <a:pt x="33010" y="106253"/>
                      <a:pt x="34107" y="106619"/>
                    </a:cubicBezTo>
                    <a:cubicBezTo>
                      <a:pt x="35204" y="106893"/>
                      <a:pt x="36576" y="107076"/>
                      <a:pt x="38131" y="107076"/>
                    </a:cubicBezTo>
                    <a:cubicBezTo>
                      <a:pt x="40325" y="107076"/>
                      <a:pt x="42611" y="106710"/>
                      <a:pt x="44897" y="106070"/>
                    </a:cubicBezTo>
                    <a:cubicBezTo>
                      <a:pt x="47183" y="105339"/>
                      <a:pt x="49103" y="104516"/>
                      <a:pt x="50658" y="103602"/>
                    </a:cubicBezTo>
                    <a:lnTo>
                      <a:pt x="48738" y="118689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8D512884-2235-4185-8CB9-37A9315001D1}"/>
                  </a:ext>
                </a:extLst>
              </p:cNvPr>
              <p:cNvSpPr/>
              <p:nvPr/>
            </p:nvSpPr>
            <p:spPr>
              <a:xfrm>
                <a:off x="1229263" y="6250656"/>
                <a:ext cx="73152" cy="82296"/>
              </a:xfrm>
              <a:custGeom>
                <a:avLst/>
                <a:gdLst>
                  <a:gd name="connsiteX0" fmla="*/ 57607 w 73152"/>
                  <a:gd name="connsiteY0" fmla="*/ 37216 h 82296"/>
                  <a:gd name="connsiteX1" fmla="*/ 56053 w 73152"/>
                  <a:gd name="connsiteY1" fmla="*/ 28804 h 82296"/>
                  <a:gd name="connsiteX2" fmla="*/ 52304 w 73152"/>
                  <a:gd name="connsiteY2" fmla="*/ 21854 h 82296"/>
                  <a:gd name="connsiteX3" fmla="*/ 46086 w 73152"/>
                  <a:gd name="connsiteY3" fmla="*/ 17099 h 82296"/>
                  <a:gd name="connsiteX4" fmla="*/ 37033 w 73152"/>
                  <a:gd name="connsiteY4" fmla="*/ 15362 h 82296"/>
                  <a:gd name="connsiteX5" fmla="*/ 29078 w 73152"/>
                  <a:gd name="connsiteY5" fmla="*/ 16825 h 82296"/>
                  <a:gd name="connsiteX6" fmla="*/ 23226 w 73152"/>
                  <a:gd name="connsiteY6" fmla="*/ 21031 h 82296"/>
                  <a:gd name="connsiteX7" fmla="*/ 19202 w 73152"/>
                  <a:gd name="connsiteY7" fmla="*/ 27798 h 82296"/>
                  <a:gd name="connsiteX8" fmla="*/ 17008 w 73152"/>
                  <a:gd name="connsiteY8" fmla="*/ 37125 h 82296"/>
                  <a:gd name="connsiteX9" fmla="*/ 57607 w 73152"/>
                  <a:gd name="connsiteY9" fmla="*/ 37125 h 82296"/>
                  <a:gd name="connsiteX10" fmla="*/ 74798 w 73152"/>
                  <a:gd name="connsiteY10" fmla="*/ 43525 h 82296"/>
                  <a:gd name="connsiteX11" fmla="*/ 74615 w 73152"/>
                  <a:gd name="connsiteY11" fmla="*/ 47915 h 82296"/>
                  <a:gd name="connsiteX12" fmla="*/ 74341 w 73152"/>
                  <a:gd name="connsiteY12" fmla="*/ 51298 h 82296"/>
                  <a:gd name="connsiteX13" fmla="*/ 16734 w 73152"/>
                  <a:gd name="connsiteY13" fmla="*/ 51298 h 82296"/>
                  <a:gd name="connsiteX14" fmla="*/ 19477 w 73152"/>
                  <a:gd name="connsiteY14" fmla="*/ 62088 h 82296"/>
                  <a:gd name="connsiteX15" fmla="*/ 24414 w 73152"/>
                  <a:gd name="connsiteY15" fmla="*/ 69494 h 82296"/>
                  <a:gd name="connsiteX16" fmla="*/ 30998 w 73152"/>
                  <a:gd name="connsiteY16" fmla="*/ 73792 h 82296"/>
                  <a:gd name="connsiteX17" fmla="*/ 38679 w 73152"/>
                  <a:gd name="connsiteY17" fmla="*/ 75164 h 82296"/>
                  <a:gd name="connsiteX18" fmla="*/ 43983 w 73152"/>
                  <a:gd name="connsiteY18" fmla="*/ 74706 h 82296"/>
                  <a:gd name="connsiteX19" fmla="*/ 48829 w 73152"/>
                  <a:gd name="connsiteY19" fmla="*/ 73243 h 82296"/>
                  <a:gd name="connsiteX20" fmla="*/ 52944 w 73152"/>
                  <a:gd name="connsiteY20" fmla="*/ 71232 h 82296"/>
                  <a:gd name="connsiteX21" fmla="*/ 57607 w 73152"/>
                  <a:gd name="connsiteY21" fmla="*/ 68214 h 82296"/>
                  <a:gd name="connsiteX22" fmla="*/ 67757 w 73152"/>
                  <a:gd name="connsiteY22" fmla="*/ 79096 h 82296"/>
                  <a:gd name="connsiteX23" fmla="*/ 61539 w 73152"/>
                  <a:gd name="connsiteY23" fmla="*/ 84033 h 82296"/>
                  <a:gd name="connsiteX24" fmla="*/ 55138 w 73152"/>
                  <a:gd name="connsiteY24" fmla="*/ 87417 h 82296"/>
                  <a:gd name="connsiteX25" fmla="*/ 47366 w 73152"/>
                  <a:gd name="connsiteY25" fmla="*/ 89703 h 82296"/>
                  <a:gd name="connsiteX26" fmla="*/ 37673 w 73152"/>
                  <a:gd name="connsiteY26" fmla="*/ 90708 h 82296"/>
                  <a:gd name="connsiteX27" fmla="*/ 27066 w 73152"/>
                  <a:gd name="connsiteY27" fmla="*/ 89154 h 82296"/>
                  <a:gd name="connsiteX28" fmla="*/ 18288 w 73152"/>
                  <a:gd name="connsiteY28" fmla="*/ 85039 h 82296"/>
                  <a:gd name="connsiteX29" fmla="*/ 11430 w 73152"/>
                  <a:gd name="connsiteY29" fmla="*/ 79187 h 82296"/>
                  <a:gd name="connsiteX30" fmla="*/ 5669 w 73152"/>
                  <a:gd name="connsiteY30" fmla="*/ 70775 h 82296"/>
                  <a:gd name="connsiteX31" fmla="*/ 1463 w 73152"/>
                  <a:gd name="connsiteY31" fmla="*/ 59253 h 82296"/>
                  <a:gd name="connsiteX32" fmla="*/ 0 w 73152"/>
                  <a:gd name="connsiteY32" fmla="*/ 45354 h 82296"/>
                  <a:gd name="connsiteX33" fmla="*/ 2835 w 73152"/>
                  <a:gd name="connsiteY33" fmla="*/ 25878 h 82296"/>
                  <a:gd name="connsiteX34" fmla="*/ 10698 w 73152"/>
                  <a:gd name="connsiteY34" fmla="*/ 11613 h 82296"/>
                  <a:gd name="connsiteX35" fmla="*/ 22769 w 73152"/>
                  <a:gd name="connsiteY35" fmla="*/ 2926 h 82296"/>
                  <a:gd name="connsiteX36" fmla="*/ 38222 w 73152"/>
                  <a:gd name="connsiteY36" fmla="*/ 0 h 82296"/>
                  <a:gd name="connsiteX37" fmla="*/ 54407 w 73152"/>
                  <a:gd name="connsiteY37" fmla="*/ 3566 h 82296"/>
                  <a:gd name="connsiteX38" fmla="*/ 65837 w 73152"/>
                  <a:gd name="connsiteY38" fmla="*/ 13076 h 82296"/>
                  <a:gd name="connsiteX39" fmla="*/ 72695 w 73152"/>
                  <a:gd name="connsiteY39" fmla="*/ 26975 h 82296"/>
                  <a:gd name="connsiteX40" fmla="*/ 74798 w 73152"/>
                  <a:gd name="connsiteY40" fmla="*/ 43525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3152" h="82296">
                    <a:moveTo>
                      <a:pt x="57607" y="37216"/>
                    </a:moveTo>
                    <a:cubicBezTo>
                      <a:pt x="57333" y="34199"/>
                      <a:pt x="56876" y="31455"/>
                      <a:pt x="56053" y="28804"/>
                    </a:cubicBezTo>
                    <a:cubicBezTo>
                      <a:pt x="55230" y="26152"/>
                      <a:pt x="53950" y="23866"/>
                      <a:pt x="52304" y="21854"/>
                    </a:cubicBezTo>
                    <a:cubicBezTo>
                      <a:pt x="50658" y="19842"/>
                      <a:pt x="48555" y="18288"/>
                      <a:pt x="46086" y="17099"/>
                    </a:cubicBezTo>
                    <a:cubicBezTo>
                      <a:pt x="43525" y="15911"/>
                      <a:pt x="40599" y="15362"/>
                      <a:pt x="37033" y="15362"/>
                    </a:cubicBezTo>
                    <a:cubicBezTo>
                      <a:pt x="34016" y="15362"/>
                      <a:pt x="31364" y="15819"/>
                      <a:pt x="29078" y="16825"/>
                    </a:cubicBezTo>
                    <a:cubicBezTo>
                      <a:pt x="26792" y="17831"/>
                      <a:pt x="24872" y="19202"/>
                      <a:pt x="23226" y="21031"/>
                    </a:cubicBezTo>
                    <a:cubicBezTo>
                      <a:pt x="21580" y="22860"/>
                      <a:pt x="20300" y="25146"/>
                      <a:pt x="19202" y="27798"/>
                    </a:cubicBezTo>
                    <a:cubicBezTo>
                      <a:pt x="18105" y="30450"/>
                      <a:pt x="17465" y="33558"/>
                      <a:pt x="17008" y="37125"/>
                    </a:cubicBezTo>
                    <a:lnTo>
                      <a:pt x="57607" y="37125"/>
                    </a:lnTo>
                    <a:close/>
                    <a:moveTo>
                      <a:pt x="74798" y="43525"/>
                    </a:moveTo>
                    <a:cubicBezTo>
                      <a:pt x="74798" y="45080"/>
                      <a:pt x="74706" y="46543"/>
                      <a:pt x="74615" y="47915"/>
                    </a:cubicBezTo>
                    <a:cubicBezTo>
                      <a:pt x="74524" y="49286"/>
                      <a:pt x="74432" y="50383"/>
                      <a:pt x="74341" y="51298"/>
                    </a:cubicBezTo>
                    <a:lnTo>
                      <a:pt x="16734" y="51298"/>
                    </a:lnTo>
                    <a:cubicBezTo>
                      <a:pt x="17191" y="55504"/>
                      <a:pt x="18105" y="59070"/>
                      <a:pt x="19477" y="62088"/>
                    </a:cubicBezTo>
                    <a:cubicBezTo>
                      <a:pt x="20848" y="65105"/>
                      <a:pt x="22494" y="67574"/>
                      <a:pt x="24414" y="69494"/>
                    </a:cubicBezTo>
                    <a:cubicBezTo>
                      <a:pt x="26335" y="71415"/>
                      <a:pt x="28529" y="72878"/>
                      <a:pt x="30998" y="73792"/>
                    </a:cubicBezTo>
                    <a:cubicBezTo>
                      <a:pt x="33467" y="74706"/>
                      <a:pt x="36027" y="75164"/>
                      <a:pt x="38679" y="75164"/>
                    </a:cubicBezTo>
                    <a:cubicBezTo>
                      <a:pt x="40599" y="75164"/>
                      <a:pt x="42337" y="74981"/>
                      <a:pt x="43983" y="74706"/>
                    </a:cubicBezTo>
                    <a:cubicBezTo>
                      <a:pt x="45629" y="74432"/>
                      <a:pt x="47274" y="73884"/>
                      <a:pt x="48829" y="73243"/>
                    </a:cubicBezTo>
                    <a:cubicBezTo>
                      <a:pt x="50383" y="72603"/>
                      <a:pt x="51755" y="71963"/>
                      <a:pt x="52944" y="71232"/>
                    </a:cubicBezTo>
                    <a:cubicBezTo>
                      <a:pt x="54132" y="70592"/>
                      <a:pt x="55687" y="69586"/>
                      <a:pt x="57607" y="68214"/>
                    </a:cubicBezTo>
                    <a:lnTo>
                      <a:pt x="67757" y="79096"/>
                    </a:lnTo>
                    <a:cubicBezTo>
                      <a:pt x="65562" y="81107"/>
                      <a:pt x="63551" y="82845"/>
                      <a:pt x="61539" y="84033"/>
                    </a:cubicBezTo>
                    <a:cubicBezTo>
                      <a:pt x="59527" y="85314"/>
                      <a:pt x="57424" y="86411"/>
                      <a:pt x="55138" y="87417"/>
                    </a:cubicBezTo>
                    <a:cubicBezTo>
                      <a:pt x="52852" y="88422"/>
                      <a:pt x="50201" y="89154"/>
                      <a:pt x="47366" y="89703"/>
                    </a:cubicBezTo>
                    <a:cubicBezTo>
                      <a:pt x="44348" y="90434"/>
                      <a:pt x="41148" y="90708"/>
                      <a:pt x="37673" y="90708"/>
                    </a:cubicBezTo>
                    <a:cubicBezTo>
                      <a:pt x="33924" y="90708"/>
                      <a:pt x="30358" y="90160"/>
                      <a:pt x="27066" y="89154"/>
                    </a:cubicBezTo>
                    <a:cubicBezTo>
                      <a:pt x="23774" y="88057"/>
                      <a:pt x="20848" y="86685"/>
                      <a:pt x="18288" y="85039"/>
                    </a:cubicBezTo>
                    <a:cubicBezTo>
                      <a:pt x="15728" y="83302"/>
                      <a:pt x="13442" y="81382"/>
                      <a:pt x="11430" y="79187"/>
                    </a:cubicBezTo>
                    <a:cubicBezTo>
                      <a:pt x="9418" y="76992"/>
                      <a:pt x="7498" y="74158"/>
                      <a:pt x="5669" y="70775"/>
                    </a:cubicBezTo>
                    <a:cubicBezTo>
                      <a:pt x="3840" y="67300"/>
                      <a:pt x="2377" y="63551"/>
                      <a:pt x="1463" y="59253"/>
                    </a:cubicBezTo>
                    <a:cubicBezTo>
                      <a:pt x="457" y="55047"/>
                      <a:pt x="0" y="50383"/>
                      <a:pt x="0" y="45354"/>
                    </a:cubicBezTo>
                    <a:cubicBezTo>
                      <a:pt x="0" y="38039"/>
                      <a:pt x="914" y="31547"/>
                      <a:pt x="2835" y="25878"/>
                    </a:cubicBezTo>
                    <a:cubicBezTo>
                      <a:pt x="4663" y="20208"/>
                      <a:pt x="7315" y="15453"/>
                      <a:pt x="10698" y="11613"/>
                    </a:cubicBezTo>
                    <a:cubicBezTo>
                      <a:pt x="14082" y="7772"/>
                      <a:pt x="18105" y="4846"/>
                      <a:pt x="22769" y="2926"/>
                    </a:cubicBezTo>
                    <a:cubicBezTo>
                      <a:pt x="27432" y="914"/>
                      <a:pt x="32644" y="0"/>
                      <a:pt x="38222" y="0"/>
                    </a:cubicBezTo>
                    <a:cubicBezTo>
                      <a:pt x="44440" y="0"/>
                      <a:pt x="49835" y="1189"/>
                      <a:pt x="54407" y="3566"/>
                    </a:cubicBezTo>
                    <a:cubicBezTo>
                      <a:pt x="58979" y="5944"/>
                      <a:pt x="62819" y="9053"/>
                      <a:pt x="65837" y="13076"/>
                    </a:cubicBezTo>
                    <a:cubicBezTo>
                      <a:pt x="68854" y="17008"/>
                      <a:pt x="71140" y="21671"/>
                      <a:pt x="72695" y="26975"/>
                    </a:cubicBezTo>
                    <a:cubicBezTo>
                      <a:pt x="74066" y="32095"/>
                      <a:pt x="74798" y="37673"/>
                      <a:pt x="74798" y="43525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43060B34-53A9-41A2-91B4-6DECB3F8F49D}"/>
                  </a:ext>
                </a:extLst>
              </p:cNvPr>
              <p:cNvSpPr/>
              <p:nvPr/>
            </p:nvSpPr>
            <p:spPr>
              <a:xfrm>
                <a:off x="1322075" y="6250564"/>
                <a:ext cx="45720" cy="82296"/>
              </a:xfrm>
              <a:custGeom>
                <a:avLst/>
                <a:gdLst>
                  <a:gd name="connsiteX0" fmla="*/ 47183 w 45720"/>
                  <a:gd name="connsiteY0" fmla="*/ 19934 h 82296"/>
                  <a:gd name="connsiteX1" fmla="*/ 41422 w 45720"/>
                  <a:gd name="connsiteY1" fmla="*/ 17556 h 82296"/>
                  <a:gd name="connsiteX2" fmla="*/ 34199 w 45720"/>
                  <a:gd name="connsiteY2" fmla="*/ 16734 h 82296"/>
                  <a:gd name="connsiteX3" fmla="*/ 21580 w 45720"/>
                  <a:gd name="connsiteY3" fmla="*/ 22403 h 82296"/>
                  <a:gd name="connsiteX4" fmla="*/ 17099 w 45720"/>
                  <a:gd name="connsiteY4" fmla="*/ 39228 h 82296"/>
                  <a:gd name="connsiteX5" fmla="*/ 17099 w 45720"/>
                  <a:gd name="connsiteY5" fmla="*/ 88971 h 82296"/>
                  <a:gd name="connsiteX6" fmla="*/ 0 w 45720"/>
                  <a:gd name="connsiteY6" fmla="*/ 88971 h 82296"/>
                  <a:gd name="connsiteX7" fmla="*/ 0 w 45720"/>
                  <a:gd name="connsiteY7" fmla="*/ 1920 h 82296"/>
                  <a:gd name="connsiteX8" fmla="*/ 17099 w 45720"/>
                  <a:gd name="connsiteY8" fmla="*/ 1920 h 82296"/>
                  <a:gd name="connsiteX9" fmla="*/ 17099 w 45720"/>
                  <a:gd name="connsiteY9" fmla="*/ 10150 h 82296"/>
                  <a:gd name="connsiteX10" fmla="*/ 20665 w 45720"/>
                  <a:gd name="connsiteY10" fmla="*/ 6126 h 82296"/>
                  <a:gd name="connsiteX11" fmla="*/ 25329 w 45720"/>
                  <a:gd name="connsiteY11" fmla="*/ 2926 h 82296"/>
                  <a:gd name="connsiteX12" fmla="*/ 30815 w 45720"/>
                  <a:gd name="connsiteY12" fmla="*/ 732 h 82296"/>
                  <a:gd name="connsiteX13" fmla="*/ 36942 w 45720"/>
                  <a:gd name="connsiteY13" fmla="*/ 0 h 82296"/>
                  <a:gd name="connsiteX14" fmla="*/ 45720 w 45720"/>
                  <a:gd name="connsiteY14" fmla="*/ 1006 h 82296"/>
                  <a:gd name="connsiteX15" fmla="*/ 51755 w 45720"/>
                  <a:gd name="connsiteY15" fmla="*/ 3658 h 82296"/>
                  <a:gd name="connsiteX16" fmla="*/ 47183 w 45720"/>
                  <a:gd name="connsiteY16" fmla="*/ 19934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5720" h="82296">
                    <a:moveTo>
                      <a:pt x="47183" y="19934"/>
                    </a:moveTo>
                    <a:cubicBezTo>
                      <a:pt x="45354" y="18928"/>
                      <a:pt x="43434" y="18105"/>
                      <a:pt x="41422" y="17556"/>
                    </a:cubicBezTo>
                    <a:cubicBezTo>
                      <a:pt x="39411" y="17008"/>
                      <a:pt x="36942" y="16734"/>
                      <a:pt x="34199" y="16734"/>
                    </a:cubicBezTo>
                    <a:cubicBezTo>
                      <a:pt x="28712" y="16734"/>
                      <a:pt x="24506" y="18562"/>
                      <a:pt x="21580" y="22403"/>
                    </a:cubicBezTo>
                    <a:cubicBezTo>
                      <a:pt x="18562" y="26152"/>
                      <a:pt x="17099" y="31730"/>
                      <a:pt x="17099" y="39228"/>
                    </a:cubicBezTo>
                    <a:lnTo>
                      <a:pt x="17099" y="88971"/>
                    </a:lnTo>
                    <a:lnTo>
                      <a:pt x="0" y="88971"/>
                    </a:lnTo>
                    <a:lnTo>
                      <a:pt x="0" y="1920"/>
                    </a:lnTo>
                    <a:lnTo>
                      <a:pt x="17099" y="1920"/>
                    </a:lnTo>
                    <a:lnTo>
                      <a:pt x="17099" y="10150"/>
                    </a:lnTo>
                    <a:cubicBezTo>
                      <a:pt x="18105" y="8687"/>
                      <a:pt x="19294" y="7315"/>
                      <a:pt x="20665" y="6126"/>
                    </a:cubicBezTo>
                    <a:cubicBezTo>
                      <a:pt x="22037" y="4938"/>
                      <a:pt x="23592" y="3840"/>
                      <a:pt x="25329" y="2926"/>
                    </a:cubicBezTo>
                    <a:cubicBezTo>
                      <a:pt x="27066" y="2012"/>
                      <a:pt x="28895" y="1280"/>
                      <a:pt x="30815" y="732"/>
                    </a:cubicBezTo>
                    <a:cubicBezTo>
                      <a:pt x="32736" y="183"/>
                      <a:pt x="34839" y="0"/>
                      <a:pt x="36942" y="0"/>
                    </a:cubicBezTo>
                    <a:cubicBezTo>
                      <a:pt x="40416" y="0"/>
                      <a:pt x="43343" y="366"/>
                      <a:pt x="45720" y="1006"/>
                    </a:cubicBezTo>
                    <a:cubicBezTo>
                      <a:pt x="48006" y="1646"/>
                      <a:pt x="50109" y="2560"/>
                      <a:pt x="51755" y="3658"/>
                    </a:cubicBezTo>
                    <a:lnTo>
                      <a:pt x="47183" y="19934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06FE490E-724A-4492-9DF0-7DEADEF438A0}"/>
                  </a:ext>
                </a:extLst>
              </p:cNvPr>
              <p:cNvSpPr/>
              <p:nvPr/>
            </p:nvSpPr>
            <p:spPr>
              <a:xfrm>
                <a:off x="1422385" y="6218652"/>
                <a:ext cx="45720" cy="118872"/>
              </a:xfrm>
              <a:custGeom>
                <a:avLst/>
                <a:gdLst>
                  <a:gd name="connsiteX0" fmla="*/ 48829 w 45720"/>
                  <a:gd name="connsiteY0" fmla="*/ 118689 h 118872"/>
                  <a:gd name="connsiteX1" fmla="*/ 41422 w 45720"/>
                  <a:gd name="connsiteY1" fmla="*/ 121615 h 118872"/>
                  <a:gd name="connsiteX2" fmla="*/ 32004 w 45720"/>
                  <a:gd name="connsiteY2" fmla="*/ 122712 h 118872"/>
                  <a:gd name="connsiteX3" fmla="*/ 24232 w 45720"/>
                  <a:gd name="connsiteY3" fmla="*/ 121432 h 118872"/>
                  <a:gd name="connsiteX4" fmla="*/ 18105 w 45720"/>
                  <a:gd name="connsiteY4" fmla="*/ 117500 h 118872"/>
                  <a:gd name="connsiteX5" fmla="*/ 13899 w 45720"/>
                  <a:gd name="connsiteY5" fmla="*/ 110368 h 118872"/>
                  <a:gd name="connsiteX6" fmla="*/ 12436 w 45720"/>
                  <a:gd name="connsiteY6" fmla="*/ 99670 h 118872"/>
                  <a:gd name="connsiteX7" fmla="*/ 12436 w 45720"/>
                  <a:gd name="connsiteY7" fmla="*/ 49378 h 118872"/>
                  <a:gd name="connsiteX8" fmla="*/ 0 w 45720"/>
                  <a:gd name="connsiteY8" fmla="*/ 49378 h 118872"/>
                  <a:gd name="connsiteX9" fmla="*/ 0 w 45720"/>
                  <a:gd name="connsiteY9" fmla="*/ 33833 h 118872"/>
                  <a:gd name="connsiteX10" fmla="*/ 12436 w 45720"/>
                  <a:gd name="connsiteY10" fmla="*/ 33833 h 118872"/>
                  <a:gd name="connsiteX11" fmla="*/ 12436 w 45720"/>
                  <a:gd name="connsiteY11" fmla="*/ 8961 h 118872"/>
                  <a:gd name="connsiteX12" fmla="*/ 29169 w 45720"/>
                  <a:gd name="connsiteY12" fmla="*/ 0 h 118872"/>
                  <a:gd name="connsiteX13" fmla="*/ 29169 w 45720"/>
                  <a:gd name="connsiteY13" fmla="*/ 33833 h 118872"/>
                  <a:gd name="connsiteX14" fmla="*/ 50749 w 45720"/>
                  <a:gd name="connsiteY14" fmla="*/ 33833 h 118872"/>
                  <a:gd name="connsiteX15" fmla="*/ 50749 w 45720"/>
                  <a:gd name="connsiteY15" fmla="*/ 49378 h 118872"/>
                  <a:gd name="connsiteX16" fmla="*/ 29169 w 45720"/>
                  <a:gd name="connsiteY16" fmla="*/ 49378 h 118872"/>
                  <a:gd name="connsiteX17" fmla="*/ 29169 w 45720"/>
                  <a:gd name="connsiteY17" fmla="*/ 96652 h 118872"/>
                  <a:gd name="connsiteX18" fmla="*/ 29718 w 45720"/>
                  <a:gd name="connsiteY18" fmla="*/ 101681 h 118872"/>
                  <a:gd name="connsiteX19" fmla="*/ 31364 w 45720"/>
                  <a:gd name="connsiteY19" fmla="*/ 104882 h 118872"/>
                  <a:gd name="connsiteX20" fmla="*/ 34199 w 45720"/>
                  <a:gd name="connsiteY20" fmla="*/ 106619 h 118872"/>
                  <a:gd name="connsiteX21" fmla="*/ 38222 w 45720"/>
                  <a:gd name="connsiteY21" fmla="*/ 107076 h 118872"/>
                  <a:gd name="connsiteX22" fmla="*/ 44988 w 45720"/>
                  <a:gd name="connsiteY22" fmla="*/ 106070 h 118872"/>
                  <a:gd name="connsiteX23" fmla="*/ 50749 w 45720"/>
                  <a:gd name="connsiteY23" fmla="*/ 103602 h 118872"/>
                  <a:gd name="connsiteX24" fmla="*/ 48829 w 45720"/>
                  <a:gd name="connsiteY24" fmla="*/ 118689 h 118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720" h="118872">
                    <a:moveTo>
                      <a:pt x="48829" y="118689"/>
                    </a:moveTo>
                    <a:cubicBezTo>
                      <a:pt x="46726" y="119878"/>
                      <a:pt x="44257" y="120884"/>
                      <a:pt x="41422" y="121615"/>
                    </a:cubicBezTo>
                    <a:cubicBezTo>
                      <a:pt x="38588" y="122347"/>
                      <a:pt x="35479" y="122712"/>
                      <a:pt x="32004" y="122712"/>
                    </a:cubicBezTo>
                    <a:cubicBezTo>
                      <a:pt x="29078" y="122712"/>
                      <a:pt x="26426" y="122255"/>
                      <a:pt x="24232" y="121432"/>
                    </a:cubicBezTo>
                    <a:cubicBezTo>
                      <a:pt x="21946" y="120609"/>
                      <a:pt x="19934" y="119238"/>
                      <a:pt x="18105" y="117500"/>
                    </a:cubicBezTo>
                    <a:cubicBezTo>
                      <a:pt x="16276" y="115672"/>
                      <a:pt x="14905" y="113294"/>
                      <a:pt x="13899" y="110368"/>
                    </a:cubicBezTo>
                    <a:cubicBezTo>
                      <a:pt x="12893" y="107442"/>
                      <a:pt x="12436" y="103876"/>
                      <a:pt x="12436" y="99670"/>
                    </a:cubicBezTo>
                    <a:lnTo>
                      <a:pt x="12436" y="49378"/>
                    </a:lnTo>
                    <a:lnTo>
                      <a:pt x="0" y="49378"/>
                    </a:lnTo>
                    <a:lnTo>
                      <a:pt x="0" y="33833"/>
                    </a:lnTo>
                    <a:lnTo>
                      <a:pt x="12436" y="33833"/>
                    </a:lnTo>
                    <a:lnTo>
                      <a:pt x="12436" y="8961"/>
                    </a:lnTo>
                    <a:lnTo>
                      <a:pt x="29169" y="0"/>
                    </a:lnTo>
                    <a:lnTo>
                      <a:pt x="29169" y="33833"/>
                    </a:lnTo>
                    <a:lnTo>
                      <a:pt x="50749" y="33833"/>
                    </a:lnTo>
                    <a:lnTo>
                      <a:pt x="50749" y="49378"/>
                    </a:lnTo>
                    <a:lnTo>
                      <a:pt x="29169" y="49378"/>
                    </a:lnTo>
                    <a:lnTo>
                      <a:pt x="29169" y="96652"/>
                    </a:lnTo>
                    <a:cubicBezTo>
                      <a:pt x="29169" y="98664"/>
                      <a:pt x="29352" y="100401"/>
                      <a:pt x="29718" y="101681"/>
                    </a:cubicBezTo>
                    <a:cubicBezTo>
                      <a:pt x="30084" y="102961"/>
                      <a:pt x="30632" y="104059"/>
                      <a:pt x="31364" y="104882"/>
                    </a:cubicBezTo>
                    <a:cubicBezTo>
                      <a:pt x="32095" y="105705"/>
                      <a:pt x="33010" y="106253"/>
                      <a:pt x="34199" y="106619"/>
                    </a:cubicBezTo>
                    <a:cubicBezTo>
                      <a:pt x="35296" y="106893"/>
                      <a:pt x="36667" y="107076"/>
                      <a:pt x="38222" y="107076"/>
                    </a:cubicBezTo>
                    <a:cubicBezTo>
                      <a:pt x="40416" y="107076"/>
                      <a:pt x="42702" y="106710"/>
                      <a:pt x="44988" y="106070"/>
                    </a:cubicBezTo>
                    <a:cubicBezTo>
                      <a:pt x="47274" y="105339"/>
                      <a:pt x="49195" y="104516"/>
                      <a:pt x="50749" y="103602"/>
                    </a:cubicBezTo>
                    <a:lnTo>
                      <a:pt x="48829" y="118689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698635F5-5F6D-417A-B169-981753A2EBB6}"/>
                  </a:ext>
                </a:extLst>
              </p:cNvPr>
              <p:cNvSpPr/>
              <p:nvPr/>
            </p:nvSpPr>
            <p:spPr>
              <a:xfrm>
                <a:off x="1492976" y="6218560"/>
                <a:ext cx="64008" cy="118872"/>
              </a:xfrm>
              <a:custGeom>
                <a:avLst/>
                <a:gdLst>
                  <a:gd name="connsiteX0" fmla="*/ 52944 w 64008"/>
                  <a:gd name="connsiteY0" fmla="*/ 120975 h 118872"/>
                  <a:gd name="connsiteX1" fmla="*/ 52944 w 64008"/>
                  <a:gd name="connsiteY1" fmla="*/ 71780 h 118872"/>
                  <a:gd name="connsiteX2" fmla="*/ 48646 w 64008"/>
                  <a:gd name="connsiteY2" fmla="*/ 53767 h 118872"/>
                  <a:gd name="connsiteX3" fmla="*/ 35021 w 64008"/>
                  <a:gd name="connsiteY3" fmla="*/ 47823 h 118872"/>
                  <a:gd name="connsiteX4" fmla="*/ 27706 w 64008"/>
                  <a:gd name="connsiteY4" fmla="*/ 49103 h 118872"/>
                  <a:gd name="connsiteX5" fmla="*/ 21946 w 64008"/>
                  <a:gd name="connsiteY5" fmla="*/ 53401 h 118872"/>
                  <a:gd name="connsiteX6" fmla="*/ 18288 w 64008"/>
                  <a:gd name="connsiteY6" fmla="*/ 60442 h 118872"/>
                  <a:gd name="connsiteX7" fmla="*/ 17099 w 64008"/>
                  <a:gd name="connsiteY7" fmla="*/ 70043 h 118872"/>
                  <a:gd name="connsiteX8" fmla="*/ 17099 w 64008"/>
                  <a:gd name="connsiteY8" fmla="*/ 120975 h 118872"/>
                  <a:gd name="connsiteX9" fmla="*/ 0 w 64008"/>
                  <a:gd name="connsiteY9" fmla="*/ 120975 h 118872"/>
                  <a:gd name="connsiteX10" fmla="*/ 0 w 64008"/>
                  <a:gd name="connsiteY10" fmla="*/ 8961 h 118872"/>
                  <a:gd name="connsiteX11" fmla="*/ 17099 w 64008"/>
                  <a:gd name="connsiteY11" fmla="*/ 0 h 118872"/>
                  <a:gd name="connsiteX12" fmla="*/ 17099 w 64008"/>
                  <a:gd name="connsiteY12" fmla="*/ 42154 h 118872"/>
                  <a:gd name="connsiteX13" fmla="*/ 21031 w 64008"/>
                  <a:gd name="connsiteY13" fmla="*/ 37948 h 118872"/>
                  <a:gd name="connsiteX14" fmla="*/ 26243 w 64008"/>
                  <a:gd name="connsiteY14" fmla="*/ 34747 h 118872"/>
                  <a:gd name="connsiteX15" fmla="*/ 32278 w 64008"/>
                  <a:gd name="connsiteY15" fmla="*/ 32736 h 118872"/>
                  <a:gd name="connsiteX16" fmla="*/ 38953 w 64008"/>
                  <a:gd name="connsiteY16" fmla="*/ 32004 h 118872"/>
                  <a:gd name="connsiteX17" fmla="*/ 52578 w 64008"/>
                  <a:gd name="connsiteY17" fmla="*/ 34473 h 118872"/>
                  <a:gd name="connsiteX18" fmla="*/ 62271 w 64008"/>
                  <a:gd name="connsiteY18" fmla="*/ 41880 h 118872"/>
                  <a:gd name="connsiteX19" fmla="*/ 68123 w 64008"/>
                  <a:gd name="connsiteY19" fmla="*/ 54315 h 118872"/>
                  <a:gd name="connsiteX20" fmla="*/ 70043 w 64008"/>
                  <a:gd name="connsiteY20" fmla="*/ 70957 h 118872"/>
                  <a:gd name="connsiteX21" fmla="*/ 70043 w 64008"/>
                  <a:gd name="connsiteY21" fmla="*/ 120884 h 118872"/>
                  <a:gd name="connsiteX22" fmla="*/ 52944 w 64008"/>
                  <a:gd name="connsiteY22" fmla="*/ 120884 h 118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4008" h="118872">
                    <a:moveTo>
                      <a:pt x="52944" y="120975"/>
                    </a:moveTo>
                    <a:lnTo>
                      <a:pt x="52944" y="71780"/>
                    </a:lnTo>
                    <a:cubicBezTo>
                      <a:pt x="52944" y="63734"/>
                      <a:pt x="51481" y="57699"/>
                      <a:pt x="48646" y="53767"/>
                    </a:cubicBezTo>
                    <a:cubicBezTo>
                      <a:pt x="45811" y="49835"/>
                      <a:pt x="41239" y="47823"/>
                      <a:pt x="35021" y="47823"/>
                    </a:cubicBezTo>
                    <a:cubicBezTo>
                      <a:pt x="32370" y="47823"/>
                      <a:pt x="29901" y="48280"/>
                      <a:pt x="27706" y="49103"/>
                    </a:cubicBezTo>
                    <a:cubicBezTo>
                      <a:pt x="25420" y="50018"/>
                      <a:pt x="23500" y="51389"/>
                      <a:pt x="21946" y="53401"/>
                    </a:cubicBezTo>
                    <a:cubicBezTo>
                      <a:pt x="20300" y="55413"/>
                      <a:pt x="19111" y="57790"/>
                      <a:pt x="18288" y="60442"/>
                    </a:cubicBezTo>
                    <a:cubicBezTo>
                      <a:pt x="17465" y="63185"/>
                      <a:pt x="17099" y="66294"/>
                      <a:pt x="17099" y="70043"/>
                    </a:cubicBezTo>
                    <a:lnTo>
                      <a:pt x="17099" y="120975"/>
                    </a:lnTo>
                    <a:lnTo>
                      <a:pt x="0" y="120975"/>
                    </a:lnTo>
                    <a:lnTo>
                      <a:pt x="0" y="8961"/>
                    </a:lnTo>
                    <a:lnTo>
                      <a:pt x="17099" y="0"/>
                    </a:lnTo>
                    <a:lnTo>
                      <a:pt x="17099" y="42154"/>
                    </a:lnTo>
                    <a:cubicBezTo>
                      <a:pt x="18197" y="40599"/>
                      <a:pt x="19477" y="39136"/>
                      <a:pt x="21031" y="37948"/>
                    </a:cubicBezTo>
                    <a:cubicBezTo>
                      <a:pt x="22586" y="36667"/>
                      <a:pt x="24323" y="35570"/>
                      <a:pt x="26243" y="34747"/>
                    </a:cubicBezTo>
                    <a:cubicBezTo>
                      <a:pt x="28163" y="33924"/>
                      <a:pt x="30175" y="33193"/>
                      <a:pt x="32278" y="32736"/>
                    </a:cubicBezTo>
                    <a:cubicBezTo>
                      <a:pt x="34473" y="32278"/>
                      <a:pt x="36667" y="32004"/>
                      <a:pt x="38953" y="32004"/>
                    </a:cubicBezTo>
                    <a:cubicBezTo>
                      <a:pt x="44165" y="32004"/>
                      <a:pt x="48737" y="32827"/>
                      <a:pt x="52578" y="34473"/>
                    </a:cubicBezTo>
                    <a:cubicBezTo>
                      <a:pt x="56418" y="36119"/>
                      <a:pt x="59619" y="38588"/>
                      <a:pt x="62271" y="41880"/>
                    </a:cubicBezTo>
                    <a:cubicBezTo>
                      <a:pt x="64922" y="45171"/>
                      <a:pt x="66843" y="49286"/>
                      <a:pt x="68123" y="54315"/>
                    </a:cubicBezTo>
                    <a:cubicBezTo>
                      <a:pt x="69403" y="59345"/>
                      <a:pt x="70043" y="64922"/>
                      <a:pt x="70043" y="70957"/>
                    </a:cubicBezTo>
                    <a:lnTo>
                      <a:pt x="70043" y="120884"/>
                    </a:lnTo>
                    <a:lnTo>
                      <a:pt x="52944" y="120884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CDA3C6DE-893F-4704-A27B-532FF51CEA00}"/>
                  </a:ext>
                </a:extLst>
              </p:cNvPr>
              <p:cNvSpPr/>
              <p:nvPr/>
            </p:nvSpPr>
            <p:spPr>
              <a:xfrm>
                <a:off x="1580210" y="6250473"/>
                <a:ext cx="73152" cy="82296"/>
              </a:xfrm>
              <a:custGeom>
                <a:avLst/>
                <a:gdLst>
                  <a:gd name="connsiteX0" fmla="*/ 57424 w 73152"/>
                  <a:gd name="connsiteY0" fmla="*/ 37399 h 82296"/>
                  <a:gd name="connsiteX1" fmla="*/ 55870 w 73152"/>
                  <a:gd name="connsiteY1" fmla="*/ 28986 h 82296"/>
                  <a:gd name="connsiteX2" fmla="*/ 52121 w 73152"/>
                  <a:gd name="connsiteY2" fmla="*/ 22037 h 82296"/>
                  <a:gd name="connsiteX3" fmla="*/ 45903 w 73152"/>
                  <a:gd name="connsiteY3" fmla="*/ 17282 h 82296"/>
                  <a:gd name="connsiteX4" fmla="*/ 36850 w 73152"/>
                  <a:gd name="connsiteY4" fmla="*/ 15545 h 82296"/>
                  <a:gd name="connsiteX5" fmla="*/ 28895 w 73152"/>
                  <a:gd name="connsiteY5" fmla="*/ 17008 h 82296"/>
                  <a:gd name="connsiteX6" fmla="*/ 23043 w 73152"/>
                  <a:gd name="connsiteY6" fmla="*/ 21214 h 82296"/>
                  <a:gd name="connsiteX7" fmla="*/ 19019 w 73152"/>
                  <a:gd name="connsiteY7" fmla="*/ 27981 h 82296"/>
                  <a:gd name="connsiteX8" fmla="*/ 16825 w 73152"/>
                  <a:gd name="connsiteY8" fmla="*/ 37308 h 82296"/>
                  <a:gd name="connsiteX9" fmla="*/ 57424 w 73152"/>
                  <a:gd name="connsiteY9" fmla="*/ 37308 h 82296"/>
                  <a:gd name="connsiteX10" fmla="*/ 74706 w 73152"/>
                  <a:gd name="connsiteY10" fmla="*/ 43708 h 82296"/>
                  <a:gd name="connsiteX11" fmla="*/ 74524 w 73152"/>
                  <a:gd name="connsiteY11" fmla="*/ 48097 h 82296"/>
                  <a:gd name="connsiteX12" fmla="*/ 74249 w 73152"/>
                  <a:gd name="connsiteY12" fmla="*/ 51481 h 82296"/>
                  <a:gd name="connsiteX13" fmla="*/ 16642 w 73152"/>
                  <a:gd name="connsiteY13" fmla="*/ 51481 h 82296"/>
                  <a:gd name="connsiteX14" fmla="*/ 19385 w 73152"/>
                  <a:gd name="connsiteY14" fmla="*/ 62271 h 82296"/>
                  <a:gd name="connsiteX15" fmla="*/ 24323 w 73152"/>
                  <a:gd name="connsiteY15" fmla="*/ 69677 h 82296"/>
                  <a:gd name="connsiteX16" fmla="*/ 30907 w 73152"/>
                  <a:gd name="connsiteY16" fmla="*/ 73975 h 82296"/>
                  <a:gd name="connsiteX17" fmla="*/ 38588 w 73152"/>
                  <a:gd name="connsiteY17" fmla="*/ 75347 h 82296"/>
                  <a:gd name="connsiteX18" fmla="*/ 43891 w 73152"/>
                  <a:gd name="connsiteY18" fmla="*/ 74889 h 82296"/>
                  <a:gd name="connsiteX19" fmla="*/ 48737 w 73152"/>
                  <a:gd name="connsiteY19" fmla="*/ 73426 h 82296"/>
                  <a:gd name="connsiteX20" fmla="*/ 52852 w 73152"/>
                  <a:gd name="connsiteY20" fmla="*/ 71415 h 82296"/>
                  <a:gd name="connsiteX21" fmla="*/ 57516 w 73152"/>
                  <a:gd name="connsiteY21" fmla="*/ 68397 h 82296"/>
                  <a:gd name="connsiteX22" fmla="*/ 67666 w 73152"/>
                  <a:gd name="connsiteY22" fmla="*/ 79278 h 82296"/>
                  <a:gd name="connsiteX23" fmla="*/ 61448 w 73152"/>
                  <a:gd name="connsiteY23" fmla="*/ 84216 h 82296"/>
                  <a:gd name="connsiteX24" fmla="*/ 55047 w 73152"/>
                  <a:gd name="connsiteY24" fmla="*/ 87600 h 82296"/>
                  <a:gd name="connsiteX25" fmla="*/ 47274 w 73152"/>
                  <a:gd name="connsiteY25" fmla="*/ 89886 h 82296"/>
                  <a:gd name="connsiteX26" fmla="*/ 37673 w 73152"/>
                  <a:gd name="connsiteY26" fmla="*/ 90708 h 82296"/>
                  <a:gd name="connsiteX27" fmla="*/ 27066 w 73152"/>
                  <a:gd name="connsiteY27" fmla="*/ 89154 h 82296"/>
                  <a:gd name="connsiteX28" fmla="*/ 18288 w 73152"/>
                  <a:gd name="connsiteY28" fmla="*/ 85039 h 82296"/>
                  <a:gd name="connsiteX29" fmla="*/ 11430 w 73152"/>
                  <a:gd name="connsiteY29" fmla="*/ 79187 h 82296"/>
                  <a:gd name="connsiteX30" fmla="*/ 5669 w 73152"/>
                  <a:gd name="connsiteY30" fmla="*/ 70775 h 82296"/>
                  <a:gd name="connsiteX31" fmla="*/ 1463 w 73152"/>
                  <a:gd name="connsiteY31" fmla="*/ 59253 h 82296"/>
                  <a:gd name="connsiteX32" fmla="*/ 0 w 73152"/>
                  <a:gd name="connsiteY32" fmla="*/ 45354 h 82296"/>
                  <a:gd name="connsiteX33" fmla="*/ 2835 w 73152"/>
                  <a:gd name="connsiteY33" fmla="*/ 25878 h 82296"/>
                  <a:gd name="connsiteX34" fmla="*/ 10698 w 73152"/>
                  <a:gd name="connsiteY34" fmla="*/ 11613 h 82296"/>
                  <a:gd name="connsiteX35" fmla="*/ 22769 w 73152"/>
                  <a:gd name="connsiteY35" fmla="*/ 2926 h 82296"/>
                  <a:gd name="connsiteX36" fmla="*/ 38222 w 73152"/>
                  <a:gd name="connsiteY36" fmla="*/ 0 h 82296"/>
                  <a:gd name="connsiteX37" fmla="*/ 54407 w 73152"/>
                  <a:gd name="connsiteY37" fmla="*/ 3566 h 82296"/>
                  <a:gd name="connsiteX38" fmla="*/ 65837 w 73152"/>
                  <a:gd name="connsiteY38" fmla="*/ 13076 h 82296"/>
                  <a:gd name="connsiteX39" fmla="*/ 72695 w 73152"/>
                  <a:gd name="connsiteY39" fmla="*/ 26975 h 82296"/>
                  <a:gd name="connsiteX40" fmla="*/ 74706 w 73152"/>
                  <a:gd name="connsiteY40" fmla="*/ 43708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3152" h="82296">
                    <a:moveTo>
                      <a:pt x="57424" y="37399"/>
                    </a:moveTo>
                    <a:cubicBezTo>
                      <a:pt x="57150" y="34381"/>
                      <a:pt x="56693" y="31638"/>
                      <a:pt x="55870" y="28986"/>
                    </a:cubicBezTo>
                    <a:cubicBezTo>
                      <a:pt x="55047" y="26335"/>
                      <a:pt x="53767" y="24049"/>
                      <a:pt x="52121" y="22037"/>
                    </a:cubicBezTo>
                    <a:cubicBezTo>
                      <a:pt x="50475" y="20025"/>
                      <a:pt x="48372" y="18471"/>
                      <a:pt x="45903" y="17282"/>
                    </a:cubicBezTo>
                    <a:cubicBezTo>
                      <a:pt x="43343" y="16093"/>
                      <a:pt x="40416" y="15545"/>
                      <a:pt x="36850" y="15545"/>
                    </a:cubicBezTo>
                    <a:cubicBezTo>
                      <a:pt x="33833" y="15545"/>
                      <a:pt x="31181" y="16002"/>
                      <a:pt x="28895" y="17008"/>
                    </a:cubicBezTo>
                    <a:cubicBezTo>
                      <a:pt x="26609" y="18014"/>
                      <a:pt x="24689" y="19385"/>
                      <a:pt x="23043" y="21214"/>
                    </a:cubicBezTo>
                    <a:cubicBezTo>
                      <a:pt x="21397" y="23043"/>
                      <a:pt x="20117" y="25329"/>
                      <a:pt x="19019" y="27981"/>
                    </a:cubicBezTo>
                    <a:cubicBezTo>
                      <a:pt x="17922" y="30632"/>
                      <a:pt x="17282" y="33741"/>
                      <a:pt x="16825" y="37308"/>
                    </a:cubicBezTo>
                    <a:lnTo>
                      <a:pt x="57424" y="37308"/>
                    </a:lnTo>
                    <a:close/>
                    <a:moveTo>
                      <a:pt x="74706" y="43708"/>
                    </a:moveTo>
                    <a:cubicBezTo>
                      <a:pt x="74706" y="45263"/>
                      <a:pt x="74615" y="46726"/>
                      <a:pt x="74524" y="48097"/>
                    </a:cubicBezTo>
                    <a:cubicBezTo>
                      <a:pt x="74432" y="49469"/>
                      <a:pt x="74341" y="50566"/>
                      <a:pt x="74249" y="51481"/>
                    </a:cubicBezTo>
                    <a:lnTo>
                      <a:pt x="16642" y="51481"/>
                    </a:lnTo>
                    <a:cubicBezTo>
                      <a:pt x="17191" y="55687"/>
                      <a:pt x="18014" y="59253"/>
                      <a:pt x="19385" y="62271"/>
                    </a:cubicBezTo>
                    <a:cubicBezTo>
                      <a:pt x="20757" y="65288"/>
                      <a:pt x="22403" y="67757"/>
                      <a:pt x="24323" y="69677"/>
                    </a:cubicBezTo>
                    <a:cubicBezTo>
                      <a:pt x="26243" y="71598"/>
                      <a:pt x="28438" y="73061"/>
                      <a:pt x="30907" y="73975"/>
                    </a:cubicBezTo>
                    <a:cubicBezTo>
                      <a:pt x="33376" y="74889"/>
                      <a:pt x="35936" y="75347"/>
                      <a:pt x="38588" y="75347"/>
                    </a:cubicBezTo>
                    <a:cubicBezTo>
                      <a:pt x="40508" y="75347"/>
                      <a:pt x="42245" y="75164"/>
                      <a:pt x="43891" y="74889"/>
                    </a:cubicBezTo>
                    <a:cubicBezTo>
                      <a:pt x="45537" y="74615"/>
                      <a:pt x="47183" y="74066"/>
                      <a:pt x="48737" y="73426"/>
                    </a:cubicBezTo>
                    <a:cubicBezTo>
                      <a:pt x="50292" y="72786"/>
                      <a:pt x="51664" y="72146"/>
                      <a:pt x="52852" y="71415"/>
                    </a:cubicBezTo>
                    <a:cubicBezTo>
                      <a:pt x="54041" y="70775"/>
                      <a:pt x="55595" y="69769"/>
                      <a:pt x="57516" y="68397"/>
                    </a:cubicBezTo>
                    <a:lnTo>
                      <a:pt x="67666" y="79278"/>
                    </a:lnTo>
                    <a:cubicBezTo>
                      <a:pt x="65471" y="81290"/>
                      <a:pt x="63459" y="83028"/>
                      <a:pt x="61448" y="84216"/>
                    </a:cubicBezTo>
                    <a:cubicBezTo>
                      <a:pt x="59436" y="85496"/>
                      <a:pt x="57333" y="86594"/>
                      <a:pt x="55047" y="87600"/>
                    </a:cubicBezTo>
                    <a:cubicBezTo>
                      <a:pt x="52761" y="88605"/>
                      <a:pt x="50109" y="89337"/>
                      <a:pt x="47274" y="89886"/>
                    </a:cubicBezTo>
                    <a:cubicBezTo>
                      <a:pt x="44348" y="90434"/>
                      <a:pt x="41148" y="90708"/>
                      <a:pt x="37673" y="90708"/>
                    </a:cubicBezTo>
                    <a:cubicBezTo>
                      <a:pt x="33924" y="90708"/>
                      <a:pt x="30358" y="90160"/>
                      <a:pt x="27066" y="89154"/>
                    </a:cubicBezTo>
                    <a:cubicBezTo>
                      <a:pt x="23774" y="88057"/>
                      <a:pt x="20848" y="86685"/>
                      <a:pt x="18288" y="85039"/>
                    </a:cubicBezTo>
                    <a:cubicBezTo>
                      <a:pt x="15728" y="83302"/>
                      <a:pt x="13442" y="81382"/>
                      <a:pt x="11430" y="79187"/>
                    </a:cubicBezTo>
                    <a:cubicBezTo>
                      <a:pt x="9418" y="76992"/>
                      <a:pt x="7498" y="74158"/>
                      <a:pt x="5669" y="70775"/>
                    </a:cubicBezTo>
                    <a:cubicBezTo>
                      <a:pt x="3840" y="67300"/>
                      <a:pt x="2377" y="63551"/>
                      <a:pt x="1463" y="59253"/>
                    </a:cubicBezTo>
                    <a:cubicBezTo>
                      <a:pt x="457" y="55047"/>
                      <a:pt x="0" y="50383"/>
                      <a:pt x="0" y="45354"/>
                    </a:cubicBezTo>
                    <a:cubicBezTo>
                      <a:pt x="0" y="38039"/>
                      <a:pt x="914" y="31547"/>
                      <a:pt x="2835" y="25878"/>
                    </a:cubicBezTo>
                    <a:cubicBezTo>
                      <a:pt x="4663" y="20208"/>
                      <a:pt x="7315" y="15453"/>
                      <a:pt x="10698" y="11613"/>
                    </a:cubicBezTo>
                    <a:cubicBezTo>
                      <a:pt x="14082" y="7772"/>
                      <a:pt x="18105" y="4846"/>
                      <a:pt x="22769" y="2926"/>
                    </a:cubicBezTo>
                    <a:cubicBezTo>
                      <a:pt x="27432" y="914"/>
                      <a:pt x="32644" y="0"/>
                      <a:pt x="38222" y="0"/>
                    </a:cubicBezTo>
                    <a:cubicBezTo>
                      <a:pt x="44440" y="0"/>
                      <a:pt x="49835" y="1189"/>
                      <a:pt x="54407" y="3566"/>
                    </a:cubicBezTo>
                    <a:cubicBezTo>
                      <a:pt x="58979" y="5944"/>
                      <a:pt x="62819" y="9053"/>
                      <a:pt x="65837" y="13076"/>
                    </a:cubicBezTo>
                    <a:cubicBezTo>
                      <a:pt x="68854" y="17008"/>
                      <a:pt x="71140" y="21671"/>
                      <a:pt x="72695" y="26975"/>
                    </a:cubicBezTo>
                    <a:cubicBezTo>
                      <a:pt x="73975" y="32278"/>
                      <a:pt x="74706" y="37856"/>
                      <a:pt x="74706" y="43708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</p:grp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7D3F036F-7544-4609-8DC2-C092662E5052}"/>
                </a:ext>
              </a:extLst>
            </p:cNvPr>
            <p:cNvSpPr/>
            <p:nvPr/>
          </p:nvSpPr>
          <p:spPr>
            <a:xfrm>
              <a:off x="1708409" y="6252393"/>
              <a:ext cx="100584" cy="82296"/>
            </a:xfrm>
            <a:custGeom>
              <a:avLst/>
              <a:gdLst>
                <a:gd name="connsiteX0" fmla="*/ 92720 w 100584"/>
                <a:gd name="connsiteY0" fmla="*/ 0 h 82296"/>
                <a:gd name="connsiteX1" fmla="*/ 78181 w 100584"/>
                <a:gd name="connsiteY1" fmla="*/ 59802 h 82296"/>
                <a:gd name="connsiteX2" fmla="*/ 61631 w 100584"/>
                <a:gd name="connsiteY2" fmla="*/ 0 h 82296"/>
                <a:gd name="connsiteX3" fmla="*/ 47915 w 100584"/>
                <a:gd name="connsiteY3" fmla="*/ 0 h 82296"/>
                <a:gd name="connsiteX4" fmla="*/ 31455 w 100584"/>
                <a:gd name="connsiteY4" fmla="*/ 59802 h 82296"/>
                <a:gd name="connsiteX5" fmla="*/ 16916 w 100584"/>
                <a:gd name="connsiteY5" fmla="*/ 0 h 82296"/>
                <a:gd name="connsiteX6" fmla="*/ 0 w 100584"/>
                <a:gd name="connsiteY6" fmla="*/ 0 h 82296"/>
                <a:gd name="connsiteX7" fmla="*/ 23866 w 100584"/>
                <a:gd name="connsiteY7" fmla="*/ 87142 h 82296"/>
                <a:gd name="connsiteX8" fmla="*/ 38405 w 100584"/>
                <a:gd name="connsiteY8" fmla="*/ 87142 h 82296"/>
                <a:gd name="connsiteX9" fmla="*/ 54590 w 100584"/>
                <a:gd name="connsiteY9" fmla="*/ 26152 h 82296"/>
                <a:gd name="connsiteX10" fmla="*/ 70775 w 100584"/>
                <a:gd name="connsiteY10" fmla="*/ 87142 h 82296"/>
                <a:gd name="connsiteX11" fmla="*/ 85405 w 100584"/>
                <a:gd name="connsiteY11" fmla="*/ 87142 h 82296"/>
                <a:gd name="connsiteX12" fmla="*/ 109637 w 100584"/>
                <a:gd name="connsiteY12" fmla="*/ 0 h 82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0584" h="82296">
                  <a:moveTo>
                    <a:pt x="92720" y="0"/>
                  </a:moveTo>
                  <a:lnTo>
                    <a:pt x="78181" y="59802"/>
                  </a:lnTo>
                  <a:lnTo>
                    <a:pt x="61631" y="0"/>
                  </a:lnTo>
                  <a:lnTo>
                    <a:pt x="47915" y="0"/>
                  </a:lnTo>
                  <a:lnTo>
                    <a:pt x="31455" y="59802"/>
                  </a:lnTo>
                  <a:lnTo>
                    <a:pt x="16916" y="0"/>
                  </a:lnTo>
                  <a:lnTo>
                    <a:pt x="0" y="0"/>
                  </a:lnTo>
                  <a:lnTo>
                    <a:pt x="23866" y="87142"/>
                  </a:lnTo>
                  <a:lnTo>
                    <a:pt x="38405" y="87142"/>
                  </a:lnTo>
                  <a:lnTo>
                    <a:pt x="54590" y="26152"/>
                  </a:lnTo>
                  <a:lnTo>
                    <a:pt x="70775" y="87142"/>
                  </a:lnTo>
                  <a:lnTo>
                    <a:pt x="85405" y="87142"/>
                  </a:lnTo>
                  <a:lnTo>
                    <a:pt x="109637" y="0"/>
                  </a:lnTo>
                  <a:close/>
                </a:path>
              </a:pathLst>
            </a:custGeom>
            <a:solidFill>
              <a:srgbClr val="FFFFFF"/>
            </a:solidFill>
            <a:ln w="91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grpSp>
          <p:nvGrpSpPr>
            <p:cNvPr id="355" name="Graphic 2">
              <a:extLst>
                <a:ext uri="{FF2B5EF4-FFF2-40B4-BE49-F238E27FC236}">
                  <a16:creationId xmlns:a16="http://schemas.microsoft.com/office/drawing/2014/main" id="{69916B0C-9B62-4073-A26B-3F4B3A5DFA66}"/>
                </a:ext>
              </a:extLst>
            </p:cNvPr>
            <p:cNvGrpSpPr/>
            <p:nvPr/>
          </p:nvGrpSpPr>
          <p:grpSpPr>
            <a:xfrm>
              <a:off x="1826824" y="6250564"/>
              <a:ext cx="146304" cy="82296"/>
              <a:chOff x="1826824" y="6250564"/>
              <a:chExt cx="146304" cy="82296"/>
            </a:xfrm>
            <a:solidFill>
              <a:srgbClr val="FFFFFF"/>
            </a:solidFill>
          </p:grpSpPr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548E9D87-9191-49CF-9D05-DD5A727D3444}"/>
                  </a:ext>
                </a:extLst>
              </p:cNvPr>
              <p:cNvSpPr/>
              <p:nvPr/>
            </p:nvSpPr>
            <p:spPr>
              <a:xfrm>
                <a:off x="1826824" y="6250747"/>
                <a:ext cx="73152" cy="82296"/>
              </a:xfrm>
              <a:custGeom>
                <a:avLst/>
                <a:gdLst>
                  <a:gd name="connsiteX0" fmla="*/ 60350 w 73152"/>
                  <a:gd name="connsiteY0" fmla="*/ 45263 h 82296"/>
                  <a:gd name="connsiteX1" fmla="*/ 58796 w 73152"/>
                  <a:gd name="connsiteY1" fmla="*/ 33284 h 82296"/>
                  <a:gd name="connsiteX2" fmla="*/ 54407 w 73152"/>
                  <a:gd name="connsiteY2" fmla="*/ 24049 h 82296"/>
                  <a:gd name="connsiteX3" fmla="*/ 47366 w 73152"/>
                  <a:gd name="connsiteY3" fmla="*/ 18197 h 82296"/>
                  <a:gd name="connsiteX4" fmla="*/ 38039 w 73152"/>
                  <a:gd name="connsiteY4" fmla="*/ 16093 h 82296"/>
                  <a:gd name="connsiteX5" fmla="*/ 29352 w 73152"/>
                  <a:gd name="connsiteY5" fmla="*/ 18197 h 82296"/>
                  <a:gd name="connsiteX6" fmla="*/ 22768 w 73152"/>
                  <a:gd name="connsiteY6" fmla="*/ 24049 h 82296"/>
                  <a:gd name="connsiteX7" fmla="*/ 18562 w 73152"/>
                  <a:gd name="connsiteY7" fmla="*/ 33101 h 82296"/>
                  <a:gd name="connsiteX8" fmla="*/ 17099 w 73152"/>
                  <a:gd name="connsiteY8" fmla="*/ 44806 h 82296"/>
                  <a:gd name="connsiteX9" fmla="*/ 18654 w 73152"/>
                  <a:gd name="connsiteY9" fmla="*/ 57516 h 82296"/>
                  <a:gd name="connsiteX10" fmla="*/ 23134 w 73152"/>
                  <a:gd name="connsiteY10" fmla="*/ 66751 h 82296"/>
                  <a:gd name="connsiteX11" fmla="*/ 29992 w 73152"/>
                  <a:gd name="connsiteY11" fmla="*/ 72420 h 82296"/>
                  <a:gd name="connsiteX12" fmla="*/ 38862 w 73152"/>
                  <a:gd name="connsiteY12" fmla="*/ 74341 h 82296"/>
                  <a:gd name="connsiteX13" fmla="*/ 47640 w 73152"/>
                  <a:gd name="connsiteY13" fmla="*/ 72055 h 82296"/>
                  <a:gd name="connsiteX14" fmla="*/ 54407 w 73152"/>
                  <a:gd name="connsiteY14" fmla="*/ 65837 h 82296"/>
                  <a:gd name="connsiteX15" fmla="*/ 58704 w 73152"/>
                  <a:gd name="connsiteY15" fmla="*/ 56601 h 82296"/>
                  <a:gd name="connsiteX16" fmla="*/ 60350 w 73152"/>
                  <a:gd name="connsiteY16" fmla="*/ 45263 h 82296"/>
                  <a:gd name="connsiteX17" fmla="*/ 77632 w 73152"/>
                  <a:gd name="connsiteY17" fmla="*/ 44806 h 82296"/>
                  <a:gd name="connsiteX18" fmla="*/ 74615 w 73152"/>
                  <a:gd name="connsiteY18" fmla="*/ 64191 h 82296"/>
                  <a:gd name="connsiteX19" fmla="*/ 66385 w 73152"/>
                  <a:gd name="connsiteY19" fmla="*/ 78638 h 82296"/>
                  <a:gd name="connsiteX20" fmla="*/ 53950 w 73152"/>
                  <a:gd name="connsiteY20" fmla="*/ 87600 h 82296"/>
                  <a:gd name="connsiteX21" fmla="*/ 38405 w 73152"/>
                  <a:gd name="connsiteY21" fmla="*/ 90708 h 82296"/>
                  <a:gd name="connsiteX22" fmla="*/ 23134 w 73152"/>
                  <a:gd name="connsiteY22" fmla="*/ 87508 h 82296"/>
                  <a:gd name="connsiteX23" fmla="*/ 10973 w 73152"/>
                  <a:gd name="connsiteY23" fmla="*/ 78364 h 82296"/>
                  <a:gd name="connsiteX24" fmla="*/ 2926 w 73152"/>
                  <a:gd name="connsiteY24" fmla="*/ 64008 h 82296"/>
                  <a:gd name="connsiteX25" fmla="*/ 0 w 73152"/>
                  <a:gd name="connsiteY25" fmla="*/ 45446 h 82296"/>
                  <a:gd name="connsiteX26" fmla="*/ 3018 w 73152"/>
                  <a:gd name="connsiteY26" fmla="*/ 26335 h 82296"/>
                  <a:gd name="connsiteX27" fmla="*/ 11247 w 73152"/>
                  <a:gd name="connsiteY27" fmla="*/ 12070 h 82296"/>
                  <a:gd name="connsiteX28" fmla="*/ 23592 w 73152"/>
                  <a:gd name="connsiteY28" fmla="*/ 3109 h 82296"/>
                  <a:gd name="connsiteX29" fmla="*/ 38953 w 73152"/>
                  <a:gd name="connsiteY29" fmla="*/ 0 h 82296"/>
                  <a:gd name="connsiteX30" fmla="*/ 54407 w 73152"/>
                  <a:gd name="connsiteY30" fmla="*/ 3200 h 82296"/>
                  <a:gd name="connsiteX31" fmla="*/ 66660 w 73152"/>
                  <a:gd name="connsiteY31" fmla="*/ 12253 h 82296"/>
                  <a:gd name="connsiteX32" fmla="*/ 74798 w 73152"/>
                  <a:gd name="connsiteY32" fmla="*/ 26426 h 82296"/>
                  <a:gd name="connsiteX33" fmla="*/ 77632 w 73152"/>
                  <a:gd name="connsiteY33" fmla="*/ 44806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3152" h="82296">
                    <a:moveTo>
                      <a:pt x="60350" y="45263"/>
                    </a:moveTo>
                    <a:cubicBezTo>
                      <a:pt x="60350" y="40874"/>
                      <a:pt x="59802" y="36850"/>
                      <a:pt x="58796" y="33284"/>
                    </a:cubicBezTo>
                    <a:cubicBezTo>
                      <a:pt x="57790" y="29718"/>
                      <a:pt x="56327" y="26609"/>
                      <a:pt x="54407" y="24049"/>
                    </a:cubicBezTo>
                    <a:cubicBezTo>
                      <a:pt x="52486" y="21488"/>
                      <a:pt x="50109" y="19568"/>
                      <a:pt x="47366" y="18197"/>
                    </a:cubicBezTo>
                    <a:cubicBezTo>
                      <a:pt x="44623" y="16825"/>
                      <a:pt x="41514" y="16093"/>
                      <a:pt x="38039" y="16093"/>
                    </a:cubicBezTo>
                    <a:cubicBezTo>
                      <a:pt x="34839" y="16093"/>
                      <a:pt x="31912" y="16825"/>
                      <a:pt x="29352" y="18197"/>
                    </a:cubicBezTo>
                    <a:cubicBezTo>
                      <a:pt x="26792" y="19568"/>
                      <a:pt x="24597" y="21488"/>
                      <a:pt x="22768" y="24049"/>
                    </a:cubicBezTo>
                    <a:cubicBezTo>
                      <a:pt x="20940" y="26609"/>
                      <a:pt x="19568" y="29535"/>
                      <a:pt x="18562" y="33101"/>
                    </a:cubicBezTo>
                    <a:cubicBezTo>
                      <a:pt x="17556" y="36576"/>
                      <a:pt x="17099" y="40508"/>
                      <a:pt x="17099" y="44806"/>
                    </a:cubicBezTo>
                    <a:cubicBezTo>
                      <a:pt x="17099" y="49560"/>
                      <a:pt x="17648" y="53858"/>
                      <a:pt x="18654" y="57516"/>
                    </a:cubicBezTo>
                    <a:cubicBezTo>
                      <a:pt x="19751" y="61173"/>
                      <a:pt x="21214" y="64282"/>
                      <a:pt x="23134" y="66751"/>
                    </a:cubicBezTo>
                    <a:cubicBezTo>
                      <a:pt x="25054" y="69220"/>
                      <a:pt x="27340" y="71140"/>
                      <a:pt x="29992" y="72420"/>
                    </a:cubicBezTo>
                    <a:cubicBezTo>
                      <a:pt x="32644" y="73701"/>
                      <a:pt x="35662" y="74341"/>
                      <a:pt x="38862" y="74341"/>
                    </a:cubicBezTo>
                    <a:cubicBezTo>
                      <a:pt x="42062" y="74341"/>
                      <a:pt x="44988" y="73609"/>
                      <a:pt x="47640" y="72055"/>
                    </a:cubicBezTo>
                    <a:cubicBezTo>
                      <a:pt x="50292" y="70500"/>
                      <a:pt x="52486" y="68397"/>
                      <a:pt x="54407" y="65837"/>
                    </a:cubicBezTo>
                    <a:cubicBezTo>
                      <a:pt x="56236" y="63185"/>
                      <a:pt x="57699" y="60168"/>
                      <a:pt x="58704" y="56601"/>
                    </a:cubicBezTo>
                    <a:cubicBezTo>
                      <a:pt x="59893" y="53035"/>
                      <a:pt x="60350" y="49286"/>
                      <a:pt x="60350" y="45263"/>
                    </a:cubicBezTo>
                    <a:moveTo>
                      <a:pt x="77632" y="44806"/>
                    </a:moveTo>
                    <a:cubicBezTo>
                      <a:pt x="77632" y="52029"/>
                      <a:pt x="76627" y="58522"/>
                      <a:pt x="74615" y="64191"/>
                    </a:cubicBezTo>
                    <a:cubicBezTo>
                      <a:pt x="72603" y="69860"/>
                      <a:pt x="69860" y="74706"/>
                      <a:pt x="66385" y="78638"/>
                    </a:cubicBezTo>
                    <a:cubicBezTo>
                      <a:pt x="62911" y="82570"/>
                      <a:pt x="58704" y="85588"/>
                      <a:pt x="53950" y="87600"/>
                    </a:cubicBezTo>
                    <a:cubicBezTo>
                      <a:pt x="49103" y="89611"/>
                      <a:pt x="43983" y="90708"/>
                      <a:pt x="38405" y="90708"/>
                    </a:cubicBezTo>
                    <a:cubicBezTo>
                      <a:pt x="32918" y="90708"/>
                      <a:pt x="27798" y="89611"/>
                      <a:pt x="23134" y="87508"/>
                    </a:cubicBezTo>
                    <a:cubicBezTo>
                      <a:pt x="18471" y="85314"/>
                      <a:pt x="14448" y="82296"/>
                      <a:pt x="10973" y="78364"/>
                    </a:cubicBezTo>
                    <a:cubicBezTo>
                      <a:pt x="7498" y="74432"/>
                      <a:pt x="4846" y="69586"/>
                      <a:pt x="2926" y="64008"/>
                    </a:cubicBezTo>
                    <a:cubicBezTo>
                      <a:pt x="1006" y="58430"/>
                      <a:pt x="0" y="52212"/>
                      <a:pt x="0" y="45446"/>
                    </a:cubicBezTo>
                    <a:cubicBezTo>
                      <a:pt x="0" y="38313"/>
                      <a:pt x="1006" y="31913"/>
                      <a:pt x="3018" y="26335"/>
                    </a:cubicBezTo>
                    <a:cubicBezTo>
                      <a:pt x="5029" y="20757"/>
                      <a:pt x="7772" y="16002"/>
                      <a:pt x="11247" y="12070"/>
                    </a:cubicBezTo>
                    <a:cubicBezTo>
                      <a:pt x="14722" y="8138"/>
                      <a:pt x="18837" y="5212"/>
                      <a:pt x="23592" y="3109"/>
                    </a:cubicBezTo>
                    <a:cubicBezTo>
                      <a:pt x="28346" y="1097"/>
                      <a:pt x="33467" y="0"/>
                      <a:pt x="38953" y="0"/>
                    </a:cubicBezTo>
                    <a:cubicBezTo>
                      <a:pt x="44531" y="0"/>
                      <a:pt x="49652" y="1097"/>
                      <a:pt x="54407" y="3200"/>
                    </a:cubicBezTo>
                    <a:cubicBezTo>
                      <a:pt x="59162" y="5304"/>
                      <a:pt x="63185" y="8321"/>
                      <a:pt x="66660" y="12253"/>
                    </a:cubicBezTo>
                    <a:cubicBezTo>
                      <a:pt x="70134" y="16185"/>
                      <a:pt x="72786" y="20848"/>
                      <a:pt x="74798" y="26426"/>
                    </a:cubicBezTo>
                    <a:cubicBezTo>
                      <a:pt x="76627" y="31821"/>
                      <a:pt x="77632" y="37948"/>
                      <a:pt x="77632" y="44806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BC8FDAF5-44B1-4945-B9AB-6DB26C93EC3D}"/>
                  </a:ext>
                </a:extLst>
              </p:cNvPr>
              <p:cNvSpPr/>
              <p:nvPr/>
            </p:nvSpPr>
            <p:spPr>
              <a:xfrm>
                <a:off x="1922196" y="6250564"/>
                <a:ext cx="45720" cy="82296"/>
              </a:xfrm>
              <a:custGeom>
                <a:avLst/>
                <a:gdLst>
                  <a:gd name="connsiteX0" fmla="*/ 47183 w 45720"/>
                  <a:gd name="connsiteY0" fmla="*/ 19934 h 82296"/>
                  <a:gd name="connsiteX1" fmla="*/ 41422 w 45720"/>
                  <a:gd name="connsiteY1" fmla="*/ 17556 h 82296"/>
                  <a:gd name="connsiteX2" fmla="*/ 34199 w 45720"/>
                  <a:gd name="connsiteY2" fmla="*/ 16734 h 82296"/>
                  <a:gd name="connsiteX3" fmla="*/ 21580 w 45720"/>
                  <a:gd name="connsiteY3" fmla="*/ 22403 h 82296"/>
                  <a:gd name="connsiteX4" fmla="*/ 17099 w 45720"/>
                  <a:gd name="connsiteY4" fmla="*/ 39228 h 82296"/>
                  <a:gd name="connsiteX5" fmla="*/ 17099 w 45720"/>
                  <a:gd name="connsiteY5" fmla="*/ 88971 h 82296"/>
                  <a:gd name="connsiteX6" fmla="*/ 0 w 45720"/>
                  <a:gd name="connsiteY6" fmla="*/ 88971 h 82296"/>
                  <a:gd name="connsiteX7" fmla="*/ 0 w 45720"/>
                  <a:gd name="connsiteY7" fmla="*/ 1920 h 82296"/>
                  <a:gd name="connsiteX8" fmla="*/ 17099 w 45720"/>
                  <a:gd name="connsiteY8" fmla="*/ 1920 h 82296"/>
                  <a:gd name="connsiteX9" fmla="*/ 17099 w 45720"/>
                  <a:gd name="connsiteY9" fmla="*/ 10150 h 82296"/>
                  <a:gd name="connsiteX10" fmla="*/ 20666 w 45720"/>
                  <a:gd name="connsiteY10" fmla="*/ 6126 h 82296"/>
                  <a:gd name="connsiteX11" fmla="*/ 25329 w 45720"/>
                  <a:gd name="connsiteY11" fmla="*/ 2926 h 82296"/>
                  <a:gd name="connsiteX12" fmla="*/ 30815 w 45720"/>
                  <a:gd name="connsiteY12" fmla="*/ 732 h 82296"/>
                  <a:gd name="connsiteX13" fmla="*/ 36942 w 45720"/>
                  <a:gd name="connsiteY13" fmla="*/ 0 h 82296"/>
                  <a:gd name="connsiteX14" fmla="*/ 45720 w 45720"/>
                  <a:gd name="connsiteY14" fmla="*/ 1006 h 82296"/>
                  <a:gd name="connsiteX15" fmla="*/ 51755 w 45720"/>
                  <a:gd name="connsiteY15" fmla="*/ 3658 h 82296"/>
                  <a:gd name="connsiteX16" fmla="*/ 47183 w 45720"/>
                  <a:gd name="connsiteY16" fmla="*/ 19934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5720" h="82296">
                    <a:moveTo>
                      <a:pt x="47183" y="19934"/>
                    </a:moveTo>
                    <a:cubicBezTo>
                      <a:pt x="45354" y="18928"/>
                      <a:pt x="43434" y="18105"/>
                      <a:pt x="41422" y="17556"/>
                    </a:cubicBezTo>
                    <a:cubicBezTo>
                      <a:pt x="39411" y="17008"/>
                      <a:pt x="36942" y="16734"/>
                      <a:pt x="34199" y="16734"/>
                    </a:cubicBezTo>
                    <a:cubicBezTo>
                      <a:pt x="28712" y="16734"/>
                      <a:pt x="24506" y="18562"/>
                      <a:pt x="21580" y="22403"/>
                    </a:cubicBezTo>
                    <a:cubicBezTo>
                      <a:pt x="18654" y="26152"/>
                      <a:pt x="17099" y="31730"/>
                      <a:pt x="17099" y="39228"/>
                    </a:cubicBezTo>
                    <a:lnTo>
                      <a:pt x="17099" y="88971"/>
                    </a:lnTo>
                    <a:lnTo>
                      <a:pt x="0" y="88971"/>
                    </a:lnTo>
                    <a:lnTo>
                      <a:pt x="0" y="1920"/>
                    </a:lnTo>
                    <a:lnTo>
                      <a:pt x="17099" y="1920"/>
                    </a:lnTo>
                    <a:lnTo>
                      <a:pt x="17099" y="10150"/>
                    </a:lnTo>
                    <a:cubicBezTo>
                      <a:pt x="18105" y="8687"/>
                      <a:pt x="19294" y="7315"/>
                      <a:pt x="20666" y="6126"/>
                    </a:cubicBezTo>
                    <a:cubicBezTo>
                      <a:pt x="22037" y="4938"/>
                      <a:pt x="23592" y="3840"/>
                      <a:pt x="25329" y="2926"/>
                    </a:cubicBezTo>
                    <a:cubicBezTo>
                      <a:pt x="27066" y="2012"/>
                      <a:pt x="28895" y="1280"/>
                      <a:pt x="30815" y="732"/>
                    </a:cubicBezTo>
                    <a:cubicBezTo>
                      <a:pt x="32736" y="183"/>
                      <a:pt x="34839" y="0"/>
                      <a:pt x="36942" y="0"/>
                    </a:cubicBezTo>
                    <a:cubicBezTo>
                      <a:pt x="40416" y="0"/>
                      <a:pt x="43343" y="366"/>
                      <a:pt x="45720" y="1006"/>
                    </a:cubicBezTo>
                    <a:cubicBezTo>
                      <a:pt x="48006" y="1646"/>
                      <a:pt x="50109" y="2560"/>
                      <a:pt x="51755" y="3658"/>
                    </a:cubicBezTo>
                    <a:lnTo>
                      <a:pt x="47183" y="19934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</p:grp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6FCB2113-090E-40A6-9AFC-1BB733DA28B8}"/>
                </a:ext>
              </a:extLst>
            </p:cNvPr>
            <p:cNvSpPr/>
            <p:nvPr/>
          </p:nvSpPr>
          <p:spPr>
            <a:xfrm>
              <a:off x="1989038" y="6218560"/>
              <a:ext cx="9144" cy="118872"/>
            </a:xfrm>
            <a:custGeom>
              <a:avLst/>
              <a:gdLst>
                <a:gd name="connsiteX0" fmla="*/ 0 w 9144"/>
                <a:gd name="connsiteY0" fmla="*/ 8961 h 118872"/>
                <a:gd name="connsiteX1" fmla="*/ 0 w 9144"/>
                <a:gd name="connsiteY1" fmla="*/ 120975 h 118872"/>
                <a:gd name="connsiteX2" fmla="*/ 17099 w 9144"/>
                <a:gd name="connsiteY2" fmla="*/ 120975 h 118872"/>
                <a:gd name="connsiteX3" fmla="*/ 17099 w 9144"/>
                <a:gd name="connsiteY3" fmla="*/ 0 h 118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4" h="118872">
                  <a:moveTo>
                    <a:pt x="0" y="8961"/>
                  </a:moveTo>
                  <a:lnTo>
                    <a:pt x="0" y="120975"/>
                  </a:lnTo>
                  <a:lnTo>
                    <a:pt x="17099" y="120975"/>
                  </a:lnTo>
                  <a:lnTo>
                    <a:pt x="17099" y="0"/>
                  </a:lnTo>
                  <a:close/>
                </a:path>
              </a:pathLst>
            </a:custGeom>
            <a:solidFill>
              <a:srgbClr val="FFFFFF"/>
            </a:solidFill>
            <a:ln w="91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794BDBF5-CCDC-4445-978A-EBBF95BFE479}"/>
                </a:ext>
              </a:extLst>
            </p:cNvPr>
            <p:cNvSpPr/>
            <p:nvPr/>
          </p:nvSpPr>
          <p:spPr>
            <a:xfrm>
              <a:off x="2025157" y="6218560"/>
              <a:ext cx="64008" cy="118872"/>
            </a:xfrm>
            <a:custGeom>
              <a:avLst/>
              <a:gdLst>
                <a:gd name="connsiteX0" fmla="*/ 56236 w 64008"/>
                <a:gd name="connsiteY0" fmla="*/ 59253 h 118872"/>
                <a:gd name="connsiteX1" fmla="*/ 52669 w 64008"/>
                <a:gd name="connsiteY1" fmla="*/ 55321 h 118872"/>
                <a:gd name="connsiteX2" fmla="*/ 47823 w 64008"/>
                <a:gd name="connsiteY2" fmla="*/ 51664 h 118872"/>
                <a:gd name="connsiteX3" fmla="*/ 42062 w 64008"/>
                <a:gd name="connsiteY3" fmla="*/ 48920 h 118872"/>
                <a:gd name="connsiteX4" fmla="*/ 35753 w 64008"/>
                <a:gd name="connsiteY4" fmla="*/ 47915 h 118872"/>
                <a:gd name="connsiteX5" fmla="*/ 21580 w 64008"/>
                <a:gd name="connsiteY5" fmla="*/ 54864 h 118872"/>
                <a:gd name="connsiteX6" fmla="*/ 16733 w 64008"/>
                <a:gd name="connsiteY6" fmla="*/ 75621 h 118872"/>
                <a:gd name="connsiteX7" fmla="*/ 18014 w 64008"/>
                <a:gd name="connsiteY7" fmla="*/ 89794 h 118872"/>
                <a:gd name="connsiteX8" fmla="*/ 21854 w 64008"/>
                <a:gd name="connsiteY8" fmla="*/ 99578 h 118872"/>
                <a:gd name="connsiteX9" fmla="*/ 27981 w 64008"/>
                <a:gd name="connsiteY9" fmla="*/ 105339 h 118872"/>
                <a:gd name="connsiteX10" fmla="*/ 36302 w 64008"/>
                <a:gd name="connsiteY10" fmla="*/ 107168 h 118872"/>
                <a:gd name="connsiteX11" fmla="*/ 42245 w 64008"/>
                <a:gd name="connsiteY11" fmla="*/ 106253 h 118872"/>
                <a:gd name="connsiteX12" fmla="*/ 47549 w 64008"/>
                <a:gd name="connsiteY12" fmla="*/ 103693 h 118872"/>
                <a:gd name="connsiteX13" fmla="*/ 52212 w 64008"/>
                <a:gd name="connsiteY13" fmla="*/ 100127 h 118872"/>
                <a:gd name="connsiteX14" fmla="*/ 56053 w 64008"/>
                <a:gd name="connsiteY14" fmla="*/ 96012 h 118872"/>
                <a:gd name="connsiteX15" fmla="*/ 56053 w 64008"/>
                <a:gd name="connsiteY15" fmla="*/ 59253 h 118872"/>
                <a:gd name="connsiteX16" fmla="*/ 56144 w 64008"/>
                <a:gd name="connsiteY16" fmla="*/ 120975 h 118872"/>
                <a:gd name="connsiteX17" fmla="*/ 56144 w 64008"/>
                <a:gd name="connsiteY17" fmla="*/ 112746 h 118872"/>
                <a:gd name="connsiteX18" fmla="*/ 51115 w 64008"/>
                <a:gd name="connsiteY18" fmla="*/ 116769 h 118872"/>
                <a:gd name="connsiteX19" fmla="*/ 45537 w 64008"/>
                <a:gd name="connsiteY19" fmla="*/ 120061 h 118872"/>
                <a:gd name="connsiteX20" fmla="*/ 39502 w 64008"/>
                <a:gd name="connsiteY20" fmla="*/ 122164 h 118872"/>
                <a:gd name="connsiteX21" fmla="*/ 33376 w 64008"/>
                <a:gd name="connsiteY21" fmla="*/ 122804 h 118872"/>
                <a:gd name="connsiteX22" fmla="*/ 20300 w 64008"/>
                <a:gd name="connsiteY22" fmla="*/ 120152 h 118872"/>
                <a:gd name="connsiteX23" fmla="*/ 9693 w 64008"/>
                <a:gd name="connsiteY23" fmla="*/ 111831 h 118872"/>
                <a:gd name="connsiteX24" fmla="*/ 2560 w 64008"/>
                <a:gd name="connsiteY24" fmla="*/ 97292 h 118872"/>
                <a:gd name="connsiteX25" fmla="*/ 0 w 64008"/>
                <a:gd name="connsiteY25" fmla="*/ 75987 h 118872"/>
                <a:gd name="connsiteX26" fmla="*/ 2743 w 64008"/>
                <a:gd name="connsiteY26" fmla="*/ 56510 h 118872"/>
                <a:gd name="connsiteX27" fmla="*/ 10241 w 64008"/>
                <a:gd name="connsiteY27" fmla="*/ 42794 h 118872"/>
                <a:gd name="connsiteX28" fmla="*/ 21214 w 64008"/>
                <a:gd name="connsiteY28" fmla="*/ 34656 h 118872"/>
                <a:gd name="connsiteX29" fmla="*/ 34198 w 64008"/>
                <a:gd name="connsiteY29" fmla="*/ 32004 h 118872"/>
                <a:gd name="connsiteX30" fmla="*/ 40691 w 64008"/>
                <a:gd name="connsiteY30" fmla="*/ 32827 h 118872"/>
                <a:gd name="connsiteX31" fmla="*/ 46634 w 64008"/>
                <a:gd name="connsiteY31" fmla="*/ 35022 h 118872"/>
                <a:gd name="connsiteX32" fmla="*/ 51846 w 64008"/>
                <a:gd name="connsiteY32" fmla="*/ 38222 h 118872"/>
                <a:gd name="connsiteX33" fmla="*/ 56144 w 64008"/>
                <a:gd name="connsiteY33" fmla="*/ 41971 h 118872"/>
                <a:gd name="connsiteX34" fmla="*/ 56144 w 64008"/>
                <a:gd name="connsiteY34" fmla="*/ 8870 h 118872"/>
                <a:gd name="connsiteX35" fmla="*/ 73060 w 64008"/>
                <a:gd name="connsiteY35" fmla="*/ 0 h 118872"/>
                <a:gd name="connsiteX36" fmla="*/ 73060 w 64008"/>
                <a:gd name="connsiteY36" fmla="*/ 120975 h 118872"/>
                <a:gd name="connsiteX37" fmla="*/ 56144 w 64008"/>
                <a:gd name="connsiteY37" fmla="*/ 120975 h 118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64008" h="118872">
                  <a:moveTo>
                    <a:pt x="56236" y="59253"/>
                  </a:moveTo>
                  <a:cubicBezTo>
                    <a:pt x="55230" y="57973"/>
                    <a:pt x="54041" y="56601"/>
                    <a:pt x="52669" y="55321"/>
                  </a:cubicBezTo>
                  <a:cubicBezTo>
                    <a:pt x="51206" y="53950"/>
                    <a:pt x="49652" y="52761"/>
                    <a:pt x="47823" y="51664"/>
                  </a:cubicBezTo>
                  <a:cubicBezTo>
                    <a:pt x="46086" y="50566"/>
                    <a:pt x="44165" y="49652"/>
                    <a:pt x="42062" y="48920"/>
                  </a:cubicBezTo>
                  <a:cubicBezTo>
                    <a:pt x="40051" y="48189"/>
                    <a:pt x="37948" y="47915"/>
                    <a:pt x="35753" y="47915"/>
                  </a:cubicBezTo>
                  <a:cubicBezTo>
                    <a:pt x="29535" y="47915"/>
                    <a:pt x="24780" y="50201"/>
                    <a:pt x="21580" y="54864"/>
                  </a:cubicBezTo>
                  <a:cubicBezTo>
                    <a:pt x="18379" y="59527"/>
                    <a:pt x="16733" y="66385"/>
                    <a:pt x="16733" y="75621"/>
                  </a:cubicBezTo>
                  <a:cubicBezTo>
                    <a:pt x="16733" y="81107"/>
                    <a:pt x="17191" y="85771"/>
                    <a:pt x="18014" y="89794"/>
                  </a:cubicBezTo>
                  <a:cubicBezTo>
                    <a:pt x="18928" y="93726"/>
                    <a:pt x="20117" y="97018"/>
                    <a:pt x="21854" y="99578"/>
                  </a:cubicBezTo>
                  <a:cubicBezTo>
                    <a:pt x="23500" y="102139"/>
                    <a:pt x="25603" y="104059"/>
                    <a:pt x="27981" y="105339"/>
                  </a:cubicBezTo>
                  <a:cubicBezTo>
                    <a:pt x="30449" y="106619"/>
                    <a:pt x="33193" y="107168"/>
                    <a:pt x="36302" y="107168"/>
                  </a:cubicBezTo>
                  <a:cubicBezTo>
                    <a:pt x="38313" y="107168"/>
                    <a:pt x="40325" y="106893"/>
                    <a:pt x="42245" y="106253"/>
                  </a:cubicBezTo>
                  <a:cubicBezTo>
                    <a:pt x="44165" y="105613"/>
                    <a:pt x="45903" y="104790"/>
                    <a:pt x="47549" y="103693"/>
                  </a:cubicBezTo>
                  <a:cubicBezTo>
                    <a:pt x="49195" y="102596"/>
                    <a:pt x="50749" y="101498"/>
                    <a:pt x="52212" y="100127"/>
                  </a:cubicBezTo>
                  <a:cubicBezTo>
                    <a:pt x="53675" y="98847"/>
                    <a:pt x="54955" y="97475"/>
                    <a:pt x="56053" y="96012"/>
                  </a:cubicBezTo>
                  <a:lnTo>
                    <a:pt x="56053" y="59253"/>
                  </a:lnTo>
                  <a:close/>
                  <a:moveTo>
                    <a:pt x="56144" y="120975"/>
                  </a:moveTo>
                  <a:lnTo>
                    <a:pt x="56144" y="112746"/>
                  </a:lnTo>
                  <a:cubicBezTo>
                    <a:pt x="54498" y="114209"/>
                    <a:pt x="52852" y="115580"/>
                    <a:pt x="51115" y="116769"/>
                  </a:cubicBezTo>
                  <a:cubicBezTo>
                    <a:pt x="49378" y="118049"/>
                    <a:pt x="47549" y="119146"/>
                    <a:pt x="45537" y="120061"/>
                  </a:cubicBezTo>
                  <a:cubicBezTo>
                    <a:pt x="43525" y="121067"/>
                    <a:pt x="41514" y="121707"/>
                    <a:pt x="39502" y="122164"/>
                  </a:cubicBezTo>
                  <a:cubicBezTo>
                    <a:pt x="37490" y="122621"/>
                    <a:pt x="35479" y="122804"/>
                    <a:pt x="33376" y="122804"/>
                  </a:cubicBezTo>
                  <a:cubicBezTo>
                    <a:pt x="28712" y="122804"/>
                    <a:pt x="24323" y="121890"/>
                    <a:pt x="20300" y="120152"/>
                  </a:cubicBezTo>
                  <a:cubicBezTo>
                    <a:pt x="16276" y="118415"/>
                    <a:pt x="12710" y="115672"/>
                    <a:pt x="9693" y="111831"/>
                  </a:cubicBezTo>
                  <a:cubicBezTo>
                    <a:pt x="6675" y="108082"/>
                    <a:pt x="4298" y="103236"/>
                    <a:pt x="2560" y="97292"/>
                  </a:cubicBezTo>
                  <a:cubicBezTo>
                    <a:pt x="823" y="91349"/>
                    <a:pt x="0" y="84308"/>
                    <a:pt x="0" y="75987"/>
                  </a:cubicBezTo>
                  <a:cubicBezTo>
                    <a:pt x="0" y="68489"/>
                    <a:pt x="914" y="61996"/>
                    <a:pt x="2743" y="56510"/>
                  </a:cubicBezTo>
                  <a:cubicBezTo>
                    <a:pt x="4663" y="51024"/>
                    <a:pt x="7132" y="46360"/>
                    <a:pt x="10241" y="42794"/>
                  </a:cubicBezTo>
                  <a:cubicBezTo>
                    <a:pt x="13442" y="39228"/>
                    <a:pt x="17008" y="36485"/>
                    <a:pt x="21214" y="34656"/>
                  </a:cubicBezTo>
                  <a:cubicBezTo>
                    <a:pt x="25329" y="32918"/>
                    <a:pt x="29718" y="32004"/>
                    <a:pt x="34198" y="32004"/>
                  </a:cubicBezTo>
                  <a:cubicBezTo>
                    <a:pt x="36393" y="32004"/>
                    <a:pt x="38588" y="32278"/>
                    <a:pt x="40691" y="32827"/>
                  </a:cubicBezTo>
                  <a:cubicBezTo>
                    <a:pt x="42794" y="33376"/>
                    <a:pt x="44806" y="34107"/>
                    <a:pt x="46634" y="35022"/>
                  </a:cubicBezTo>
                  <a:cubicBezTo>
                    <a:pt x="48555" y="35936"/>
                    <a:pt x="50292" y="37033"/>
                    <a:pt x="51846" y="38222"/>
                  </a:cubicBezTo>
                  <a:cubicBezTo>
                    <a:pt x="53492" y="39411"/>
                    <a:pt x="54864" y="40691"/>
                    <a:pt x="56144" y="41971"/>
                  </a:cubicBezTo>
                  <a:lnTo>
                    <a:pt x="56144" y="8870"/>
                  </a:lnTo>
                  <a:lnTo>
                    <a:pt x="73060" y="0"/>
                  </a:lnTo>
                  <a:lnTo>
                    <a:pt x="73060" y="120975"/>
                  </a:lnTo>
                  <a:lnTo>
                    <a:pt x="56144" y="120975"/>
                  </a:lnTo>
                  <a:close/>
                </a:path>
              </a:pathLst>
            </a:custGeom>
            <a:solidFill>
              <a:srgbClr val="FFFFFF"/>
            </a:solidFill>
            <a:ln w="91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649587C4-8DA9-4C40-BB43-8BE50DE9B9A7}"/>
                </a:ext>
              </a:extLst>
            </p:cNvPr>
            <p:cNvSpPr/>
            <p:nvPr/>
          </p:nvSpPr>
          <p:spPr>
            <a:xfrm>
              <a:off x="2155551" y="6252393"/>
              <a:ext cx="100584" cy="82296"/>
            </a:xfrm>
            <a:custGeom>
              <a:avLst/>
              <a:gdLst>
                <a:gd name="connsiteX0" fmla="*/ 92720 w 100584"/>
                <a:gd name="connsiteY0" fmla="*/ 0 h 82296"/>
                <a:gd name="connsiteX1" fmla="*/ 78273 w 100584"/>
                <a:gd name="connsiteY1" fmla="*/ 59802 h 82296"/>
                <a:gd name="connsiteX2" fmla="*/ 61722 w 100584"/>
                <a:gd name="connsiteY2" fmla="*/ 0 h 82296"/>
                <a:gd name="connsiteX3" fmla="*/ 47915 w 100584"/>
                <a:gd name="connsiteY3" fmla="*/ 0 h 82296"/>
                <a:gd name="connsiteX4" fmla="*/ 31547 w 100584"/>
                <a:gd name="connsiteY4" fmla="*/ 59802 h 82296"/>
                <a:gd name="connsiteX5" fmla="*/ 16916 w 100584"/>
                <a:gd name="connsiteY5" fmla="*/ 0 h 82296"/>
                <a:gd name="connsiteX6" fmla="*/ 0 w 100584"/>
                <a:gd name="connsiteY6" fmla="*/ 0 h 82296"/>
                <a:gd name="connsiteX7" fmla="*/ 23866 w 100584"/>
                <a:gd name="connsiteY7" fmla="*/ 87142 h 82296"/>
                <a:gd name="connsiteX8" fmla="*/ 38496 w 100584"/>
                <a:gd name="connsiteY8" fmla="*/ 87142 h 82296"/>
                <a:gd name="connsiteX9" fmla="*/ 54590 w 100584"/>
                <a:gd name="connsiteY9" fmla="*/ 26152 h 82296"/>
                <a:gd name="connsiteX10" fmla="*/ 70775 w 100584"/>
                <a:gd name="connsiteY10" fmla="*/ 87142 h 82296"/>
                <a:gd name="connsiteX11" fmla="*/ 85405 w 100584"/>
                <a:gd name="connsiteY11" fmla="*/ 87142 h 82296"/>
                <a:gd name="connsiteX12" fmla="*/ 109637 w 100584"/>
                <a:gd name="connsiteY12" fmla="*/ 0 h 82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0584" h="82296">
                  <a:moveTo>
                    <a:pt x="92720" y="0"/>
                  </a:moveTo>
                  <a:lnTo>
                    <a:pt x="78273" y="59802"/>
                  </a:lnTo>
                  <a:lnTo>
                    <a:pt x="61722" y="0"/>
                  </a:lnTo>
                  <a:lnTo>
                    <a:pt x="47915" y="0"/>
                  </a:lnTo>
                  <a:lnTo>
                    <a:pt x="31547" y="59802"/>
                  </a:lnTo>
                  <a:lnTo>
                    <a:pt x="16916" y="0"/>
                  </a:lnTo>
                  <a:lnTo>
                    <a:pt x="0" y="0"/>
                  </a:lnTo>
                  <a:lnTo>
                    <a:pt x="23866" y="87142"/>
                  </a:lnTo>
                  <a:lnTo>
                    <a:pt x="38496" y="87142"/>
                  </a:lnTo>
                  <a:lnTo>
                    <a:pt x="54590" y="26152"/>
                  </a:lnTo>
                  <a:lnTo>
                    <a:pt x="70775" y="87142"/>
                  </a:lnTo>
                  <a:lnTo>
                    <a:pt x="85405" y="87142"/>
                  </a:lnTo>
                  <a:lnTo>
                    <a:pt x="109637" y="0"/>
                  </a:lnTo>
                  <a:close/>
                </a:path>
              </a:pathLst>
            </a:custGeom>
            <a:solidFill>
              <a:srgbClr val="FFFFFF"/>
            </a:solidFill>
            <a:ln w="91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grpSp>
          <p:nvGrpSpPr>
            <p:cNvPr id="361" name="Graphic 2">
              <a:extLst>
                <a:ext uri="{FF2B5EF4-FFF2-40B4-BE49-F238E27FC236}">
                  <a16:creationId xmlns:a16="http://schemas.microsoft.com/office/drawing/2014/main" id="{69916B0C-9B62-4073-A26B-3F4B3A5DFA66}"/>
                </a:ext>
              </a:extLst>
            </p:cNvPr>
            <p:cNvGrpSpPr/>
            <p:nvPr/>
          </p:nvGrpSpPr>
          <p:grpSpPr>
            <a:xfrm>
              <a:off x="2273965" y="6250564"/>
              <a:ext cx="146304" cy="82296"/>
              <a:chOff x="2273965" y="6250564"/>
              <a:chExt cx="146304" cy="82296"/>
            </a:xfrm>
            <a:solidFill>
              <a:srgbClr val="FFFFFF"/>
            </a:solidFill>
          </p:grpSpPr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DBD4A3FB-C21C-44B1-B264-B6963FA7C62E}"/>
                  </a:ext>
                </a:extLst>
              </p:cNvPr>
              <p:cNvSpPr/>
              <p:nvPr/>
            </p:nvSpPr>
            <p:spPr>
              <a:xfrm>
                <a:off x="2273965" y="6250747"/>
                <a:ext cx="73152" cy="82296"/>
              </a:xfrm>
              <a:custGeom>
                <a:avLst/>
                <a:gdLst>
                  <a:gd name="connsiteX0" fmla="*/ 60442 w 73152"/>
                  <a:gd name="connsiteY0" fmla="*/ 45263 h 82296"/>
                  <a:gd name="connsiteX1" fmla="*/ 58887 w 73152"/>
                  <a:gd name="connsiteY1" fmla="*/ 33284 h 82296"/>
                  <a:gd name="connsiteX2" fmla="*/ 54498 w 73152"/>
                  <a:gd name="connsiteY2" fmla="*/ 24049 h 82296"/>
                  <a:gd name="connsiteX3" fmla="*/ 47457 w 73152"/>
                  <a:gd name="connsiteY3" fmla="*/ 18197 h 82296"/>
                  <a:gd name="connsiteX4" fmla="*/ 38130 w 73152"/>
                  <a:gd name="connsiteY4" fmla="*/ 16093 h 82296"/>
                  <a:gd name="connsiteX5" fmla="*/ 29444 w 73152"/>
                  <a:gd name="connsiteY5" fmla="*/ 18197 h 82296"/>
                  <a:gd name="connsiteX6" fmla="*/ 22860 w 73152"/>
                  <a:gd name="connsiteY6" fmla="*/ 24049 h 82296"/>
                  <a:gd name="connsiteX7" fmla="*/ 18654 w 73152"/>
                  <a:gd name="connsiteY7" fmla="*/ 33101 h 82296"/>
                  <a:gd name="connsiteX8" fmla="*/ 17191 w 73152"/>
                  <a:gd name="connsiteY8" fmla="*/ 44806 h 82296"/>
                  <a:gd name="connsiteX9" fmla="*/ 18745 w 73152"/>
                  <a:gd name="connsiteY9" fmla="*/ 57516 h 82296"/>
                  <a:gd name="connsiteX10" fmla="*/ 23226 w 73152"/>
                  <a:gd name="connsiteY10" fmla="*/ 66751 h 82296"/>
                  <a:gd name="connsiteX11" fmla="*/ 30084 w 73152"/>
                  <a:gd name="connsiteY11" fmla="*/ 72420 h 82296"/>
                  <a:gd name="connsiteX12" fmla="*/ 38953 w 73152"/>
                  <a:gd name="connsiteY12" fmla="*/ 74341 h 82296"/>
                  <a:gd name="connsiteX13" fmla="*/ 47732 w 73152"/>
                  <a:gd name="connsiteY13" fmla="*/ 72055 h 82296"/>
                  <a:gd name="connsiteX14" fmla="*/ 54498 w 73152"/>
                  <a:gd name="connsiteY14" fmla="*/ 65837 h 82296"/>
                  <a:gd name="connsiteX15" fmla="*/ 58796 w 73152"/>
                  <a:gd name="connsiteY15" fmla="*/ 56601 h 82296"/>
                  <a:gd name="connsiteX16" fmla="*/ 60442 w 73152"/>
                  <a:gd name="connsiteY16" fmla="*/ 45263 h 82296"/>
                  <a:gd name="connsiteX17" fmla="*/ 77724 w 73152"/>
                  <a:gd name="connsiteY17" fmla="*/ 44806 h 82296"/>
                  <a:gd name="connsiteX18" fmla="*/ 74706 w 73152"/>
                  <a:gd name="connsiteY18" fmla="*/ 64191 h 82296"/>
                  <a:gd name="connsiteX19" fmla="*/ 66477 w 73152"/>
                  <a:gd name="connsiteY19" fmla="*/ 78638 h 82296"/>
                  <a:gd name="connsiteX20" fmla="*/ 53950 w 73152"/>
                  <a:gd name="connsiteY20" fmla="*/ 87600 h 82296"/>
                  <a:gd name="connsiteX21" fmla="*/ 38405 w 73152"/>
                  <a:gd name="connsiteY21" fmla="*/ 90708 h 82296"/>
                  <a:gd name="connsiteX22" fmla="*/ 23134 w 73152"/>
                  <a:gd name="connsiteY22" fmla="*/ 87508 h 82296"/>
                  <a:gd name="connsiteX23" fmla="*/ 10973 w 73152"/>
                  <a:gd name="connsiteY23" fmla="*/ 78364 h 82296"/>
                  <a:gd name="connsiteX24" fmla="*/ 2926 w 73152"/>
                  <a:gd name="connsiteY24" fmla="*/ 64008 h 82296"/>
                  <a:gd name="connsiteX25" fmla="*/ 0 w 73152"/>
                  <a:gd name="connsiteY25" fmla="*/ 45446 h 82296"/>
                  <a:gd name="connsiteX26" fmla="*/ 3018 w 73152"/>
                  <a:gd name="connsiteY26" fmla="*/ 26335 h 82296"/>
                  <a:gd name="connsiteX27" fmla="*/ 11247 w 73152"/>
                  <a:gd name="connsiteY27" fmla="*/ 12070 h 82296"/>
                  <a:gd name="connsiteX28" fmla="*/ 23592 w 73152"/>
                  <a:gd name="connsiteY28" fmla="*/ 3109 h 82296"/>
                  <a:gd name="connsiteX29" fmla="*/ 38953 w 73152"/>
                  <a:gd name="connsiteY29" fmla="*/ 0 h 82296"/>
                  <a:gd name="connsiteX30" fmla="*/ 54407 w 73152"/>
                  <a:gd name="connsiteY30" fmla="*/ 3200 h 82296"/>
                  <a:gd name="connsiteX31" fmla="*/ 66660 w 73152"/>
                  <a:gd name="connsiteY31" fmla="*/ 12253 h 82296"/>
                  <a:gd name="connsiteX32" fmla="*/ 74798 w 73152"/>
                  <a:gd name="connsiteY32" fmla="*/ 26426 h 82296"/>
                  <a:gd name="connsiteX33" fmla="*/ 77724 w 73152"/>
                  <a:gd name="connsiteY33" fmla="*/ 44806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3152" h="82296">
                    <a:moveTo>
                      <a:pt x="60442" y="45263"/>
                    </a:moveTo>
                    <a:cubicBezTo>
                      <a:pt x="60442" y="40874"/>
                      <a:pt x="59893" y="36850"/>
                      <a:pt x="58887" y="33284"/>
                    </a:cubicBezTo>
                    <a:cubicBezTo>
                      <a:pt x="57882" y="29718"/>
                      <a:pt x="56418" y="26609"/>
                      <a:pt x="54498" y="24049"/>
                    </a:cubicBezTo>
                    <a:cubicBezTo>
                      <a:pt x="52578" y="21488"/>
                      <a:pt x="50201" y="19568"/>
                      <a:pt x="47457" y="18197"/>
                    </a:cubicBezTo>
                    <a:cubicBezTo>
                      <a:pt x="44714" y="16825"/>
                      <a:pt x="41605" y="16093"/>
                      <a:pt x="38130" y="16093"/>
                    </a:cubicBezTo>
                    <a:cubicBezTo>
                      <a:pt x="34930" y="16093"/>
                      <a:pt x="32004" y="16825"/>
                      <a:pt x="29444" y="18197"/>
                    </a:cubicBezTo>
                    <a:cubicBezTo>
                      <a:pt x="26883" y="19568"/>
                      <a:pt x="24689" y="21488"/>
                      <a:pt x="22860" y="24049"/>
                    </a:cubicBezTo>
                    <a:cubicBezTo>
                      <a:pt x="21031" y="26609"/>
                      <a:pt x="19660" y="29535"/>
                      <a:pt x="18654" y="33101"/>
                    </a:cubicBezTo>
                    <a:cubicBezTo>
                      <a:pt x="17648" y="36576"/>
                      <a:pt x="17191" y="40508"/>
                      <a:pt x="17191" y="44806"/>
                    </a:cubicBezTo>
                    <a:cubicBezTo>
                      <a:pt x="17191" y="49560"/>
                      <a:pt x="17739" y="53858"/>
                      <a:pt x="18745" y="57516"/>
                    </a:cubicBezTo>
                    <a:cubicBezTo>
                      <a:pt x="19751" y="61173"/>
                      <a:pt x="21306" y="64282"/>
                      <a:pt x="23226" y="66751"/>
                    </a:cubicBezTo>
                    <a:cubicBezTo>
                      <a:pt x="25146" y="69220"/>
                      <a:pt x="27432" y="71140"/>
                      <a:pt x="30084" y="72420"/>
                    </a:cubicBezTo>
                    <a:cubicBezTo>
                      <a:pt x="32736" y="73701"/>
                      <a:pt x="35753" y="74341"/>
                      <a:pt x="38953" y="74341"/>
                    </a:cubicBezTo>
                    <a:cubicBezTo>
                      <a:pt x="42154" y="74341"/>
                      <a:pt x="45080" y="73609"/>
                      <a:pt x="47732" y="72055"/>
                    </a:cubicBezTo>
                    <a:cubicBezTo>
                      <a:pt x="50383" y="70500"/>
                      <a:pt x="52578" y="68397"/>
                      <a:pt x="54498" y="65837"/>
                    </a:cubicBezTo>
                    <a:cubicBezTo>
                      <a:pt x="56327" y="63185"/>
                      <a:pt x="57790" y="60168"/>
                      <a:pt x="58796" y="56601"/>
                    </a:cubicBezTo>
                    <a:cubicBezTo>
                      <a:pt x="59893" y="53035"/>
                      <a:pt x="60442" y="49286"/>
                      <a:pt x="60442" y="45263"/>
                    </a:cubicBezTo>
                    <a:moveTo>
                      <a:pt x="77724" y="44806"/>
                    </a:moveTo>
                    <a:cubicBezTo>
                      <a:pt x="77724" y="52029"/>
                      <a:pt x="76718" y="58522"/>
                      <a:pt x="74706" y="64191"/>
                    </a:cubicBezTo>
                    <a:cubicBezTo>
                      <a:pt x="72695" y="69860"/>
                      <a:pt x="69952" y="74706"/>
                      <a:pt x="66477" y="78638"/>
                    </a:cubicBezTo>
                    <a:cubicBezTo>
                      <a:pt x="63002" y="82570"/>
                      <a:pt x="58796" y="85588"/>
                      <a:pt x="53950" y="87600"/>
                    </a:cubicBezTo>
                    <a:cubicBezTo>
                      <a:pt x="49103" y="89611"/>
                      <a:pt x="43983" y="90708"/>
                      <a:pt x="38405" y="90708"/>
                    </a:cubicBezTo>
                    <a:cubicBezTo>
                      <a:pt x="32918" y="90708"/>
                      <a:pt x="27798" y="89611"/>
                      <a:pt x="23134" y="87508"/>
                    </a:cubicBezTo>
                    <a:cubicBezTo>
                      <a:pt x="18471" y="85314"/>
                      <a:pt x="14448" y="82296"/>
                      <a:pt x="10973" y="78364"/>
                    </a:cubicBezTo>
                    <a:cubicBezTo>
                      <a:pt x="7590" y="74432"/>
                      <a:pt x="4846" y="69586"/>
                      <a:pt x="2926" y="64008"/>
                    </a:cubicBezTo>
                    <a:cubicBezTo>
                      <a:pt x="1006" y="58430"/>
                      <a:pt x="0" y="52212"/>
                      <a:pt x="0" y="45446"/>
                    </a:cubicBezTo>
                    <a:cubicBezTo>
                      <a:pt x="0" y="38313"/>
                      <a:pt x="1006" y="31913"/>
                      <a:pt x="3018" y="26335"/>
                    </a:cubicBezTo>
                    <a:cubicBezTo>
                      <a:pt x="5029" y="20757"/>
                      <a:pt x="7772" y="16002"/>
                      <a:pt x="11247" y="12070"/>
                    </a:cubicBezTo>
                    <a:cubicBezTo>
                      <a:pt x="14722" y="8138"/>
                      <a:pt x="18837" y="5212"/>
                      <a:pt x="23592" y="3109"/>
                    </a:cubicBezTo>
                    <a:cubicBezTo>
                      <a:pt x="28346" y="1097"/>
                      <a:pt x="33467" y="0"/>
                      <a:pt x="38953" y="0"/>
                    </a:cubicBezTo>
                    <a:cubicBezTo>
                      <a:pt x="44531" y="0"/>
                      <a:pt x="49652" y="1097"/>
                      <a:pt x="54407" y="3200"/>
                    </a:cubicBezTo>
                    <a:cubicBezTo>
                      <a:pt x="59162" y="5304"/>
                      <a:pt x="63185" y="8321"/>
                      <a:pt x="66660" y="12253"/>
                    </a:cubicBezTo>
                    <a:cubicBezTo>
                      <a:pt x="70134" y="16185"/>
                      <a:pt x="72786" y="20848"/>
                      <a:pt x="74798" y="26426"/>
                    </a:cubicBezTo>
                    <a:cubicBezTo>
                      <a:pt x="76718" y="31821"/>
                      <a:pt x="77724" y="37948"/>
                      <a:pt x="77724" y="44806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0066E317-04A2-48AF-9F53-EEF9117A59E6}"/>
                  </a:ext>
                </a:extLst>
              </p:cNvPr>
              <p:cNvSpPr/>
              <p:nvPr/>
            </p:nvSpPr>
            <p:spPr>
              <a:xfrm>
                <a:off x="2369429" y="6250564"/>
                <a:ext cx="45720" cy="82296"/>
              </a:xfrm>
              <a:custGeom>
                <a:avLst/>
                <a:gdLst>
                  <a:gd name="connsiteX0" fmla="*/ 47183 w 45720"/>
                  <a:gd name="connsiteY0" fmla="*/ 19934 h 82296"/>
                  <a:gd name="connsiteX1" fmla="*/ 41422 w 45720"/>
                  <a:gd name="connsiteY1" fmla="*/ 17556 h 82296"/>
                  <a:gd name="connsiteX2" fmla="*/ 34199 w 45720"/>
                  <a:gd name="connsiteY2" fmla="*/ 16734 h 82296"/>
                  <a:gd name="connsiteX3" fmla="*/ 21580 w 45720"/>
                  <a:gd name="connsiteY3" fmla="*/ 22403 h 82296"/>
                  <a:gd name="connsiteX4" fmla="*/ 17099 w 45720"/>
                  <a:gd name="connsiteY4" fmla="*/ 39228 h 82296"/>
                  <a:gd name="connsiteX5" fmla="*/ 17099 w 45720"/>
                  <a:gd name="connsiteY5" fmla="*/ 88971 h 82296"/>
                  <a:gd name="connsiteX6" fmla="*/ 0 w 45720"/>
                  <a:gd name="connsiteY6" fmla="*/ 88971 h 82296"/>
                  <a:gd name="connsiteX7" fmla="*/ 0 w 45720"/>
                  <a:gd name="connsiteY7" fmla="*/ 1920 h 82296"/>
                  <a:gd name="connsiteX8" fmla="*/ 17099 w 45720"/>
                  <a:gd name="connsiteY8" fmla="*/ 1920 h 82296"/>
                  <a:gd name="connsiteX9" fmla="*/ 17099 w 45720"/>
                  <a:gd name="connsiteY9" fmla="*/ 10150 h 82296"/>
                  <a:gd name="connsiteX10" fmla="*/ 20665 w 45720"/>
                  <a:gd name="connsiteY10" fmla="*/ 6126 h 82296"/>
                  <a:gd name="connsiteX11" fmla="*/ 25329 w 45720"/>
                  <a:gd name="connsiteY11" fmla="*/ 2926 h 82296"/>
                  <a:gd name="connsiteX12" fmla="*/ 30815 w 45720"/>
                  <a:gd name="connsiteY12" fmla="*/ 732 h 82296"/>
                  <a:gd name="connsiteX13" fmla="*/ 36942 w 45720"/>
                  <a:gd name="connsiteY13" fmla="*/ 0 h 82296"/>
                  <a:gd name="connsiteX14" fmla="*/ 45720 w 45720"/>
                  <a:gd name="connsiteY14" fmla="*/ 1006 h 82296"/>
                  <a:gd name="connsiteX15" fmla="*/ 51755 w 45720"/>
                  <a:gd name="connsiteY15" fmla="*/ 3658 h 82296"/>
                  <a:gd name="connsiteX16" fmla="*/ 47183 w 45720"/>
                  <a:gd name="connsiteY16" fmla="*/ 19934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5720" h="82296">
                    <a:moveTo>
                      <a:pt x="47183" y="19934"/>
                    </a:moveTo>
                    <a:cubicBezTo>
                      <a:pt x="45354" y="18928"/>
                      <a:pt x="43434" y="18105"/>
                      <a:pt x="41422" y="17556"/>
                    </a:cubicBezTo>
                    <a:cubicBezTo>
                      <a:pt x="39411" y="17008"/>
                      <a:pt x="36942" y="16734"/>
                      <a:pt x="34199" y="16734"/>
                    </a:cubicBezTo>
                    <a:cubicBezTo>
                      <a:pt x="28712" y="16734"/>
                      <a:pt x="24506" y="18562"/>
                      <a:pt x="21580" y="22403"/>
                    </a:cubicBezTo>
                    <a:cubicBezTo>
                      <a:pt x="18654" y="26152"/>
                      <a:pt x="17099" y="31730"/>
                      <a:pt x="17099" y="39228"/>
                    </a:cubicBezTo>
                    <a:lnTo>
                      <a:pt x="17099" y="88971"/>
                    </a:lnTo>
                    <a:lnTo>
                      <a:pt x="0" y="88971"/>
                    </a:lnTo>
                    <a:lnTo>
                      <a:pt x="0" y="1920"/>
                    </a:lnTo>
                    <a:lnTo>
                      <a:pt x="17099" y="1920"/>
                    </a:lnTo>
                    <a:lnTo>
                      <a:pt x="17099" y="10150"/>
                    </a:lnTo>
                    <a:cubicBezTo>
                      <a:pt x="18105" y="8687"/>
                      <a:pt x="19294" y="7315"/>
                      <a:pt x="20665" y="6126"/>
                    </a:cubicBezTo>
                    <a:cubicBezTo>
                      <a:pt x="22037" y="4938"/>
                      <a:pt x="23592" y="3840"/>
                      <a:pt x="25329" y="2926"/>
                    </a:cubicBezTo>
                    <a:cubicBezTo>
                      <a:pt x="27066" y="2012"/>
                      <a:pt x="28895" y="1280"/>
                      <a:pt x="30815" y="732"/>
                    </a:cubicBezTo>
                    <a:cubicBezTo>
                      <a:pt x="32736" y="183"/>
                      <a:pt x="34839" y="0"/>
                      <a:pt x="36942" y="0"/>
                    </a:cubicBezTo>
                    <a:cubicBezTo>
                      <a:pt x="40416" y="0"/>
                      <a:pt x="43343" y="366"/>
                      <a:pt x="45720" y="1006"/>
                    </a:cubicBezTo>
                    <a:cubicBezTo>
                      <a:pt x="48006" y="1646"/>
                      <a:pt x="50109" y="2560"/>
                      <a:pt x="51755" y="3658"/>
                    </a:cubicBezTo>
                    <a:lnTo>
                      <a:pt x="47183" y="19934"/>
                    </a:lnTo>
                    <a:close/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</p:grp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E9AFCC69-D6BE-41B1-924E-97AD31F44EA3}"/>
                </a:ext>
              </a:extLst>
            </p:cNvPr>
            <p:cNvSpPr/>
            <p:nvPr/>
          </p:nvSpPr>
          <p:spPr>
            <a:xfrm>
              <a:off x="2435357" y="6218560"/>
              <a:ext cx="64008" cy="118872"/>
            </a:xfrm>
            <a:custGeom>
              <a:avLst/>
              <a:gdLst>
                <a:gd name="connsiteX0" fmla="*/ 0 w 64008"/>
                <a:gd name="connsiteY0" fmla="*/ 8961 h 118872"/>
                <a:gd name="connsiteX1" fmla="*/ 0 w 64008"/>
                <a:gd name="connsiteY1" fmla="*/ 120975 h 118872"/>
                <a:gd name="connsiteX2" fmla="*/ 17099 w 64008"/>
                <a:gd name="connsiteY2" fmla="*/ 120975 h 118872"/>
                <a:gd name="connsiteX3" fmla="*/ 17099 w 64008"/>
                <a:gd name="connsiteY3" fmla="*/ 95281 h 118872"/>
                <a:gd name="connsiteX4" fmla="*/ 30358 w 64008"/>
                <a:gd name="connsiteY4" fmla="*/ 77633 h 118872"/>
                <a:gd name="connsiteX5" fmla="*/ 49652 w 64008"/>
                <a:gd name="connsiteY5" fmla="*/ 120975 h 118872"/>
                <a:gd name="connsiteX6" fmla="*/ 68123 w 64008"/>
                <a:gd name="connsiteY6" fmla="*/ 120975 h 118872"/>
                <a:gd name="connsiteX7" fmla="*/ 41971 w 64008"/>
                <a:gd name="connsiteY7" fmla="*/ 63002 h 118872"/>
                <a:gd name="connsiteX8" fmla="*/ 64008 w 64008"/>
                <a:gd name="connsiteY8" fmla="*/ 33833 h 118872"/>
                <a:gd name="connsiteX9" fmla="*/ 44623 w 64008"/>
                <a:gd name="connsiteY9" fmla="*/ 33833 h 118872"/>
                <a:gd name="connsiteX10" fmla="*/ 17099 w 64008"/>
                <a:gd name="connsiteY10" fmla="*/ 72421 h 118872"/>
                <a:gd name="connsiteX11" fmla="*/ 17099 w 64008"/>
                <a:gd name="connsiteY11" fmla="*/ 0 h 118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008" h="118872">
                  <a:moveTo>
                    <a:pt x="0" y="8961"/>
                  </a:moveTo>
                  <a:lnTo>
                    <a:pt x="0" y="120975"/>
                  </a:lnTo>
                  <a:lnTo>
                    <a:pt x="17099" y="120975"/>
                  </a:lnTo>
                  <a:lnTo>
                    <a:pt x="17099" y="95281"/>
                  </a:lnTo>
                  <a:lnTo>
                    <a:pt x="30358" y="77633"/>
                  </a:lnTo>
                  <a:lnTo>
                    <a:pt x="49652" y="120975"/>
                  </a:lnTo>
                  <a:lnTo>
                    <a:pt x="68123" y="120975"/>
                  </a:lnTo>
                  <a:lnTo>
                    <a:pt x="41971" y="63002"/>
                  </a:lnTo>
                  <a:lnTo>
                    <a:pt x="64008" y="33833"/>
                  </a:lnTo>
                  <a:lnTo>
                    <a:pt x="44623" y="33833"/>
                  </a:lnTo>
                  <a:lnTo>
                    <a:pt x="17099" y="72421"/>
                  </a:lnTo>
                  <a:lnTo>
                    <a:pt x="17099" y="0"/>
                  </a:lnTo>
                  <a:close/>
                </a:path>
              </a:pathLst>
            </a:custGeom>
            <a:solidFill>
              <a:srgbClr val="FFFFFF"/>
            </a:solidFill>
            <a:ln w="91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grpSp>
          <p:nvGrpSpPr>
            <p:cNvPr id="365" name="Graphic 2">
              <a:extLst>
                <a:ext uri="{FF2B5EF4-FFF2-40B4-BE49-F238E27FC236}">
                  <a16:creationId xmlns:a16="http://schemas.microsoft.com/office/drawing/2014/main" id="{69916B0C-9B62-4073-A26B-3F4B3A5DFA66}"/>
                </a:ext>
              </a:extLst>
            </p:cNvPr>
            <p:cNvGrpSpPr/>
            <p:nvPr/>
          </p:nvGrpSpPr>
          <p:grpSpPr>
            <a:xfrm>
              <a:off x="2512075" y="6250473"/>
              <a:ext cx="100584" cy="82296"/>
              <a:chOff x="2512075" y="6250473"/>
              <a:chExt cx="100584" cy="82296"/>
            </a:xfrm>
            <a:solidFill>
              <a:srgbClr val="FFFFFF"/>
            </a:solidFill>
          </p:grpSpPr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DF77209-ECEA-42D4-9E53-563E4E49D749}"/>
                  </a:ext>
                </a:extLst>
              </p:cNvPr>
              <p:cNvSpPr/>
              <p:nvPr/>
            </p:nvSpPr>
            <p:spPr>
              <a:xfrm>
                <a:off x="2512075" y="6250473"/>
                <a:ext cx="64008" cy="82296"/>
              </a:xfrm>
              <a:custGeom>
                <a:avLst/>
                <a:gdLst>
                  <a:gd name="connsiteX0" fmla="*/ 62545 w 64008"/>
                  <a:gd name="connsiteY0" fmla="*/ 9693 h 82296"/>
                  <a:gd name="connsiteX1" fmla="*/ 55047 w 64008"/>
                  <a:gd name="connsiteY1" fmla="*/ 22860 h 82296"/>
                  <a:gd name="connsiteX2" fmla="*/ 44257 w 64008"/>
                  <a:gd name="connsiteY2" fmla="*/ 17191 h 82296"/>
                  <a:gd name="connsiteX3" fmla="*/ 32553 w 64008"/>
                  <a:gd name="connsiteY3" fmla="*/ 15362 h 82296"/>
                  <a:gd name="connsiteX4" fmla="*/ 23409 w 64008"/>
                  <a:gd name="connsiteY4" fmla="*/ 17556 h 82296"/>
                  <a:gd name="connsiteX5" fmla="*/ 20574 w 64008"/>
                  <a:gd name="connsiteY5" fmla="*/ 23226 h 82296"/>
                  <a:gd name="connsiteX6" fmla="*/ 21305 w 64008"/>
                  <a:gd name="connsiteY6" fmla="*/ 26335 h 82296"/>
                  <a:gd name="connsiteX7" fmla="*/ 23774 w 64008"/>
                  <a:gd name="connsiteY7" fmla="*/ 29261 h 82296"/>
                  <a:gd name="connsiteX8" fmla="*/ 28712 w 64008"/>
                  <a:gd name="connsiteY8" fmla="*/ 32370 h 82296"/>
                  <a:gd name="connsiteX9" fmla="*/ 36759 w 64008"/>
                  <a:gd name="connsiteY9" fmla="*/ 35936 h 82296"/>
                  <a:gd name="connsiteX10" fmla="*/ 49469 w 64008"/>
                  <a:gd name="connsiteY10" fmla="*/ 41331 h 82296"/>
                  <a:gd name="connsiteX11" fmla="*/ 58613 w 64008"/>
                  <a:gd name="connsiteY11" fmla="*/ 47092 h 82296"/>
                  <a:gd name="connsiteX12" fmla="*/ 64191 w 64008"/>
                  <a:gd name="connsiteY12" fmla="*/ 54590 h 82296"/>
                  <a:gd name="connsiteX13" fmla="*/ 66111 w 64008"/>
                  <a:gd name="connsiteY13" fmla="*/ 65014 h 82296"/>
                  <a:gd name="connsiteX14" fmla="*/ 63368 w 64008"/>
                  <a:gd name="connsiteY14" fmla="*/ 77175 h 82296"/>
                  <a:gd name="connsiteX15" fmla="*/ 56144 w 64008"/>
                  <a:gd name="connsiteY15" fmla="*/ 85131 h 82296"/>
                  <a:gd name="connsiteX16" fmla="*/ 45720 w 64008"/>
                  <a:gd name="connsiteY16" fmla="*/ 89428 h 82296"/>
                  <a:gd name="connsiteX17" fmla="*/ 33376 w 64008"/>
                  <a:gd name="connsiteY17" fmla="*/ 90708 h 82296"/>
                  <a:gd name="connsiteX18" fmla="*/ 16002 w 64008"/>
                  <a:gd name="connsiteY18" fmla="*/ 87691 h 82296"/>
                  <a:gd name="connsiteX19" fmla="*/ 0 w 64008"/>
                  <a:gd name="connsiteY19" fmla="*/ 79553 h 82296"/>
                  <a:gd name="connsiteX20" fmla="*/ 7772 w 64008"/>
                  <a:gd name="connsiteY20" fmla="*/ 66660 h 82296"/>
                  <a:gd name="connsiteX21" fmla="*/ 20482 w 64008"/>
                  <a:gd name="connsiteY21" fmla="*/ 73061 h 82296"/>
                  <a:gd name="connsiteX22" fmla="*/ 33193 w 64008"/>
                  <a:gd name="connsiteY22" fmla="*/ 75255 h 82296"/>
                  <a:gd name="connsiteX23" fmla="*/ 45171 w 64008"/>
                  <a:gd name="connsiteY23" fmla="*/ 72786 h 82296"/>
                  <a:gd name="connsiteX24" fmla="*/ 49103 w 64008"/>
                  <a:gd name="connsiteY24" fmla="*/ 65654 h 82296"/>
                  <a:gd name="connsiteX25" fmla="*/ 47732 w 64008"/>
                  <a:gd name="connsiteY25" fmla="*/ 61265 h 82296"/>
                  <a:gd name="connsiteX26" fmla="*/ 43708 w 64008"/>
                  <a:gd name="connsiteY26" fmla="*/ 57699 h 82296"/>
                  <a:gd name="connsiteX27" fmla="*/ 37307 w 64008"/>
                  <a:gd name="connsiteY27" fmla="*/ 54498 h 82296"/>
                  <a:gd name="connsiteX28" fmla="*/ 28895 w 64008"/>
                  <a:gd name="connsiteY28" fmla="*/ 51115 h 82296"/>
                  <a:gd name="connsiteX29" fmla="*/ 16916 w 64008"/>
                  <a:gd name="connsiteY29" fmla="*/ 45720 h 82296"/>
                  <a:gd name="connsiteX30" fmla="*/ 8961 w 64008"/>
                  <a:gd name="connsiteY30" fmla="*/ 39868 h 82296"/>
                  <a:gd name="connsiteX31" fmla="*/ 4572 w 64008"/>
                  <a:gd name="connsiteY31" fmla="*/ 32827 h 82296"/>
                  <a:gd name="connsiteX32" fmla="*/ 3200 w 64008"/>
                  <a:gd name="connsiteY32" fmla="*/ 23774 h 82296"/>
                  <a:gd name="connsiteX33" fmla="*/ 5395 w 64008"/>
                  <a:gd name="connsiteY33" fmla="*/ 13442 h 82296"/>
                  <a:gd name="connsiteX34" fmla="*/ 11521 w 64008"/>
                  <a:gd name="connsiteY34" fmla="*/ 6035 h 82296"/>
                  <a:gd name="connsiteX35" fmla="*/ 20940 w 64008"/>
                  <a:gd name="connsiteY35" fmla="*/ 1554 h 82296"/>
                  <a:gd name="connsiteX36" fmla="*/ 32918 w 64008"/>
                  <a:gd name="connsiteY36" fmla="*/ 0 h 82296"/>
                  <a:gd name="connsiteX37" fmla="*/ 48829 w 64008"/>
                  <a:gd name="connsiteY37" fmla="*/ 2652 h 82296"/>
                  <a:gd name="connsiteX38" fmla="*/ 62545 w 64008"/>
                  <a:gd name="connsiteY38" fmla="*/ 9693 h 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64008" h="82296">
                    <a:moveTo>
                      <a:pt x="62545" y="9693"/>
                    </a:moveTo>
                    <a:lnTo>
                      <a:pt x="55047" y="22860"/>
                    </a:lnTo>
                    <a:cubicBezTo>
                      <a:pt x="51481" y="20300"/>
                      <a:pt x="47914" y="18471"/>
                      <a:pt x="44257" y="17191"/>
                    </a:cubicBezTo>
                    <a:cubicBezTo>
                      <a:pt x="40599" y="16002"/>
                      <a:pt x="36667" y="15362"/>
                      <a:pt x="32553" y="15362"/>
                    </a:cubicBezTo>
                    <a:cubicBezTo>
                      <a:pt x="28346" y="15362"/>
                      <a:pt x="25329" y="16093"/>
                      <a:pt x="23409" y="17556"/>
                    </a:cubicBezTo>
                    <a:cubicBezTo>
                      <a:pt x="21488" y="19020"/>
                      <a:pt x="20574" y="20940"/>
                      <a:pt x="20574" y="23226"/>
                    </a:cubicBezTo>
                    <a:cubicBezTo>
                      <a:pt x="20574" y="24323"/>
                      <a:pt x="20848" y="25329"/>
                      <a:pt x="21305" y="26335"/>
                    </a:cubicBezTo>
                    <a:cubicBezTo>
                      <a:pt x="21763" y="27341"/>
                      <a:pt x="22586" y="28255"/>
                      <a:pt x="23774" y="29261"/>
                    </a:cubicBezTo>
                    <a:cubicBezTo>
                      <a:pt x="24963" y="30175"/>
                      <a:pt x="26609" y="31272"/>
                      <a:pt x="28712" y="32370"/>
                    </a:cubicBezTo>
                    <a:cubicBezTo>
                      <a:pt x="30815" y="33467"/>
                      <a:pt x="33467" y="34656"/>
                      <a:pt x="36759" y="35936"/>
                    </a:cubicBezTo>
                    <a:cubicBezTo>
                      <a:pt x="41605" y="37856"/>
                      <a:pt x="45903" y="39685"/>
                      <a:pt x="49469" y="41331"/>
                    </a:cubicBezTo>
                    <a:cubicBezTo>
                      <a:pt x="53127" y="43068"/>
                      <a:pt x="56144" y="44988"/>
                      <a:pt x="58613" y="47092"/>
                    </a:cubicBezTo>
                    <a:cubicBezTo>
                      <a:pt x="61082" y="49195"/>
                      <a:pt x="62911" y="51755"/>
                      <a:pt x="64191" y="54590"/>
                    </a:cubicBezTo>
                    <a:cubicBezTo>
                      <a:pt x="65471" y="57424"/>
                      <a:pt x="66111" y="60899"/>
                      <a:pt x="66111" y="65014"/>
                    </a:cubicBezTo>
                    <a:cubicBezTo>
                      <a:pt x="66111" y="69769"/>
                      <a:pt x="65197" y="73884"/>
                      <a:pt x="63368" y="77175"/>
                    </a:cubicBezTo>
                    <a:cubicBezTo>
                      <a:pt x="61539" y="80467"/>
                      <a:pt x="59162" y="83119"/>
                      <a:pt x="56144" y="85131"/>
                    </a:cubicBezTo>
                    <a:cubicBezTo>
                      <a:pt x="53127" y="87142"/>
                      <a:pt x="49652" y="88605"/>
                      <a:pt x="45720" y="89428"/>
                    </a:cubicBezTo>
                    <a:cubicBezTo>
                      <a:pt x="41788" y="90251"/>
                      <a:pt x="37673" y="90708"/>
                      <a:pt x="33376" y="90708"/>
                    </a:cubicBezTo>
                    <a:cubicBezTo>
                      <a:pt x="27889" y="90708"/>
                      <a:pt x="22037" y="89703"/>
                      <a:pt x="16002" y="87691"/>
                    </a:cubicBezTo>
                    <a:cubicBezTo>
                      <a:pt x="9875" y="85679"/>
                      <a:pt x="4572" y="82936"/>
                      <a:pt x="0" y="79553"/>
                    </a:cubicBezTo>
                    <a:lnTo>
                      <a:pt x="7772" y="66660"/>
                    </a:lnTo>
                    <a:cubicBezTo>
                      <a:pt x="11887" y="69494"/>
                      <a:pt x="16093" y="71598"/>
                      <a:pt x="20482" y="73061"/>
                    </a:cubicBezTo>
                    <a:cubicBezTo>
                      <a:pt x="24872" y="74524"/>
                      <a:pt x="29078" y="75255"/>
                      <a:pt x="33193" y="75255"/>
                    </a:cubicBezTo>
                    <a:cubicBezTo>
                      <a:pt x="38588" y="75255"/>
                      <a:pt x="42611" y="74432"/>
                      <a:pt x="45171" y="72786"/>
                    </a:cubicBezTo>
                    <a:cubicBezTo>
                      <a:pt x="47732" y="71140"/>
                      <a:pt x="49103" y="68763"/>
                      <a:pt x="49103" y="65654"/>
                    </a:cubicBezTo>
                    <a:cubicBezTo>
                      <a:pt x="49103" y="64008"/>
                      <a:pt x="48646" y="62545"/>
                      <a:pt x="47732" y="61265"/>
                    </a:cubicBezTo>
                    <a:cubicBezTo>
                      <a:pt x="46817" y="59985"/>
                      <a:pt x="45446" y="58796"/>
                      <a:pt x="43708" y="57699"/>
                    </a:cubicBezTo>
                    <a:cubicBezTo>
                      <a:pt x="41971" y="56601"/>
                      <a:pt x="39868" y="55504"/>
                      <a:pt x="37307" y="54498"/>
                    </a:cubicBezTo>
                    <a:cubicBezTo>
                      <a:pt x="34839" y="53401"/>
                      <a:pt x="32004" y="52304"/>
                      <a:pt x="28895" y="51115"/>
                    </a:cubicBezTo>
                    <a:cubicBezTo>
                      <a:pt x="24232" y="49286"/>
                      <a:pt x="20208" y="47457"/>
                      <a:pt x="16916" y="45720"/>
                    </a:cubicBezTo>
                    <a:cubicBezTo>
                      <a:pt x="13624" y="43983"/>
                      <a:pt x="10973" y="41971"/>
                      <a:pt x="8961" y="39868"/>
                    </a:cubicBezTo>
                    <a:cubicBezTo>
                      <a:pt x="6949" y="37765"/>
                      <a:pt x="5486" y="35387"/>
                      <a:pt x="4572" y="32827"/>
                    </a:cubicBezTo>
                    <a:cubicBezTo>
                      <a:pt x="3658" y="30267"/>
                      <a:pt x="3200" y="27249"/>
                      <a:pt x="3200" y="23774"/>
                    </a:cubicBezTo>
                    <a:cubicBezTo>
                      <a:pt x="3200" y="19934"/>
                      <a:pt x="3932" y="16459"/>
                      <a:pt x="5395" y="13442"/>
                    </a:cubicBezTo>
                    <a:cubicBezTo>
                      <a:pt x="6858" y="10424"/>
                      <a:pt x="8870" y="8047"/>
                      <a:pt x="11521" y="6035"/>
                    </a:cubicBezTo>
                    <a:cubicBezTo>
                      <a:pt x="14173" y="4023"/>
                      <a:pt x="17282" y="2560"/>
                      <a:pt x="20940" y="1554"/>
                    </a:cubicBezTo>
                    <a:cubicBezTo>
                      <a:pt x="24597" y="549"/>
                      <a:pt x="28529" y="0"/>
                      <a:pt x="32918" y="0"/>
                    </a:cubicBezTo>
                    <a:cubicBezTo>
                      <a:pt x="38405" y="0"/>
                      <a:pt x="43708" y="914"/>
                      <a:pt x="48829" y="2652"/>
                    </a:cubicBezTo>
                    <a:cubicBezTo>
                      <a:pt x="54132" y="4572"/>
                      <a:pt x="58613" y="6858"/>
                      <a:pt x="62545" y="9693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E21831E9-8323-4326-8754-6C4E294729D3}"/>
                  </a:ext>
                </a:extLst>
              </p:cNvPr>
              <p:cNvSpPr/>
              <p:nvPr/>
            </p:nvSpPr>
            <p:spPr>
              <a:xfrm>
                <a:off x="2594828" y="6314938"/>
                <a:ext cx="18288" cy="18288"/>
              </a:xfrm>
              <a:custGeom>
                <a:avLst/>
                <a:gdLst>
                  <a:gd name="connsiteX0" fmla="*/ 26060 w 18288"/>
                  <a:gd name="connsiteY0" fmla="*/ 13259 h 18288"/>
                  <a:gd name="connsiteX1" fmla="*/ 25055 w 18288"/>
                  <a:gd name="connsiteY1" fmla="*/ 18379 h 18288"/>
                  <a:gd name="connsiteX2" fmla="*/ 22311 w 18288"/>
                  <a:gd name="connsiteY2" fmla="*/ 22586 h 18288"/>
                  <a:gd name="connsiteX3" fmla="*/ 18105 w 18288"/>
                  <a:gd name="connsiteY3" fmla="*/ 25420 h 18288"/>
                  <a:gd name="connsiteX4" fmla="*/ 12984 w 18288"/>
                  <a:gd name="connsiteY4" fmla="*/ 26426 h 18288"/>
                  <a:gd name="connsiteX5" fmla="*/ 7864 w 18288"/>
                  <a:gd name="connsiteY5" fmla="*/ 25420 h 18288"/>
                  <a:gd name="connsiteX6" fmla="*/ 3749 w 18288"/>
                  <a:gd name="connsiteY6" fmla="*/ 22586 h 18288"/>
                  <a:gd name="connsiteX7" fmla="*/ 1006 w 18288"/>
                  <a:gd name="connsiteY7" fmla="*/ 18379 h 18288"/>
                  <a:gd name="connsiteX8" fmla="*/ 0 w 18288"/>
                  <a:gd name="connsiteY8" fmla="*/ 13259 h 18288"/>
                  <a:gd name="connsiteX9" fmla="*/ 1006 w 18288"/>
                  <a:gd name="connsiteY9" fmla="*/ 8138 h 18288"/>
                  <a:gd name="connsiteX10" fmla="*/ 3749 w 18288"/>
                  <a:gd name="connsiteY10" fmla="*/ 3932 h 18288"/>
                  <a:gd name="connsiteX11" fmla="*/ 7864 w 18288"/>
                  <a:gd name="connsiteY11" fmla="*/ 1006 h 18288"/>
                  <a:gd name="connsiteX12" fmla="*/ 12984 w 18288"/>
                  <a:gd name="connsiteY12" fmla="*/ 0 h 18288"/>
                  <a:gd name="connsiteX13" fmla="*/ 18105 w 18288"/>
                  <a:gd name="connsiteY13" fmla="*/ 1006 h 18288"/>
                  <a:gd name="connsiteX14" fmla="*/ 22311 w 18288"/>
                  <a:gd name="connsiteY14" fmla="*/ 3932 h 18288"/>
                  <a:gd name="connsiteX15" fmla="*/ 25055 w 18288"/>
                  <a:gd name="connsiteY15" fmla="*/ 8138 h 18288"/>
                  <a:gd name="connsiteX16" fmla="*/ 26060 w 18288"/>
                  <a:gd name="connsiteY16" fmla="*/ 13259 h 1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288" h="18288">
                    <a:moveTo>
                      <a:pt x="26060" y="13259"/>
                    </a:moveTo>
                    <a:cubicBezTo>
                      <a:pt x="26060" y="15088"/>
                      <a:pt x="25695" y="16825"/>
                      <a:pt x="25055" y="18379"/>
                    </a:cubicBezTo>
                    <a:cubicBezTo>
                      <a:pt x="24414" y="19934"/>
                      <a:pt x="23409" y="21397"/>
                      <a:pt x="22311" y="22586"/>
                    </a:cubicBezTo>
                    <a:cubicBezTo>
                      <a:pt x="21123" y="23774"/>
                      <a:pt x="19751" y="24689"/>
                      <a:pt x="18105" y="25420"/>
                    </a:cubicBezTo>
                    <a:cubicBezTo>
                      <a:pt x="16551" y="26060"/>
                      <a:pt x="14813" y="26426"/>
                      <a:pt x="12984" y="26426"/>
                    </a:cubicBezTo>
                    <a:cubicBezTo>
                      <a:pt x="11156" y="26426"/>
                      <a:pt x="9418" y="26060"/>
                      <a:pt x="7864" y="25420"/>
                    </a:cubicBezTo>
                    <a:cubicBezTo>
                      <a:pt x="6218" y="24780"/>
                      <a:pt x="4846" y="23774"/>
                      <a:pt x="3749" y="22586"/>
                    </a:cubicBezTo>
                    <a:cubicBezTo>
                      <a:pt x="2560" y="21397"/>
                      <a:pt x="1646" y="20025"/>
                      <a:pt x="1006" y="18379"/>
                    </a:cubicBezTo>
                    <a:cubicBezTo>
                      <a:pt x="366" y="16825"/>
                      <a:pt x="0" y="15088"/>
                      <a:pt x="0" y="13259"/>
                    </a:cubicBezTo>
                    <a:cubicBezTo>
                      <a:pt x="0" y="11430"/>
                      <a:pt x="366" y="9693"/>
                      <a:pt x="1006" y="8138"/>
                    </a:cubicBezTo>
                    <a:cubicBezTo>
                      <a:pt x="1646" y="6584"/>
                      <a:pt x="2560" y="5121"/>
                      <a:pt x="3749" y="3932"/>
                    </a:cubicBezTo>
                    <a:cubicBezTo>
                      <a:pt x="4938" y="2743"/>
                      <a:pt x="6309" y="1737"/>
                      <a:pt x="7864" y="1006"/>
                    </a:cubicBezTo>
                    <a:cubicBezTo>
                      <a:pt x="9418" y="274"/>
                      <a:pt x="11156" y="0"/>
                      <a:pt x="12984" y="0"/>
                    </a:cubicBezTo>
                    <a:cubicBezTo>
                      <a:pt x="14813" y="0"/>
                      <a:pt x="16551" y="366"/>
                      <a:pt x="18105" y="1006"/>
                    </a:cubicBezTo>
                    <a:cubicBezTo>
                      <a:pt x="19660" y="1737"/>
                      <a:pt x="21123" y="2652"/>
                      <a:pt x="22311" y="3932"/>
                    </a:cubicBezTo>
                    <a:cubicBezTo>
                      <a:pt x="23500" y="5121"/>
                      <a:pt x="24414" y="6584"/>
                      <a:pt x="25055" y="8138"/>
                    </a:cubicBezTo>
                    <a:cubicBezTo>
                      <a:pt x="25695" y="9784"/>
                      <a:pt x="26060" y="11430"/>
                      <a:pt x="26060" y="13259"/>
                    </a:cubicBezTo>
                  </a:path>
                </a:pathLst>
              </a:custGeom>
              <a:grpFill/>
              <a:ln w="91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EYInterstate Light" panose="02000506000000020004" pitchFamily="2" charset="0"/>
                  <a:cs typeface="Arial" panose="020B0604020202020204" pitchFamily="34" charset="0"/>
                  <a:sym typeface="EYInterstate Light" panose="02000506000000020004" pitchFamily="2" charset="0"/>
                </a:endParaRPr>
              </a:p>
            </p:txBody>
          </p:sp>
        </p:grpSp>
      </p:grpSp>
      <p:sp>
        <p:nvSpPr>
          <p:cNvPr id="342" name="Rectangle 341">
            <a:extLst>
              <a:ext uri="{FF2B5EF4-FFF2-40B4-BE49-F238E27FC236}">
                <a16:creationId xmlns:a16="http://schemas.microsoft.com/office/drawing/2014/main" id="{BFBC66B5-2475-4F1B-8CD3-426699968443}"/>
              </a:ext>
            </a:extLst>
          </p:cNvPr>
          <p:cNvSpPr/>
          <p:nvPr userDrawn="1"/>
        </p:nvSpPr>
        <p:spPr>
          <a:xfrm>
            <a:off x="5312159" y="2843212"/>
            <a:ext cx="155367" cy="1046351"/>
          </a:xfrm>
          <a:custGeom>
            <a:avLst/>
            <a:gdLst>
              <a:gd name="connsiteX0" fmla="*/ 0 w 155367"/>
              <a:gd name="connsiteY0" fmla="*/ 0 h 946339"/>
              <a:gd name="connsiteX1" fmla="*/ 155367 w 155367"/>
              <a:gd name="connsiteY1" fmla="*/ 0 h 946339"/>
              <a:gd name="connsiteX2" fmla="*/ 155367 w 155367"/>
              <a:gd name="connsiteY2" fmla="*/ 946339 h 946339"/>
              <a:gd name="connsiteX3" fmla="*/ 0 w 155367"/>
              <a:gd name="connsiteY3" fmla="*/ 946339 h 946339"/>
              <a:gd name="connsiteX4" fmla="*/ 0 w 155367"/>
              <a:gd name="connsiteY4" fmla="*/ 0 h 946339"/>
              <a:gd name="connsiteX0" fmla="*/ 0 w 155367"/>
              <a:gd name="connsiteY0" fmla="*/ 100012 h 1046351"/>
              <a:gd name="connsiteX1" fmla="*/ 155367 w 155367"/>
              <a:gd name="connsiteY1" fmla="*/ 0 h 1046351"/>
              <a:gd name="connsiteX2" fmla="*/ 155367 w 155367"/>
              <a:gd name="connsiteY2" fmla="*/ 1046351 h 1046351"/>
              <a:gd name="connsiteX3" fmla="*/ 0 w 155367"/>
              <a:gd name="connsiteY3" fmla="*/ 1046351 h 1046351"/>
              <a:gd name="connsiteX4" fmla="*/ 0 w 155367"/>
              <a:gd name="connsiteY4" fmla="*/ 100012 h 1046351"/>
              <a:gd name="connsiteX0" fmla="*/ 0 w 155367"/>
              <a:gd name="connsiteY0" fmla="*/ 104774 h 1046351"/>
              <a:gd name="connsiteX1" fmla="*/ 155367 w 155367"/>
              <a:gd name="connsiteY1" fmla="*/ 0 h 1046351"/>
              <a:gd name="connsiteX2" fmla="*/ 155367 w 155367"/>
              <a:gd name="connsiteY2" fmla="*/ 1046351 h 1046351"/>
              <a:gd name="connsiteX3" fmla="*/ 0 w 155367"/>
              <a:gd name="connsiteY3" fmla="*/ 1046351 h 1046351"/>
              <a:gd name="connsiteX4" fmla="*/ 0 w 155367"/>
              <a:gd name="connsiteY4" fmla="*/ 104774 h 1046351"/>
              <a:gd name="connsiteX0" fmla="*/ 0 w 155367"/>
              <a:gd name="connsiteY0" fmla="*/ 104774 h 1046351"/>
              <a:gd name="connsiteX1" fmla="*/ 95660 w 155367"/>
              <a:gd name="connsiteY1" fmla="*/ 40482 h 1046351"/>
              <a:gd name="connsiteX2" fmla="*/ 155367 w 155367"/>
              <a:gd name="connsiteY2" fmla="*/ 0 h 1046351"/>
              <a:gd name="connsiteX3" fmla="*/ 155367 w 155367"/>
              <a:gd name="connsiteY3" fmla="*/ 1046351 h 1046351"/>
              <a:gd name="connsiteX4" fmla="*/ 0 w 155367"/>
              <a:gd name="connsiteY4" fmla="*/ 1046351 h 1046351"/>
              <a:gd name="connsiteX5" fmla="*/ 0 w 155367"/>
              <a:gd name="connsiteY5" fmla="*/ 104774 h 1046351"/>
              <a:gd name="connsiteX0" fmla="*/ 0 w 155367"/>
              <a:gd name="connsiteY0" fmla="*/ 104774 h 1046351"/>
              <a:gd name="connsiteX1" fmla="*/ 38510 w 155367"/>
              <a:gd name="connsiteY1" fmla="*/ 80963 h 1046351"/>
              <a:gd name="connsiteX2" fmla="*/ 95660 w 155367"/>
              <a:gd name="connsiteY2" fmla="*/ 40482 h 1046351"/>
              <a:gd name="connsiteX3" fmla="*/ 155367 w 155367"/>
              <a:gd name="connsiteY3" fmla="*/ 0 h 1046351"/>
              <a:gd name="connsiteX4" fmla="*/ 155367 w 155367"/>
              <a:gd name="connsiteY4" fmla="*/ 1046351 h 1046351"/>
              <a:gd name="connsiteX5" fmla="*/ 0 w 155367"/>
              <a:gd name="connsiteY5" fmla="*/ 1046351 h 1046351"/>
              <a:gd name="connsiteX6" fmla="*/ 0 w 155367"/>
              <a:gd name="connsiteY6" fmla="*/ 104774 h 1046351"/>
              <a:gd name="connsiteX0" fmla="*/ 0 w 155367"/>
              <a:gd name="connsiteY0" fmla="*/ 104774 h 1046351"/>
              <a:gd name="connsiteX1" fmla="*/ 38510 w 155367"/>
              <a:gd name="connsiteY1" fmla="*/ 80963 h 1046351"/>
              <a:gd name="connsiteX2" fmla="*/ 95660 w 155367"/>
              <a:gd name="connsiteY2" fmla="*/ 40482 h 1046351"/>
              <a:gd name="connsiteX3" fmla="*/ 121854 w 155367"/>
              <a:gd name="connsiteY3" fmla="*/ 23813 h 1046351"/>
              <a:gd name="connsiteX4" fmla="*/ 155367 w 155367"/>
              <a:gd name="connsiteY4" fmla="*/ 0 h 1046351"/>
              <a:gd name="connsiteX5" fmla="*/ 155367 w 155367"/>
              <a:gd name="connsiteY5" fmla="*/ 1046351 h 1046351"/>
              <a:gd name="connsiteX6" fmla="*/ 0 w 155367"/>
              <a:gd name="connsiteY6" fmla="*/ 1046351 h 1046351"/>
              <a:gd name="connsiteX7" fmla="*/ 0 w 155367"/>
              <a:gd name="connsiteY7" fmla="*/ 104774 h 1046351"/>
              <a:gd name="connsiteX0" fmla="*/ 0 w 155367"/>
              <a:gd name="connsiteY0" fmla="*/ 104774 h 1046351"/>
              <a:gd name="connsiteX1" fmla="*/ 38510 w 155367"/>
              <a:gd name="connsiteY1" fmla="*/ 80963 h 1046351"/>
              <a:gd name="connsiteX2" fmla="*/ 95660 w 155367"/>
              <a:gd name="connsiteY2" fmla="*/ 40482 h 1046351"/>
              <a:gd name="connsiteX3" fmla="*/ 117091 w 155367"/>
              <a:gd name="connsiteY3" fmla="*/ 19050 h 1046351"/>
              <a:gd name="connsiteX4" fmla="*/ 155367 w 155367"/>
              <a:gd name="connsiteY4" fmla="*/ 0 h 1046351"/>
              <a:gd name="connsiteX5" fmla="*/ 155367 w 155367"/>
              <a:gd name="connsiteY5" fmla="*/ 1046351 h 1046351"/>
              <a:gd name="connsiteX6" fmla="*/ 0 w 155367"/>
              <a:gd name="connsiteY6" fmla="*/ 1046351 h 1046351"/>
              <a:gd name="connsiteX7" fmla="*/ 0 w 155367"/>
              <a:gd name="connsiteY7" fmla="*/ 104774 h 1046351"/>
              <a:gd name="connsiteX0" fmla="*/ 0 w 155367"/>
              <a:gd name="connsiteY0" fmla="*/ 104774 h 1046351"/>
              <a:gd name="connsiteX1" fmla="*/ 45654 w 155367"/>
              <a:gd name="connsiteY1" fmla="*/ 90488 h 1046351"/>
              <a:gd name="connsiteX2" fmla="*/ 95660 w 155367"/>
              <a:gd name="connsiteY2" fmla="*/ 40482 h 1046351"/>
              <a:gd name="connsiteX3" fmla="*/ 117091 w 155367"/>
              <a:gd name="connsiteY3" fmla="*/ 19050 h 1046351"/>
              <a:gd name="connsiteX4" fmla="*/ 155367 w 155367"/>
              <a:gd name="connsiteY4" fmla="*/ 0 h 1046351"/>
              <a:gd name="connsiteX5" fmla="*/ 155367 w 155367"/>
              <a:gd name="connsiteY5" fmla="*/ 1046351 h 1046351"/>
              <a:gd name="connsiteX6" fmla="*/ 0 w 155367"/>
              <a:gd name="connsiteY6" fmla="*/ 1046351 h 1046351"/>
              <a:gd name="connsiteX7" fmla="*/ 0 w 155367"/>
              <a:gd name="connsiteY7" fmla="*/ 104774 h 1046351"/>
              <a:gd name="connsiteX0" fmla="*/ 0 w 155367"/>
              <a:gd name="connsiteY0" fmla="*/ 104774 h 1046351"/>
              <a:gd name="connsiteX1" fmla="*/ 45654 w 155367"/>
              <a:gd name="connsiteY1" fmla="*/ 90488 h 1046351"/>
              <a:gd name="connsiteX2" fmla="*/ 88517 w 155367"/>
              <a:gd name="connsiteY2" fmla="*/ 40482 h 1046351"/>
              <a:gd name="connsiteX3" fmla="*/ 117091 w 155367"/>
              <a:gd name="connsiteY3" fmla="*/ 19050 h 1046351"/>
              <a:gd name="connsiteX4" fmla="*/ 155367 w 155367"/>
              <a:gd name="connsiteY4" fmla="*/ 0 h 1046351"/>
              <a:gd name="connsiteX5" fmla="*/ 155367 w 155367"/>
              <a:gd name="connsiteY5" fmla="*/ 1046351 h 1046351"/>
              <a:gd name="connsiteX6" fmla="*/ 0 w 155367"/>
              <a:gd name="connsiteY6" fmla="*/ 1046351 h 1046351"/>
              <a:gd name="connsiteX7" fmla="*/ 0 w 155367"/>
              <a:gd name="connsiteY7" fmla="*/ 104774 h 1046351"/>
              <a:gd name="connsiteX0" fmla="*/ 0 w 155367"/>
              <a:gd name="connsiteY0" fmla="*/ 104774 h 1046351"/>
              <a:gd name="connsiteX1" fmla="*/ 48035 w 155367"/>
              <a:gd name="connsiteY1" fmla="*/ 88106 h 1046351"/>
              <a:gd name="connsiteX2" fmla="*/ 88517 w 155367"/>
              <a:gd name="connsiteY2" fmla="*/ 40482 h 1046351"/>
              <a:gd name="connsiteX3" fmla="*/ 117091 w 155367"/>
              <a:gd name="connsiteY3" fmla="*/ 19050 h 1046351"/>
              <a:gd name="connsiteX4" fmla="*/ 155367 w 155367"/>
              <a:gd name="connsiteY4" fmla="*/ 0 h 1046351"/>
              <a:gd name="connsiteX5" fmla="*/ 155367 w 155367"/>
              <a:gd name="connsiteY5" fmla="*/ 1046351 h 1046351"/>
              <a:gd name="connsiteX6" fmla="*/ 0 w 155367"/>
              <a:gd name="connsiteY6" fmla="*/ 1046351 h 1046351"/>
              <a:gd name="connsiteX7" fmla="*/ 0 w 155367"/>
              <a:gd name="connsiteY7" fmla="*/ 104774 h 1046351"/>
              <a:gd name="connsiteX0" fmla="*/ 0 w 155367"/>
              <a:gd name="connsiteY0" fmla="*/ 104774 h 1046351"/>
              <a:gd name="connsiteX1" fmla="*/ 48035 w 155367"/>
              <a:gd name="connsiteY1" fmla="*/ 88106 h 1046351"/>
              <a:gd name="connsiteX2" fmla="*/ 88517 w 155367"/>
              <a:gd name="connsiteY2" fmla="*/ 40482 h 1046351"/>
              <a:gd name="connsiteX3" fmla="*/ 114710 w 155367"/>
              <a:gd name="connsiteY3" fmla="*/ 21432 h 1046351"/>
              <a:gd name="connsiteX4" fmla="*/ 155367 w 155367"/>
              <a:gd name="connsiteY4" fmla="*/ 0 h 1046351"/>
              <a:gd name="connsiteX5" fmla="*/ 155367 w 155367"/>
              <a:gd name="connsiteY5" fmla="*/ 1046351 h 1046351"/>
              <a:gd name="connsiteX6" fmla="*/ 0 w 155367"/>
              <a:gd name="connsiteY6" fmla="*/ 1046351 h 1046351"/>
              <a:gd name="connsiteX7" fmla="*/ 0 w 155367"/>
              <a:gd name="connsiteY7" fmla="*/ 104774 h 1046351"/>
              <a:gd name="connsiteX0" fmla="*/ 0 w 155367"/>
              <a:gd name="connsiteY0" fmla="*/ 104774 h 1046351"/>
              <a:gd name="connsiteX1" fmla="*/ 48035 w 155367"/>
              <a:gd name="connsiteY1" fmla="*/ 88106 h 1046351"/>
              <a:gd name="connsiteX2" fmla="*/ 88517 w 155367"/>
              <a:gd name="connsiteY2" fmla="*/ 40482 h 1046351"/>
              <a:gd name="connsiteX3" fmla="*/ 114710 w 155367"/>
              <a:gd name="connsiteY3" fmla="*/ 14288 h 1046351"/>
              <a:gd name="connsiteX4" fmla="*/ 155367 w 155367"/>
              <a:gd name="connsiteY4" fmla="*/ 0 h 1046351"/>
              <a:gd name="connsiteX5" fmla="*/ 155367 w 155367"/>
              <a:gd name="connsiteY5" fmla="*/ 1046351 h 1046351"/>
              <a:gd name="connsiteX6" fmla="*/ 0 w 155367"/>
              <a:gd name="connsiteY6" fmla="*/ 1046351 h 1046351"/>
              <a:gd name="connsiteX7" fmla="*/ 0 w 155367"/>
              <a:gd name="connsiteY7" fmla="*/ 104774 h 1046351"/>
              <a:gd name="connsiteX0" fmla="*/ 0 w 155367"/>
              <a:gd name="connsiteY0" fmla="*/ 104774 h 1046351"/>
              <a:gd name="connsiteX1" fmla="*/ 55178 w 155367"/>
              <a:gd name="connsiteY1" fmla="*/ 88106 h 1046351"/>
              <a:gd name="connsiteX2" fmla="*/ 88517 w 155367"/>
              <a:gd name="connsiteY2" fmla="*/ 40482 h 1046351"/>
              <a:gd name="connsiteX3" fmla="*/ 114710 w 155367"/>
              <a:gd name="connsiteY3" fmla="*/ 14288 h 1046351"/>
              <a:gd name="connsiteX4" fmla="*/ 155367 w 155367"/>
              <a:gd name="connsiteY4" fmla="*/ 0 h 1046351"/>
              <a:gd name="connsiteX5" fmla="*/ 155367 w 155367"/>
              <a:gd name="connsiteY5" fmla="*/ 1046351 h 1046351"/>
              <a:gd name="connsiteX6" fmla="*/ 0 w 155367"/>
              <a:gd name="connsiteY6" fmla="*/ 1046351 h 1046351"/>
              <a:gd name="connsiteX7" fmla="*/ 0 w 155367"/>
              <a:gd name="connsiteY7" fmla="*/ 104774 h 1046351"/>
              <a:gd name="connsiteX0" fmla="*/ 0 w 155367"/>
              <a:gd name="connsiteY0" fmla="*/ 104774 h 1046351"/>
              <a:gd name="connsiteX1" fmla="*/ 57559 w 155367"/>
              <a:gd name="connsiteY1" fmla="*/ 83343 h 1046351"/>
              <a:gd name="connsiteX2" fmla="*/ 88517 w 155367"/>
              <a:gd name="connsiteY2" fmla="*/ 40482 h 1046351"/>
              <a:gd name="connsiteX3" fmla="*/ 114710 w 155367"/>
              <a:gd name="connsiteY3" fmla="*/ 14288 h 1046351"/>
              <a:gd name="connsiteX4" fmla="*/ 155367 w 155367"/>
              <a:gd name="connsiteY4" fmla="*/ 0 h 1046351"/>
              <a:gd name="connsiteX5" fmla="*/ 155367 w 155367"/>
              <a:gd name="connsiteY5" fmla="*/ 1046351 h 1046351"/>
              <a:gd name="connsiteX6" fmla="*/ 0 w 155367"/>
              <a:gd name="connsiteY6" fmla="*/ 1046351 h 1046351"/>
              <a:gd name="connsiteX7" fmla="*/ 0 w 155367"/>
              <a:gd name="connsiteY7" fmla="*/ 104774 h 1046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367" h="1046351">
                <a:moveTo>
                  <a:pt x="0" y="104774"/>
                </a:moveTo>
                <a:lnTo>
                  <a:pt x="57559" y="83343"/>
                </a:lnTo>
                <a:lnTo>
                  <a:pt x="88517" y="40482"/>
                </a:lnTo>
                <a:lnTo>
                  <a:pt x="114710" y="14288"/>
                </a:lnTo>
                <a:lnTo>
                  <a:pt x="155367" y="0"/>
                </a:lnTo>
                <a:lnTo>
                  <a:pt x="155367" y="1046351"/>
                </a:lnTo>
                <a:lnTo>
                  <a:pt x="0" y="1046351"/>
                </a:lnTo>
                <a:lnTo>
                  <a:pt x="0" y="104774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DCBC18F-25AD-490C-ACA1-AE6712824015}"/>
              </a:ext>
            </a:extLst>
          </p:cNvPr>
          <p:cNvSpPr/>
          <p:nvPr userDrawn="1"/>
        </p:nvSpPr>
        <p:spPr>
          <a:xfrm>
            <a:off x="5312159" y="460564"/>
            <a:ext cx="155367" cy="2215355"/>
          </a:xfrm>
          <a:custGeom>
            <a:avLst/>
            <a:gdLst>
              <a:gd name="connsiteX0" fmla="*/ 0 w 155367"/>
              <a:gd name="connsiteY0" fmla="*/ 0 h 1672603"/>
              <a:gd name="connsiteX1" fmla="*/ 155367 w 155367"/>
              <a:gd name="connsiteY1" fmla="*/ 0 h 1672603"/>
              <a:gd name="connsiteX2" fmla="*/ 155367 w 155367"/>
              <a:gd name="connsiteY2" fmla="*/ 1672603 h 1672603"/>
              <a:gd name="connsiteX3" fmla="*/ 0 w 155367"/>
              <a:gd name="connsiteY3" fmla="*/ 1672603 h 1672603"/>
              <a:gd name="connsiteX4" fmla="*/ 0 w 155367"/>
              <a:gd name="connsiteY4" fmla="*/ 0 h 1672603"/>
              <a:gd name="connsiteX0" fmla="*/ 0 w 155367"/>
              <a:gd name="connsiteY0" fmla="*/ 0 h 1672603"/>
              <a:gd name="connsiteX1" fmla="*/ 155367 w 155367"/>
              <a:gd name="connsiteY1" fmla="*/ 0 h 1672603"/>
              <a:gd name="connsiteX2" fmla="*/ 155367 w 155367"/>
              <a:gd name="connsiteY2" fmla="*/ 1672603 h 1672603"/>
              <a:gd name="connsiteX3" fmla="*/ 36129 w 155367"/>
              <a:gd name="connsiteY3" fmla="*/ 1671958 h 1672603"/>
              <a:gd name="connsiteX4" fmla="*/ 0 w 155367"/>
              <a:gd name="connsiteY4" fmla="*/ 1672603 h 1672603"/>
              <a:gd name="connsiteX5" fmla="*/ 0 w 155367"/>
              <a:gd name="connsiteY5" fmla="*/ 0 h 1672603"/>
              <a:gd name="connsiteX0" fmla="*/ 0 w 155367"/>
              <a:gd name="connsiteY0" fmla="*/ 0 h 1672603"/>
              <a:gd name="connsiteX1" fmla="*/ 155367 w 155367"/>
              <a:gd name="connsiteY1" fmla="*/ 0 h 1672603"/>
              <a:gd name="connsiteX2" fmla="*/ 155367 w 155367"/>
              <a:gd name="connsiteY2" fmla="*/ 1672603 h 1672603"/>
              <a:gd name="connsiteX3" fmla="*/ 105185 w 155367"/>
              <a:gd name="connsiteY3" fmla="*/ 1669577 h 1672603"/>
              <a:gd name="connsiteX4" fmla="*/ 36129 w 155367"/>
              <a:gd name="connsiteY4" fmla="*/ 1671958 h 1672603"/>
              <a:gd name="connsiteX5" fmla="*/ 0 w 155367"/>
              <a:gd name="connsiteY5" fmla="*/ 1672603 h 1672603"/>
              <a:gd name="connsiteX6" fmla="*/ 0 w 155367"/>
              <a:gd name="connsiteY6" fmla="*/ 0 h 1672603"/>
              <a:gd name="connsiteX0" fmla="*/ 0 w 155367"/>
              <a:gd name="connsiteY0" fmla="*/ 0 h 1672603"/>
              <a:gd name="connsiteX1" fmla="*/ 155367 w 155367"/>
              <a:gd name="connsiteY1" fmla="*/ 0 h 1672603"/>
              <a:gd name="connsiteX2" fmla="*/ 155367 w 155367"/>
              <a:gd name="connsiteY2" fmla="*/ 1624978 h 1672603"/>
              <a:gd name="connsiteX3" fmla="*/ 105185 w 155367"/>
              <a:gd name="connsiteY3" fmla="*/ 1669577 h 1672603"/>
              <a:gd name="connsiteX4" fmla="*/ 36129 w 155367"/>
              <a:gd name="connsiteY4" fmla="*/ 1671958 h 1672603"/>
              <a:gd name="connsiteX5" fmla="*/ 0 w 155367"/>
              <a:gd name="connsiteY5" fmla="*/ 1672603 h 1672603"/>
              <a:gd name="connsiteX6" fmla="*/ 0 w 155367"/>
              <a:gd name="connsiteY6" fmla="*/ 0 h 1672603"/>
              <a:gd name="connsiteX0" fmla="*/ 0 w 155367"/>
              <a:gd name="connsiteY0" fmla="*/ 0 h 1671958"/>
              <a:gd name="connsiteX1" fmla="*/ 155367 w 155367"/>
              <a:gd name="connsiteY1" fmla="*/ 0 h 1671958"/>
              <a:gd name="connsiteX2" fmla="*/ 155367 w 155367"/>
              <a:gd name="connsiteY2" fmla="*/ 1624978 h 1671958"/>
              <a:gd name="connsiteX3" fmla="*/ 105185 w 155367"/>
              <a:gd name="connsiteY3" fmla="*/ 1669577 h 1671958"/>
              <a:gd name="connsiteX4" fmla="*/ 36129 w 155367"/>
              <a:gd name="connsiteY4" fmla="*/ 1671958 h 1671958"/>
              <a:gd name="connsiteX5" fmla="*/ 0 w 155367"/>
              <a:gd name="connsiteY5" fmla="*/ 1670222 h 1671958"/>
              <a:gd name="connsiteX6" fmla="*/ 0 w 155367"/>
              <a:gd name="connsiteY6" fmla="*/ 0 h 1671958"/>
              <a:gd name="connsiteX0" fmla="*/ 0 w 155367"/>
              <a:gd name="connsiteY0" fmla="*/ 0 h 1671958"/>
              <a:gd name="connsiteX1" fmla="*/ 155367 w 155367"/>
              <a:gd name="connsiteY1" fmla="*/ 0 h 1671958"/>
              <a:gd name="connsiteX2" fmla="*/ 155367 w 155367"/>
              <a:gd name="connsiteY2" fmla="*/ 1624978 h 1671958"/>
              <a:gd name="connsiteX3" fmla="*/ 109948 w 155367"/>
              <a:gd name="connsiteY3" fmla="*/ 1652908 h 1671958"/>
              <a:gd name="connsiteX4" fmla="*/ 36129 w 155367"/>
              <a:gd name="connsiteY4" fmla="*/ 1671958 h 1671958"/>
              <a:gd name="connsiteX5" fmla="*/ 0 w 155367"/>
              <a:gd name="connsiteY5" fmla="*/ 1670222 h 1671958"/>
              <a:gd name="connsiteX6" fmla="*/ 0 w 155367"/>
              <a:gd name="connsiteY6" fmla="*/ 0 h 1671958"/>
              <a:gd name="connsiteX0" fmla="*/ 0 w 155367"/>
              <a:gd name="connsiteY0" fmla="*/ 0 h 1671958"/>
              <a:gd name="connsiteX1" fmla="*/ 155367 w 155367"/>
              <a:gd name="connsiteY1" fmla="*/ 0 h 1671958"/>
              <a:gd name="connsiteX2" fmla="*/ 155367 w 155367"/>
              <a:gd name="connsiteY2" fmla="*/ 1636941 h 1671958"/>
              <a:gd name="connsiteX3" fmla="*/ 109948 w 155367"/>
              <a:gd name="connsiteY3" fmla="*/ 1652908 h 1671958"/>
              <a:gd name="connsiteX4" fmla="*/ 36129 w 155367"/>
              <a:gd name="connsiteY4" fmla="*/ 1671958 h 1671958"/>
              <a:gd name="connsiteX5" fmla="*/ 0 w 155367"/>
              <a:gd name="connsiteY5" fmla="*/ 1670222 h 1671958"/>
              <a:gd name="connsiteX6" fmla="*/ 0 w 155367"/>
              <a:gd name="connsiteY6" fmla="*/ 0 h 1671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5367" h="1671958">
                <a:moveTo>
                  <a:pt x="0" y="0"/>
                </a:moveTo>
                <a:lnTo>
                  <a:pt x="155367" y="0"/>
                </a:lnTo>
                <a:lnTo>
                  <a:pt x="155367" y="1636941"/>
                </a:lnTo>
                <a:lnTo>
                  <a:pt x="109948" y="1652908"/>
                </a:lnTo>
                <a:lnTo>
                  <a:pt x="36129" y="1671958"/>
                </a:lnTo>
                <a:lnTo>
                  <a:pt x="0" y="167022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847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2448">
          <p15:clr>
            <a:srgbClr val="5ACBF0"/>
          </p15:clr>
        </p15:guide>
        <p15:guide id="3" pos="674">
          <p15:clr>
            <a:srgbClr val="5ACBF0"/>
          </p15:clr>
        </p15:guide>
        <p15:guide id="4" pos="3438">
          <p15:clr>
            <a:srgbClr val="5ACBF0"/>
          </p15:clr>
        </p15:guide>
        <p15:guide id="5" pos="3072">
          <p15:clr>
            <a:srgbClr val="5ACBF0"/>
          </p15:clr>
        </p15:guide>
        <p15:guide id="6" pos="386">
          <p15:clr>
            <a:srgbClr val="5ACBF0"/>
          </p15:clr>
        </p15:guide>
        <p15:guide id="7" orient="horz" pos="3672">
          <p15:clr>
            <a:srgbClr val="5ACBF0"/>
          </p15:clr>
        </p15:guide>
        <p15:guide id="8" orient="horz" pos="3992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DB0A5894-841F-4E2E-9A36-4F3763B2F5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1045351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DB0A5894-841F-4E2E-9A36-4F3763B2F5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1058038" y="435988"/>
            <a:ext cx="3792785" cy="868680"/>
          </a:xfrm>
          <a:prstGeom prst="rect">
            <a:avLst/>
          </a:prstGeom>
        </p:spPr>
        <p:txBody>
          <a:bodyPr vert="horz"/>
          <a:lstStyle>
            <a:lvl1pPr>
              <a:defRPr sz="3000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  <a:sym typeface="EYInterstate Light" panose="02000506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1069291" y="1780465"/>
            <a:ext cx="3792785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  <a:sym typeface="EYInterstate Light" panose="02000506000000020004" pitchFamily="2" charset="0"/>
              </a:defRPr>
            </a:lvl1pPr>
            <a:lvl2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D48FAAE7-5419-47CF-8DE8-B570675F660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253352" y="5348385"/>
            <a:ext cx="2339817" cy="1024128"/>
            <a:chOff x="8448672" y="5100633"/>
            <a:chExt cx="3135314" cy="1371598"/>
          </a:xfrm>
        </p:grpSpPr>
        <p:sp>
          <p:nvSpPr>
            <p:cNvPr id="262" name="Freeform 107">
              <a:extLst>
                <a:ext uri="{FF2B5EF4-FFF2-40B4-BE49-F238E27FC236}">
                  <a16:creationId xmlns:a16="http://schemas.microsoft.com/office/drawing/2014/main" id="{91C96DF0-CAD3-4695-A43F-EB376AF8681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31334" y="5759446"/>
              <a:ext cx="255586" cy="347663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263" name="Freeform 108">
              <a:extLst>
                <a:ext uri="{FF2B5EF4-FFF2-40B4-BE49-F238E27FC236}">
                  <a16:creationId xmlns:a16="http://schemas.microsoft.com/office/drawing/2014/main" id="{AFC1C686-E9DE-477B-9F4E-44965A039B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4385" y="5840407"/>
              <a:ext cx="211137" cy="27146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264" name="Freeform 109">
              <a:extLst>
                <a:ext uri="{FF2B5EF4-FFF2-40B4-BE49-F238E27FC236}">
                  <a16:creationId xmlns:a16="http://schemas.microsoft.com/office/drawing/2014/main" id="{BE647E9B-CCEB-410B-947F-1281FF8460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6322" y="5840407"/>
              <a:ext cx="153987" cy="266700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265" name="Freeform 110">
              <a:extLst>
                <a:ext uri="{FF2B5EF4-FFF2-40B4-BE49-F238E27FC236}">
                  <a16:creationId xmlns:a16="http://schemas.microsoft.com/office/drawing/2014/main" id="{1C5513AF-6FFF-4C3B-8659-BF9423D13D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50472" y="5745157"/>
              <a:ext cx="150812" cy="366713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266" name="Freeform 111">
              <a:extLst>
                <a:ext uri="{FF2B5EF4-FFF2-40B4-BE49-F238E27FC236}">
                  <a16:creationId xmlns:a16="http://schemas.microsoft.com/office/drawing/2014/main" id="{797D75E0-6D77-44E0-B1A0-9150E0F827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50497" y="5745157"/>
              <a:ext cx="209550" cy="361950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267" name="Freeform 112">
              <a:extLst>
                <a:ext uri="{FF2B5EF4-FFF2-40B4-BE49-F238E27FC236}">
                  <a16:creationId xmlns:a16="http://schemas.microsoft.com/office/drawing/2014/main" id="{F98369CB-571E-4B05-93F5-34530CF6E9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96561" y="5840407"/>
              <a:ext cx="223837" cy="27146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268" name="Freeform 113">
              <a:extLst>
                <a:ext uri="{FF2B5EF4-FFF2-40B4-BE49-F238E27FC236}">
                  <a16:creationId xmlns:a16="http://schemas.microsoft.com/office/drawing/2014/main" id="{6A90CA3C-A474-43ED-9505-85BD0BEFD7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58496" y="5840407"/>
              <a:ext cx="207962" cy="266700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269" name="Freeform 114">
              <a:extLst>
                <a:ext uri="{FF2B5EF4-FFF2-40B4-BE49-F238E27FC236}">
                  <a16:creationId xmlns:a16="http://schemas.microsoft.com/office/drawing/2014/main" id="{7D15E55E-F063-4B0F-B410-B80BA8A160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04559" y="5840407"/>
              <a:ext cx="231776" cy="27146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270" name="Freeform 115">
              <a:extLst>
                <a:ext uri="{FF2B5EF4-FFF2-40B4-BE49-F238E27FC236}">
                  <a16:creationId xmlns:a16="http://schemas.microsoft.com/office/drawing/2014/main" id="{3E41A6D7-074D-45AD-9032-8ED0C99D70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374435" y="5840407"/>
              <a:ext cx="209550" cy="266700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271" name="Freeform 116">
              <a:extLst>
                <a:ext uri="{FF2B5EF4-FFF2-40B4-BE49-F238E27FC236}">
                  <a16:creationId xmlns:a16="http://schemas.microsoft.com/office/drawing/2014/main" id="{4B66B057-4F13-4C54-AF27-86140B3439A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56612" y="6251568"/>
              <a:ext cx="3127374" cy="220663"/>
            </a:xfrm>
            <a:custGeom>
              <a:avLst/>
              <a:gdLst>
                <a:gd name="T0" fmla="*/ 40 w 1807"/>
                <a:gd name="T1" fmla="*/ 99 h 127"/>
                <a:gd name="T2" fmla="*/ 40 w 1807"/>
                <a:gd name="T3" fmla="*/ 83 h 127"/>
                <a:gd name="T4" fmla="*/ 86 w 1807"/>
                <a:gd name="T5" fmla="*/ 68 h 127"/>
                <a:gd name="T6" fmla="*/ 146 w 1807"/>
                <a:gd name="T7" fmla="*/ 29 h 127"/>
                <a:gd name="T8" fmla="*/ 331 w 1807"/>
                <a:gd name="T9" fmla="*/ 99 h 127"/>
                <a:gd name="T10" fmla="*/ 374 w 1807"/>
                <a:gd name="T11" fmla="*/ 99 h 127"/>
                <a:gd name="T12" fmla="*/ 161 w 1807"/>
                <a:gd name="T13" fmla="*/ 99 h 127"/>
                <a:gd name="T14" fmla="*/ 211 w 1807"/>
                <a:gd name="T15" fmla="*/ 99 h 127"/>
                <a:gd name="T16" fmla="*/ 266 w 1807"/>
                <a:gd name="T17" fmla="*/ 93 h 127"/>
                <a:gd name="T18" fmla="*/ 240 w 1807"/>
                <a:gd name="T19" fmla="*/ 63 h 127"/>
                <a:gd name="T20" fmla="*/ 625 w 1807"/>
                <a:gd name="T21" fmla="*/ 2 h 127"/>
                <a:gd name="T22" fmla="*/ 640 w 1807"/>
                <a:gd name="T23" fmla="*/ 28 h 127"/>
                <a:gd name="T24" fmla="*/ 445 w 1807"/>
                <a:gd name="T25" fmla="*/ 34 h 127"/>
                <a:gd name="T26" fmla="*/ 422 w 1807"/>
                <a:gd name="T27" fmla="*/ 114 h 127"/>
                <a:gd name="T28" fmla="*/ 445 w 1807"/>
                <a:gd name="T29" fmla="*/ 50 h 127"/>
                <a:gd name="T30" fmla="*/ 533 w 1807"/>
                <a:gd name="T31" fmla="*/ 41 h 127"/>
                <a:gd name="T32" fmla="*/ 546 w 1807"/>
                <a:gd name="T33" fmla="*/ 99 h 127"/>
                <a:gd name="T34" fmla="*/ 532 w 1807"/>
                <a:gd name="T35" fmla="*/ 66 h 127"/>
                <a:gd name="T36" fmla="*/ 694 w 1807"/>
                <a:gd name="T37" fmla="*/ 69 h 127"/>
                <a:gd name="T38" fmla="*/ 723 w 1807"/>
                <a:gd name="T39" fmla="*/ 79 h 127"/>
                <a:gd name="T40" fmla="*/ 859 w 1807"/>
                <a:gd name="T41" fmla="*/ 69 h 127"/>
                <a:gd name="T42" fmla="*/ 889 w 1807"/>
                <a:gd name="T43" fmla="*/ 79 h 127"/>
                <a:gd name="T44" fmla="*/ 836 w 1807"/>
                <a:gd name="T45" fmla="*/ 81 h 127"/>
                <a:gd name="T46" fmla="*/ 801 w 1807"/>
                <a:gd name="T47" fmla="*/ 29 h 127"/>
                <a:gd name="T48" fmla="*/ 818 w 1807"/>
                <a:gd name="T49" fmla="*/ 75 h 127"/>
                <a:gd name="T50" fmla="*/ 752 w 1807"/>
                <a:gd name="T51" fmla="*/ 29 h 127"/>
                <a:gd name="T52" fmla="*/ 769 w 1807"/>
                <a:gd name="T53" fmla="*/ 75 h 127"/>
                <a:gd name="T54" fmla="*/ 931 w 1807"/>
                <a:gd name="T55" fmla="*/ 99 h 127"/>
                <a:gd name="T56" fmla="*/ 954 w 1807"/>
                <a:gd name="T57" fmla="*/ 49 h 127"/>
                <a:gd name="T58" fmla="*/ 298 w 1807"/>
                <a:gd name="T59" fmla="*/ 29 h 127"/>
                <a:gd name="T60" fmla="*/ 315 w 1807"/>
                <a:gd name="T61" fmla="*/ 19 h 127"/>
                <a:gd name="T62" fmla="*/ 1747 w 1807"/>
                <a:gd name="T63" fmla="*/ 63 h 127"/>
                <a:gd name="T64" fmla="*/ 1790 w 1807"/>
                <a:gd name="T65" fmla="*/ 34 h 127"/>
                <a:gd name="T66" fmla="*/ 1206 w 1807"/>
                <a:gd name="T67" fmla="*/ 49 h 127"/>
                <a:gd name="T68" fmla="*/ 1183 w 1807"/>
                <a:gd name="T69" fmla="*/ 35 h 127"/>
                <a:gd name="T70" fmla="*/ 1054 w 1807"/>
                <a:gd name="T71" fmla="*/ 99 h 127"/>
                <a:gd name="T72" fmla="*/ 996 w 1807"/>
                <a:gd name="T73" fmla="*/ 29 h 127"/>
                <a:gd name="T74" fmla="*/ 1057 w 1807"/>
                <a:gd name="T75" fmla="*/ 55 h 127"/>
                <a:gd name="T76" fmla="*/ 1155 w 1807"/>
                <a:gd name="T77" fmla="*/ 64 h 127"/>
                <a:gd name="T78" fmla="*/ 1705 w 1807"/>
                <a:gd name="T79" fmla="*/ 49 h 127"/>
                <a:gd name="T80" fmla="*/ 1682 w 1807"/>
                <a:gd name="T81" fmla="*/ 35 h 127"/>
                <a:gd name="T82" fmla="*/ 1553 w 1807"/>
                <a:gd name="T83" fmla="*/ 99 h 127"/>
                <a:gd name="T84" fmla="*/ 1495 w 1807"/>
                <a:gd name="T85" fmla="*/ 29 h 127"/>
                <a:gd name="T86" fmla="*/ 1556 w 1807"/>
                <a:gd name="T87" fmla="*/ 55 h 127"/>
                <a:gd name="T88" fmla="*/ 1654 w 1807"/>
                <a:gd name="T89" fmla="*/ 64 h 127"/>
                <a:gd name="T90" fmla="*/ 1258 w 1807"/>
                <a:gd name="T91" fmla="*/ 52 h 127"/>
                <a:gd name="T92" fmla="*/ 1219 w 1807"/>
                <a:gd name="T93" fmla="*/ 9 h 127"/>
                <a:gd name="T94" fmla="*/ 1339 w 1807"/>
                <a:gd name="T95" fmla="*/ 99 h 127"/>
                <a:gd name="T96" fmla="*/ 1382 w 1807"/>
                <a:gd name="T97" fmla="*/ 99 h 127"/>
                <a:gd name="T98" fmla="*/ 1421 w 1807"/>
                <a:gd name="T99" fmla="*/ 28 h 127"/>
                <a:gd name="T100" fmla="*/ 1419 w 1807"/>
                <a:gd name="T101" fmla="*/ 127 h 127"/>
                <a:gd name="T102" fmla="*/ 1436 w 1807"/>
                <a:gd name="T103" fmla="*/ 77 h 127"/>
                <a:gd name="T104" fmla="*/ 1307 w 1807"/>
                <a:gd name="T105" fmla="*/ 61 h 127"/>
                <a:gd name="T106" fmla="*/ 1289 w 1807"/>
                <a:gd name="T107" fmla="*/ 2 h 127"/>
                <a:gd name="T108" fmla="*/ 1718 w 1807"/>
                <a:gd name="T109" fmla="*/ 99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807" h="127">
                  <a:moveTo>
                    <a:pt x="74" y="68"/>
                  </a:moveTo>
                  <a:cubicBezTo>
                    <a:pt x="74" y="55"/>
                    <a:pt x="64" y="49"/>
                    <a:pt x="59" y="47"/>
                  </a:cubicBezTo>
                  <a:cubicBezTo>
                    <a:pt x="66" y="44"/>
                    <a:pt x="70" y="36"/>
                    <a:pt x="70" y="28"/>
                  </a:cubicBezTo>
                  <a:cubicBezTo>
                    <a:pt x="70" y="13"/>
                    <a:pt x="60" y="3"/>
                    <a:pt x="41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40" y="99"/>
                    <a:pt x="40" y="99"/>
                    <a:pt x="40" y="99"/>
                  </a:cubicBezTo>
                  <a:cubicBezTo>
                    <a:pt x="61" y="99"/>
                    <a:pt x="74" y="87"/>
                    <a:pt x="74" y="68"/>
                  </a:cubicBezTo>
                  <a:moveTo>
                    <a:pt x="40" y="83"/>
                  </a:moveTo>
                  <a:cubicBezTo>
                    <a:pt x="18" y="83"/>
                    <a:pt x="18" y="83"/>
                    <a:pt x="18" y="83"/>
                  </a:cubicBezTo>
                  <a:cubicBezTo>
                    <a:pt x="18" y="55"/>
                    <a:pt x="18" y="55"/>
                    <a:pt x="18" y="55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50" y="55"/>
                    <a:pt x="55" y="60"/>
                    <a:pt x="55" y="69"/>
                  </a:cubicBezTo>
                  <a:cubicBezTo>
                    <a:pt x="55" y="78"/>
                    <a:pt x="50" y="83"/>
                    <a:pt x="40" y="83"/>
                  </a:cubicBezTo>
                  <a:moveTo>
                    <a:pt x="40" y="40"/>
                  </a:moveTo>
                  <a:cubicBezTo>
                    <a:pt x="18" y="40"/>
                    <a:pt x="18" y="40"/>
                    <a:pt x="18" y="4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48" y="20"/>
                    <a:pt x="52" y="23"/>
                    <a:pt x="52" y="30"/>
                  </a:cubicBezTo>
                  <a:cubicBezTo>
                    <a:pt x="52" y="34"/>
                    <a:pt x="50" y="40"/>
                    <a:pt x="40" y="40"/>
                  </a:cubicBezTo>
                  <a:moveTo>
                    <a:pt x="86" y="68"/>
                  </a:moveTo>
                  <a:cubicBezTo>
                    <a:pt x="86" y="29"/>
                    <a:pt x="86" y="29"/>
                    <a:pt x="86" y="29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3" y="67"/>
                    <a:pt x="103" y="67"/>
                    <a:pt x="103" y="67"/>
                  </a:cubicBezTo>
                  <a:cubicBezTo>
                    <a:pt x="103" y="79"/>
                    <a:pt x="107" y="84"/>
                    <a:pt x="116" y="84"/>
                  </a:cubicBezTo>
                  <a:cubicBezTo>
                    <a:pt x="124" y="84"/>
                    <a:pt x="129" y="79"/>
                    <a:pt x="129" y="68"/>
                  </a:cubicBezTo>
                  <a:cubicBezTo>
                    <a:pt x="129" y="29"/>
                    <a:pt x="129" y="29"/>
                    <a:pt x="129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99"/>
                    <a:pt x="146" y="99"/>
                    <a:pt x="146" y="99"/>
                  </a:cubicBezTo>
                  <a:cubicBezTo>
                    <a:pt x="129" y="99"/>
                    <a:pt x="129" y="99"/>
                    <a:pt x="129" y="99"/>
                  </a:cubicBezTo>
                  <a:cubicBezTo>
                    <a:pt x="129" y="93"/>
                    <a:pt x="129" y="93"/>
                    <a:pt x="129" y="93"/>
                  </a:cubicBezTo>
                  <a:cubicBezTo>
                    <a:pt x="124" y="98"/>
                    <a:pt x="119" y="100"/>
                    <a:pt x="112" y="100"/>
                  </a:cubicBezTo>
                  <a:cubicBezTo>
                    <a:pt x="89" y="100"/>
                    <a:pt x="86" y="80"/>
                    <a:pt x="86" y="68"/>
                  </a:cubicBezTo>
                  <a:moveTo>
                    <a:pt x="348" y="99"/>
                  </a:moveTo>
                  <a:cubicBezTo>
                    <a:pt x="331" y="99"/>
                    <a:pt x="331" y="99"/>
                    <a:pt x="331" y="99"/>
                  </a:cubicBezTo>
                  <a:cubicBezTo>
                    <a:pt x="331" y="29"/>
                    <a:pt x="331" y="29"/>
                    <a:pt x="331" y="29"/>
                  </a:cubicBezTo>
                  <a:cubicBezTo>
                    <a:pt x="348" y="29"/>
                    <a:pt x="348" y="29"/>
                    <a:pt x="348" y="29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52" y="30"/>
                    <a:pt x="358" y="28"/>
                    <a:pt x="365" y="28"/>
                  </a:cubicBezTo>
                  <a:cubicBezTo>
                    <a:pt x="382" y="28"/>
                    <a:pt x="391" y="39"/>
                    <a:pt x="391" y="59"/>
                  </a:cubicBezTo>
                  <a:cubicBezTo>
                    <a:pt x="391" y="99"/>
                    <a:pt x="391" y="99"/>
                    <a:pt x="391" y="99"/>
                  </a:cubicBezTo>
                  <a:cubicBezTo>
                    <a:pt x="374" y="99"/>
                    <a:pt x="374" y="99"/>
                    <a:pt x="374" y="99"/>
                  </a:cubicBezTo>
                  <a:cubicBezTo>
                    <a:pt x="374" y="60"/>
                    <a:pt x="374" y="60"/>
                    <a:pt x="374" y="60"/>
                  </a:cubicBezTo>
                  <a:cubicBezTo>
                    <a:pt x="374" y="49"/>
                    <a:pt x="370" y="43"/>
                    <a:pt x="361" y="43"/>
                  </a:cubicBezTo>
                  <a:cubicBezTo>
                    <a:pt x="352" y="43"/>
                    <a:pt x="348" y="49"/>
                    <a:pt x="348" y="60"/>
                  </a:cubicBezTo>
                  <a:lnTo>
                    <a:pt x="348" y="99"/>
                  </a:lnTo>
                  <a:close/>
                  <a:moveTo>
                    <a:pt x="178" y="57"/>
                  </a:moveTo>
                  <a:cubicBezTo>
                    <a:pt x="178" y="99"/>
                    <a:pt x="178" y="99"/>
                    <a:pt x="178" y="99"/>
                  </a:cubicBezTo>
                  <a:cubicBezTo>
                    <a:pt x="161" y="99"/>
                    <a:pt x="161" y="99"/>
                    <a:pt x="161" y="99"/>
                  </a:cubicBezTo>
                  <a:cubicBezTo>
                    <a:pt x="161" y="29"/>
                    <a:pt x="161" y="29"/>
                    <a:pt x="161" y="29"/>
                  </a:cubicBezTo>
                  <a:cubicBezTo>
                    <a:pt x="178" y="29"/>
                    <a:pt x="178" y="29"/>
                    <a:pt x="178" y="29"/>
                  </a:cubicBezTo>
                  <a:lnTo>
                    <a:pt x="178" y="57"/>
                  </a:lnTo>
                  <a:close/>
                  <a:moveTo>
                    <a:pt x="194" y="9"/>
                  </a:moveTo>
                  <a:cubicBezTo>
                    <a:pt x="211" y="0"/>
                    <a:pt x="211" y="0"/>
                    <a:pt x="211" y="0"/>
                  </a:cubicBezTo>
                  <a:cubicBezTo>
                    <a:pt x="211" y="13"/>
                    <a:pt x="211" y="13"/>
                    <a:pt x="211" y="13"/>
                  </a:cubicBezTo>
                  <a:cubicBezTo>
                    <a:pt x="211" y="99"/>
                    <a:pt x="211" y="99"/>
                    <a:pt x="211" y="99"/>
                  </a:cubicBezTo>
                  <a:cubicBezTo>
                    <a:pt x="194" y="99"/>
                    <a:pt x="194" y="99"/>
                    <a:pt x="194" y="99"/>
                  </a:cubicBezTo>
                  <a:lnTo>
                    <a:pt x="194" y="9"/>
                  </a:lnTo>
                  <a:close/>
                  <a:moveTo>
                    <a:pt x="266" y="34"/>
                  </a:moveTo>
                  <a:cubicBezTo>
                    <a:pt x="261" y="30"/>
                    <a:pt x="256" y="28"/>
                    <a:pt x="250" y="28"/>
                  </a:cubicBezTo>
                  <a:cubicBezTo>
                    <a:pt x="233" y="28"/>
                    <a:pt x="223" y="41"/>
                    <a:pt x="223" y="63"/>
                  </a:cubicBezTo>
                  <a:cubicBezTo>
                    <a:pt x="223" y="86"/>
                    <a:pt x="233" y="100"/>
                    <a:pt x="250" y="100"/>
                  </a:cubicBezTo>
                  <a:cubicBezTo>
                    <a:pt x="256" y="100"/>
                    <a:pt x="261" y="98"/>
                    <a:pt x="266" y="93"/>
                  </a:cubicBezTo>
                  <a:cubicBezTo>
                    <a:pt x="266" y="99"/>
                    <a:pt x="266" y="99"/>
                    <a:pt x="266" y="99"/>
                  </a:cubicBezTo>
                  <a:cubicBezTo>
                    <a:pt x="283" y="99"/>
                    <a:pt x="283" y="99"/>
                    <a:pt x="283" y="99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66" y="9"/>
                    <a:pt x="266" y="9"/>
                    <a:pt x="266" y="9"/>
                  </a:cubicBezTo>
                  <a:lnTo>
                    <a:pt x="266" y="34"/>
                  </a:lnTo>
                  <a:close/>
                  <a:moveTo>
                    <a:pt x="253" y="84"/>
                  </a:moveTo>
                  <a:cubicBezTo>
                    <a:pt x="247" y="84"/>
                    <a:pt x="240" y="81"/>
                    <a:pt x="240" y="63"/>
                  </a:cubicBezTo>
                  <a:cubicBezTo>
                    <a:pt x="240" y="47"/>
                    <a:pt x="247" y="43"/>
                    <a:pt x="253" y="43"/>
                  </a:cubicBezTo>
                  <a:cubicBezTo>
                    <a:pt x="260" y="43"/>
                    <a:pt x="264" y="47"/>
                    <a:pt x="266" y="50"/>
                  </a:cubicBezTo>
                  <a:cubicBezTo>
                    <a:pt x="266" y="78"/>
                    <a:pt x="266" y="78"/>
                    <a:pt x="266" y="78"/>
                  </a:cubicBezTo>
                  <a:cubicBezTo>
                    <a:pt x="263" y="81"/>
                    <a:pt x="260" y="84"/>
                    <a:pt x="253" y="84"/>
                  </a:cubicBezTo>
                  <a:moveTo>
                    <a:pt x="640" y="28"/>
                  </a:moveTo>
                  <a:cubicBezTo>
                    <a:pt x="635" y="28"/>
                    <a:pt x="629" y="30"/>
                    <a:pt x="625" y="34"/>
                  </a:cubicBezTo>
                  <a:cubicBezTo>
                    <a:pt x="625" y="2"/>
                    <a:pt x="625" y="2"/>
                    <a:pt x="625" y="2"/>
                  </a:cubicBezTo>
                  <a:cubicBezTo>
                    <a:pt x="608" y="11"/>
                    <a:pt x="608" y="11"/>
                    <a:pt x="608" y="11"/>
                  </a:cubicBezTo>
                  <a:cubicBezTo>
                    <a:pt x="608" y="99"/>
                    <a:pt x="608" y="99"/>
                    <a:pt x="608" y="99"/>
                  </a:cubicBezTo>
                  <a:cubicBezTo>
                    <a:pt x="625" y="99"/>
                    <a:pt x="625" y="99"/>
                    <a:pt x="625" y="99"/>
                  </a:cubicBezTo>
                  <a:cubicBezTo>
                    <a:pt x="625" y="94"/>
                    <a:pt x="625" y="94"/>
                    <a:pt x="625" y="94"/>
                  </a:cubicBezTo>
                  <a:cubicBezTo>
                    <a:pt x="629" y="98"/>
                    <a:pt x="635" y="100"/>
                    <a:pt x="641" y="100"/>
                  </a:cubicBezTo>
                  <a:cubicBezTo>
                    <a:pt x="658" y="100"/>
                    <a:pt x="668" y="87"/>
                    <a:pt x="668" y="63"/>
                  </a:cubicBezTo>
                  <a:cubicBezTo>
                    <a:pt x="668" y="41"/>
                    <a:pt x="657" y="28"/>
                    <a:pt x="640" y="28"/>
                  </a:cubicBezTo>
                  <a:moveTo>
                    <a:pt x="637" y="43"/>
                  </a:moveTo>
                  <a:cubicBezTo>
                    <a:pt x="643" y="43"/>
                    <a:pt x="650" y="49"/>
                    <a:pt x="650" y="63"/>
                  </a:cubicBezTo>
                  <a:cubicBezTo>
                    <a:pt x="650" y="77"/>
                    <a:pt x="646" y="84"/>
                    <a:pt x="637" y="84"/>
                  </a:cubicBezTo>
                  <a:cubicBezTo>
                    <a:pt x="631" y="84"/>
                    <a:pt x="627" y="80"/>
                    <a:pt x="625" y="78"/>
                  </a:cubicBezTo>
                  <a:cubicBezTo>
                    <a:pt x="625" y="50"/>
                    <a:pt x="625" y="50"/>
                    <a:pt x="625" y="50"/>
                  </a:cubicBezTo>
                  <a:cubicBezTo>
                    <a:pt x="628" y="46"/>
                    <a:pt x="632" y="43"/>
                    <a:pt x="637" y="43"/>
                  </a:cubicBezTo>
                  <a:moveTo>
                    <a:pt x="445" y="34"/>
                  </a:moveTo>
                  <a:cubicBezTo>
                    <a:pt x="441" y="30"/>
                    <a:pt x="435" y="28"/>
                    <a:pt x="430" y="28"/>
                  </a:cubicBezTo>
                  <a:cubicBezTo>
                    <a:pt x="413" y="28"/>
                    <a:pt x="402" y="41"/>
                    <a:pt x="402" y="63"/>
                  </a:cubicBezTo>
                  <a:cubicBezTo>
                    <a:pt x="402" y="86"/>
                    <a:pt x="412" y="100"/>
                    <a:pt x="429" y="100"/>
                  </a:cubicBezTo>
                  <a:cubicBezTo>
                    <a:pt x="435" y="100"/>
                    <a:pt x="441" y="98"/>
                    <a:pt x="445" y="93"/>
                  </a:cubicBezTo>
                  <a:cubicBezTo>
                    <a:pt x="445" y="95"/>
                    <a:pt x="445" y="95"/>
                    <a:pt x="445" y="95"/>
                  </a:cubicBezTo>
                  <a:cubicBezTo>
                    <a:pt x="445" y="103"/>
                    <a:pt x="445" y="113"/>
                    <a:pt x="423" y="114"/>
                  </a:cubicBezTo>
                  <a:cubicBezTo>
                    <a:pt x="422" y="114"/>
                    <a:pt x="422" y="114"/>
                    <a:pt x="422" y="114"/>
                  </a:cubicBezTo>
                  <a:cubicBezTo>
                    <a:pt x="428" y="127"/>
                    <a:pt x="428" y="127"/>
                    <a:pt x="428" y="127"/>
                  </a:cubicBezTo>
                  <a:cubicBezTo>
                    <a:pt x="428" y="127"/>
                    <a:pt x="428" y="127"/>
                    <a:pt x="428" y="127"/>
                  </a:cubicBezTo>
                  <a:cubicBezTo>
                    <a:pt x="451" y="127"/>
                    <a:pt x="462" y="115"/>
                    <a:pt x="462" y="92"/>
                  </a:cubicBezTo>
                  <a:cubicBezTo>
                    <a:pt x="462" y="29"/>
                    <a:pt x="462" y="29"/>
                    <a:pt x="462" y="29"/>
                  </a:cubicBezTo>
                  <a:cubicBezTo>
                    <a:pt x="445" y="29"/>
                    <a:pt x="445" y="29"/>
                    <a:pt x="445" y="29"/>
                  </a:cubicBezTo>
                  <a:lnTo>
                    <a:pt x="445" y="34"/>
                  </a:lnTo>
                  <a:close/>
                  <a:moveTo>
                    <a:pt x="445" y="50"/>
                  </a:moveTo>
                  <a:cubicBezTo>
                    <a:pt x="445" y="77"/>
                    <a:pt x="445" y="77"/>
                    <a:pt x="445" y="77"/>
                  </a:cubicBezTo>
                  <a:cubicBezTo>
                    <a:pt x="442" y="81"/>
                    <a:pt x="439" y="84"/>
                    <a:pt x="433" y="84"/>
                  </a:cubicBezTo>
                  <a:cubicBezTo>
                    <a:pt x="427" y="84"/>
                    <a:pt x="420" y="81"/>
                    <a:pt x="420" y="63"/>
                  </a:cubicBezTo>
                  <a:cubicBezTo>
                    <a:pt x="420" y="47"/>
                    <a:pt x="427" y="43"/>
                    <a:pt x="433" y="43"/>
                  </a:cubicBezTo>
                  <a:cubicBezTo>
                    <a:pt x="439" y="43"/>
                    <a:pt x="443" y="47"/>
                    <a:pt x="445" y="50"/>
                  </a:cubicBezTo>
                  <a:moveTo>
                    <a:pt x="516" y="46"/>
                  </a:moveTo>
                  <a:cubicBezTo>
                    <a:pt x="521" y="43"/>
                    <a:pt x="526" y="41"/>
                    <a:pt x="533" y="41"/>
                  </a:cubicBezTo>
                  <a:cubicBezTo>
                    <a:pt x="541" y="41"/>
                    <a:pt x="546" y="45"/>
                    <a:pt x="546" y="51"/>
                  </a:cubicBezTo>
                  <a:cubicBezTo>
                    <a:pt x="546" y="56"/>
                    <a:pt x="546" y="56"/>
                    <a:pt x="546" y="56"/>
                  </a:cubicBezTo>
                  <a:cubicBezTo>
                    <a:pt x="542" y="54"/>
                    <a:pt x="536" y="53"/>
                    <a:pt x="531" y="53"/>
                  </a:cubicBezTo>
                  <a:cubicBezTo>
                    <a:pt x="518" y="53"/>
                    <a:pt x="503" y="59"/>
                    <a:pt x="503" y="76"/>
                  </a:cubicBezTo>
                  <a:cubicBezTo>
                    <a:pt x="503" y="94"/>
                    <a:pt x="517" y="100"/>
                    <a:pt x="529" y="100"/>
                  </a:cubicBezTo>
                  <a:cubicBezTo>
                    <a:pt x="534" y="100"/>
                    <a:pt x="541" y="98"/>
                    <a:pt x="546" y="93"/>
                  </a:cubicBezTo>
                  <a:cubicBezTo>
                    <a:pt x="546" y="99"/>
                    <a:pt x="546" y="99"/>
                    <a:pt x="546" y="99"/>
                  </a:cubicBezTo>
                  <a:cubicBezTo>
                    <a:pt x="563" y="99"/>
                    <a:pt x="563" y="99"/>
                    <a:pt x="563" y="99"/>
                  </a:cubicBezTo>
                  <a:cubicBezTo>
                    <a:pt x="563" y="52"/>
                    <a:pt x="563" y="52"/>
                    <a:pt x="563" y="52"/>
                  </a:cubicBezTo>
                  <a:cubicBezTo>
                    <a:pt x="563" y="37"/>
                    <a:pt x="552" y="28"/>
                    <a:pt x="535" y="28"/>
                  </a:cubicBezTo>
                  <a:cubicBezTo>
                    <a:pt x="525" y="28"/>
                    <a:pt x="517" y="30"/>
                    <a:pt x="509" y="34"/>
                  </a:cubicBezTo>
                  <a:lnTo>
                    <a:pt x="516" y="46"/>
                  </a:lnTo>
                  <a:close/>
                  <a:moveTo>
                    <a:pt x="520" y="76"/>
                  </a:moveTo>
                  <a:cubicBezTo>
                    <a:pt x="520" y="69"/>
                    <a:pt x="525" y="66"/>
                    <a:pt x="532" y="66"/>
                  </a:cubicBezTo>
                  <a:cubicBezTo>
                    <a:pt x="537" y="66"/>
                    <a:pt x="542" y="67"/>
                    <a:pt x="546" y="69"/>
                  </a:cubicBezTo>
                  <a:cubicBezTo>
                    <a:pt x="546" y="79"/>
                    <a:pt x="546" y="79"/>
                    <a:pt x="546" y="79"/>
                  </a:cubicBezTo>
                  <a:cubicBezTo>
                    <a:pt x="544" y="82"/>
                    <a:pt x="539" y="86"/>
                    <a:pt x="532" y="86"/>
                  </a:cubicBezTo>
                  <a:cubicBezTo>
                    <a:pt x="525" y="86"/>
                    <a:pt x="520" y="82"/>
                    <a:pt x="520" y="76"/>
                  </a:cubicBezTo>
                  <a:moveTo>
                    <a:pt x="723" y="79"/>
                  </a:moveTo>
                  <a:cubicBezTo>
                    <a:pt x="720" y="81"/>
                    <a:pt x="715" y="84"/>
                    <a:pt x="709" y="84"/>
                  </a:cubicBezTo>
                  <a:cubicBezTo>
                    <a:pt x="706" y="84"/>
                    <a:pt x="694" y="83"/>
                    <a:pt x="694" y="69"/>
                  </a:cubicBezTo>
                  <a:cubicBezTo>
                    <a:pt x="736" y="69"/>
                    <a:pt x="736" y="69"/>
                    <a:pt x="736" y="69"/>
                  </a:cubicBezTo>
                  <a:cubicBezTo>
                    <a:pt x="736" y="68"/>
                    <a:pt x="736" y="66"/>
                    <a:pt x="736" y="64"/>
                  </a:cubicBezTo>
                  <a:cubicBezTo>
                    <a:pt x="736" y="42"/>
                    <a:pt x="725" y="28"/>
                    <a:pt x="707" y="28"/>
                  </a:cubicBezTo>
                  <a:cubicBezTo>
                    <a:pt x="689" y="28"/>
                    <a:pt x="676" y="43"/>
                    <a:pt x="676" y="64"/>
                  </a:cubicBezTo>
                  <a:cubicBezTo>
                    <a:pt x="676" y="86"/>
                    <a:pt x="689" y="100"/>
                    <a:pt x="709" y="100"/>
                  </a:cubicBezTo>
                  <a:cubicBezTo>
                    <a:pt x="718" y="100"/>
                    <a:pt x="727" y="97"/>
                    <a:pt x="734" y="89"/>
                  </a:cubicBezTo>
                  <a:lnTo>
                    <a:pt x="723" y="79"/>
                  </a:lnTo>
                  <a:close/>
                  <a:moveTo>
                    <a:pt x="694" y="57"/>
                  </a:moveTo>
                  <a:cubicBezTo>
                    <a:pt x="694" y="48"/>
                    <a:pt x="700" y="42"/>
                    <a:pt x="707" y="42"/>
                  </a:cubicBezTo>
                  <a:cubicBezTo>
                    <a:pt x="716" y="42"/>
                    <a:pt x="720" y="50"/>
                    <a:pt x="720" y="57"/>
                  </a:cubicBezTo>
                  <a:lnTo>
                    <a:pt x="694" y="57"/>
                  </a:lnTo>
                  <a:close/>
                  <a:moveTo>
                    <a:pt x="889" y="79"/>
                  </a:moveTo>
                  <a:cubicBezTo>
                    <a:pt x="885" y="81"/>
                    <a:pt x="881" y="84"/>
                    <a:pt x="875" y="84"/>
                  </a:cubicBezTo>
                  <a:cubicBezTo>
                    <a:pt x="871" y="84"/>
                    <a:pt x="860" y="83"/>
                    <a:pt x="859" y="69"/>
                  </a:cubicBezTo>
                  <a:cubicBezTo>
                    <a:pt x="902" y="69"/>
                    <a:pt x="902" y="69"/>
                    <a:pt x="902" y="69"/>
                  </a:cubicBezTo>
                  <a:cubicBezTo>
                    <a:pt x="902" y="68"/>
                    <a:pt x="902" y="66"/>
                    <a:pt x="902" y="64"/>
                  </a:cubicBezTo>
                  <a:cubicBezTo>
                    <a:pt x="902" y="42"/>
                    <a:pt x="891" y="28"/>
                    <a:pt x="873" y="28"/>
                  </a:cubicBezTo>
                  <a:cubicBezTo>
                    <a:pt x="855" y="28"/>
                    <a:pt x="842" y="43"/>
                    <a:pt x="842" y="64"/>
                  </a:cubicBezTo>
                  <a:cubicBezTo>
                    <a:pt x="842" y="86"/>
                    <a:pt x="855" y="100"/>
                    <a:pt x="875" y="100"/>
                  </a:cubicBezTo>
                  <a:cubicBezTo>
                    <a:pt x="884" y="100"/>
                    <a:pt x="893" y="97"/>
                    <a:pt x="899" y="89"/>
                  </a:cubicBezTo>
                  <a:lnTo>
                    <a:pt x="889" y="79"/>
                  </a:lnTo>
                  <a:close/>
                  <a:moveTo>
                    <a:pt x="860" y="57"/>
                  </a:moveTo>
                  <a:cubicBezTo>
                    <a:pt x="860" y="48"/>
                    <a:pt x="865" y="42"/>
                    <a:pt x="873" y="42"/>
                  </a:cubicBezTo>
                  <a:cubicBezTo>
                    <a:pt x="882" y="42"/>
                    <a:pt x="885" y="50"/>
                    <a:pt x="886" y="57"/>
                  </a:cubicBezTo>
                  <a:lnTo>
                    <a:pt x="860" y="57"/>
                  </a:lnTo>
                  <a:close/>
                  <a:moveTo>
                    <a:pt x="818" y="75"/>
                  </a:moveTo>
                  <a:cubicBezTo>
                    <a:pt x="818" y="81"/>
                    <a:pt x="821" y="84"/>
                    <a:pt x="826" y="84"/>
                  </a:cubicBezTo>
                  <a:cubicBezTo>
                    <a:pt x="829" y="84"/>
                    <a:pt x="833" y="82"/>
                    <a:pt x="836" y="81"/>
                  </a:cubicBezTo>
                  <a:cubicBezTo>
                    <a:pt x="834" y="97"/>
                    <a:pt x="834" y="97"/>
                    <a:pt x="834" y="97"/>
                  </a:cubicBezTo>
                  <a:cubicBezTo>
                    <a:pt x="830" y="99"/>
                    <a:pt x="825" y="100"/>
                    <a:pt x="820" y="100"/>
                  </a:cubicBezTo>
                  <a:cubicBezTo>
                    <a:pt x="806" y="100"/>
                    <a:pt x="801" y="89"/>
                    <a:pt x="801" y="79"/>
                  </a:cubicBezTo>
                  <a:cubicBezTo>
                    <a:pt x="801" y="45"/>
                    <a:pt x="801" y="45"/>
                    <a:pt x="801" y="45"/>
                  </a:cubicBezTo>
                  <a:cubicBezTo>
                    <a:pt x="790" y="45"/>
                    <a:pt x="790" y="45"/>
                    <a:pt x="790" y="45"/>
                  </a:cubicBezTo>
                  <a:cubicBezTo>
                    <a:pt x="790" y="29"/>
                    <a:pt x="790" y="29"/>
                    <a:pt x="790" y="29"/>
                  </a:cubicBezTo>
                  <a:cubicBezTo>
                    <a:pt x="801" y="29"/>
                    <a:pt x="801" y="29"/>
                    <a:pt x="801" y="29"/>
                  </a:cubicBezTo>
                  <a:cubicBezTo>
                    <a:pt x="801" y="11"/>
                    <a:pt x="801" y="11"/>
                    <a:pt x="801" y="11"/>
                  </a:cubicBezTo>
                  <a:cubicBezTo>
                    <a:pt x="818" y="3"/>
                    <a:pt x="818" y="3"/>
                    <a:pt x="818" y="3"/>
                  </a:cubicBezTo>
                  <a:cubicBezTo>
                    <a:pt x="818" y="29"/>
                    <a:pt x="818" y="29"/>
                    <a:pt x="818" y="29"/>
                  </a:cubicBezTo>
                  <a:cubicBezTo>
                    <a:pt x="834" y="29"/>
                    <a:pt x="834" y="29"/>
                    <a:pt x="834" y="29"/>
                  </a:cubicBezTo>
                  <a:cubicBezTo>
                    <a:pt x="834" y="45"/>
                    <a:pt x="834" y="45"/>
                    <a:pt x="834" y="45"/>
                  </a:cubicBezTo>
                  <a:cubicBezTo>
                    <a:pt x="818" y="45"/>
                    <a:pt x="818" y="45"/>
                    <a:pt x="818" y="45"/>
                  </a:cubicBezTo>
                  <a:lnTo>
                    <a:pt x="818" y="75"/>
                  </a:lnTo>
                  <a:close/>
                  <a:moveTo>
                    <a:pt x="785" y="97"/>
                  </a:moveTo>
                  <a:cubicBezTo>
                    <a:pt x="781" y="99"/>
                    <a:pt x="776" y="100"/>
                    <a:pt x="770" y="100"/>
                  </a:cubicBezTo>
                  <a:cubicBezTo>
                    <a:pt x="757" y="100"/>
                    <a:pt x="752" y="89"/>
                    <a:pt x="752" y="79"/>
                  </a:cubicBezTo>
                  <a:cubicBezTo>
                    <a:pt x="752" y="45"/>
                    <a:pt x="752" y="45"/>
                    <a:pt x="752" y="45"/>
                  </a:cubicBezTo>
                  <a:cubicBezTo>
                    <a:pt x="741" y="45"/>
                    <a:pt x="741" y="45"/>
                    <a:pt x="741" y="45"/>
                  </a:cubicBezTo>
                  <a:cubicBezTo>
                    <a:pt x="741" y="29"/>
                    <a:pt x="741" y="29"/>
                    <a:pt x="741" y="29"/>
                  </a:cubicBezTo>
                  <a:cubicBezTo>
                    <a:pt x="752" y="29"/>
                    <a:pt x="752" y="29"/>
                    <a:pt x="752" y="29"/>
                  </a:cubicBezTo>
                  <a:cubicBezTo>
                    <a:pt x="752" y="11"/>
                    <a:pt x="752" y="11"/>
                    <a:pt x="752" y="11"/>
                  </a:cubicBezTo>
                  <a:cubicBezTo>
                    <a:pt x="769" y="3"/>
                    <a:pt x="769" y="3"/>
                    <a:pt x="769" y="3"/>
                  </a:cubicBezTo>
                  <a:cubicBezTo>
                    <a:pt x="769" y="29"/>
                    <a:pt x="769" y="29"/>
                    <a:pt x="769" y="29"/>
                  </a:cubicBezTo>
                  <a:cubicBezTo>
                    <a:pt x="784" y="29"/>
                    <a:pt x="784" y="29"/>
                    <a:pt x="784" y="29"/>
                  </a:cubicBezTo>
                  <a:cubicBezTo>
                    <a:pt x="784" y="45"/>
                    <a:pt x="784" y="45"/>
                    <a:pt x="784" y="45"/>
                  </a:cubicBezTo>
                  <a:cubicBezTo>
                    <a:pt x="769" y="45"/>
                    <a:pt x="769" y="45"/>
                    <a:pt x="769" y="45"/>
                  </a:cubicBezTo>
                  <a:cubicBezTo>
                    <a:pt x="769" y="75"/>
                    <a:pt x="769" y="75"/>
                    <a:pt x="769" y="75"/>
                  </a:cubicBezTo>
                  <a:cubicBezTo>
                    <a:pt x="769" y="81"/>
                    <a:pt x="771" y="84"/>
                    <a:pt x="777" y="84"/>
                  </a:cubicBezTo>
                  <a:cubicBezTo>
                    <a:pt x="780" y="84"/>
                    <a:pt x="784" y="82"/>
                    <a:pt x="787" y="81"/>
                  </a:cubicBezTo>
                  <a:lnTo>
                    <a:pt x="785" y="97"/>
                  </a:lnTo>
                  <a:close/>
                  <a:moveTo>
                    <a:pt x="954" y="49"/>
                  </a:moveTo>
                  <a:cubicBezTo>
                    <a:pt x="951" y="46"/>
                    <a:pt x="947" y="45"/>
                    <a:pt x="943" y="45"/>
                  </a:cubicBezTo>
                  <a:cubicBezTo>
                    <a:pt x="934" y="45"/>
                    <a:pt x="931" y="50"/>
                    <a:pt x="931" y="61"/>
                  </a:cubicBezTo>
                  <a:cubicBezTo>
                    <a:pt x="931" y="99"/>
                    <a:pt x="931" y="99"/>
                    <a:pt x="931" y="99"/>
                  </a:cubicBezTo>
                  <a:cubicBezTo>
                    <a:pt x="913" y="99"/>
                    <a:pt x="913" y="99"/>
                    <a:pt x="913" y="99"/>
                  </a:cubicBezTo>
                  <a:cubicBezTo>
                    <a:pt x="913" y="29"/>
                    <a:pt x="913" y="29"/>
                    <a:pt x="913" y="29"/>
                  </a:cubicBezTo>
                  <a:cubicBezTo>
                    <a:pt x="931" y="29"/>
                    <a:pt x="931" y="29"/>
                    <a:pt x="931" y="29"/>
                  </a:cubicBezTo>
                  <a:cubicBezTo>
                    <a:pt x="931" y="35"/>
                    <a:pt x="931" y="35"/>
                    <a:pt x="931" y="35"/>
                  </a:cubicBezTo>
                  <a:cubicBezTo>
                    <a:pt x="935" y="30"/>
                    <a:pt x="940" y="28"/>
                    <a:pt x="946" y="28"/>
                  </a:cubicBezTo>
                  <a:cubicBezTo>
                    <a:pt x="951" y="28"/>
                    <a:pt x="956" y="29"/>
                    <a:pt x="959" y="32"/>
                  </a:cubicBezTo>
                  <a:lnTo>
                    <a:pt x="954" y="49"/>
                  </a:lnTo>
                  <a:close/>
                  <a:moveTo>
                    <a:pt x="178" y="11"/>
                  </a:moveTo>
                  <a:cubicBezTo>
                    <a:pt x="178" y="19"/>
                    <a:pt x="178" y="19"/>
                    <a:pt x="178" y="19"/>
                  </a:cubicBezTo>
                  <a:cubicBezTo>
                    <a:pt x="161" y="19"/>
                    <a:pt x="161" y="19"/>
                    <a:pt x="161" y="19"/>
                  </a:cubicBezTo>
                  <a:cubicBezTo>
                    <a:pt x="161" y="2"/>
                    <a:pt x="161" y="2"/>
                    <a:pt x="161" y="2"/>
                  </a:cubicBezTo>
                  <a:cubicBezTo>
                    <a:pt x="178" y="2"/>
                    <a:pt x="178" y="2"/>
                    <a:pt x="178" y="2"/>
                  </a:cubicBezTo>
                  <a:lnTo>
                    <a:pt x="178" y="11"/>
                  </a:lnTo>
                  <a:close/>
                  <a:moveTo>
                    <a:pt x="298" y="29"/>
                  </a:moveTo>
                  <a:cubicBezTo>
                    <a:pt x="315" y="29"/>
                    <a:pt x="315" y="29"/>
                    <a:pt x="315" y="29"/>
                  </a:cubicBezTo>
                  <a:cubicBezTo>
                    <a:pt x="315" y="60"/>
                    <a:pt x="315" y="60"/>
                    <a:pt x="315" y="60"/>
                  </a:cubicBezTo>
                  <a:cubicBezTo>
                    <a:pt x="315" y="99"/>
                    <a:pt x="315" y="99"/>
                    <a:pt x="315" y="99"/>
                  </a:cubicBezTo>
                  <a:cubicBezTo>
                    <a:pt x="298" y="99"/>
                    <a:pt x="298" y="99"/>
                    <a:pt x="298" y="99"/>
                  </a:cubicBezTo>
                  <a:lnTo>
                    <a:pt x="298" y="29"/>
                  </a:lnTo>
                  <a:close/>
                  <a:moveTo>
                    <a:pt x="315" y="11"/>
                  </a:moveTo>
                  <a:cubicBezTo>
                    <a:pt x="315" y="19"/>
                    <a:pt x="315" y="19"/>
                    <a:pt x="315" y="19"/>
                  </a:cubicBezTo>
                  <a:cubicBezTo>
                    <a:pt x="298" y="19"/>
                    <a:pt x="298" y="19"/>
                    <a:pt x="298" y="19"/>
                  </a:cubicBezTo>
                  <a:cubicBezTo>
                    <a:pt x="298" y="2"/>
                    <a:pt x="298" y="2"/>
                    <a:pt x="298" y="2"/>
                  </a:cubicBezTo>
                  <a:cubicBezTo>
                    <a:pt x="315" y="2"/>
                    <a:pt x="315" y="2"/>
                    <a:pt x="315" y="2"/>
                  </a:cubicBezTo>
                  <a:lnTo>
                    <a:pt x="315" y="11"/>
                  </a:lnTo>
                  <a:close/>
                  <a:moveTo>
                    <a:pt x="1790" y="34"/>
                  </a:moveTo>
                  <a:cubicBezTo>
                    <a:pt x="1786" y="30"/>
                    <a:pt x="1780" y="28"/>
                    <a:pt x="1775" y="28"/>
                  </a:cubicBezTo>
                  <a:cubicBezTo>
                    <a:pt x="1758" y="28"/>
                    <a:pt x="1747" y="41"/>
                    <a:pt x="1747" y="63"/>
                  </a:cubicBezTo>
                  <a:cubicBezTo>
                    <a:pt x="1747" y="86"/>
                    <a:pt x="1757" y="100"/>
                    <a:pt x="1774" y="100"/>
                  </a:cubicBezTo>
                  <a:cubicBezTo>
                    <a:pt x="1780" y="100"/>
                    <a:pt x="1785" y="98"/>
                    <a:pt x="1790" y="93"/>
                  </a:cubicBezTo>
                  <a:cubicBezTo>
                    <a:pt x="1790" y="99"/>
                    <a:pt x="1790" y="99"/>
                    <a:pt x="1790" y="99"/>
                  </a:cubicBezTo>
                  <a:cubicBezTo>
                    <a:pt x="1807" y="99"/>
                    <a:pt x="1807" y="99"/>
                    <a:pt x="1807" y="99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790" y="9"/>
                    <a:pt x="1790" y="9"/>
                    <a:pt x="1790" y="9"/>
                  </a:cubicBezTo>
                  <a:lnTo>
                    <a:pt x="1790" y="34"/>
                  </a:lnTo>
                  <a:close/>
                  <a:moveTo>
                    <a:pt x="1778" y="84"/>
                  </a:moveTo>
                  <a:cubicBezTo>
                    <a:pt x="1772" y="84"/>
                    <a:pt x="1765" y="81"/>
                    <a:pt x="1765" y="63"/>
                  </a:cubicBezTo>
                  <a:cubicBezTo>
                    <a:pt x="1765" y="47"/>
                    <a:pt x="1772" y="43"/>
                    <a:pt x="1778" y="43"/>
                  </a:cubicBezTo>
                  <a:cubicBezTo>
                    <a:pt x="1784" y="43"/>
                    <a:pt x="1788" y="47"/>
                    <a:pt x="1790" y="50"/>
                  </a:cubicBezTo>
                  <a:cubicBezTo>
                    <a:pt x="1790" y="78"/>
                    <a:pt x="1790" y="78"/>
                    <a:pt x="1790" y="78"/>
                  </a:cubicBezTo>
                  <a:cubicBezTo>
                    <a:pt x="1788" y="81"/>
                    <a:pt x="1784" y="84"/>
                    <a:pt x="1778" y="84"/>
                  </a:cubicBezTo>
                  <a:moveTo>
                    <a:pt x="1206" y="49"/>
                  </a:moveTo>
                  <a:cubicBezTo>
                    <a:pt x="1203" y="46"/>
                    <a:pt x="1199" y="45"/>
                    <a:pt x="1195" y="45"/>
                  </a:cubicBezTo>
                  <a:cubicBezTo>
                    <a:pt x="1187" y="45"/>
                    <a:pt x="1183" y="50"/>
                    <a:pt x="1183" y="61"/>
                  </a:cubicBezTo>
                  <a:cubicBezTo>
                    <a:pt x="1183" y="99"/>
                    <a:pt x="1183" y="99"/>
                    <a:pt x="1183" y="99"/>
                  </a:cubicBezTo>
                  <a:cubicBezTo>
                    <a:pt x="1165" y="99"/>
                    <a:pt x="1165" y="99"/>
                    <a:pt x="1165" y="99"/>
                  </a:cubicBezTo>
                  <a:cubicBezTo>
                    <a:pt x="1165" y="29"/>
                    <a:pt x="1165" y="29"/>
                    <a:pt x="1165" y="29"/>
                  </a:cubicBezTo>
                  <a:cubicBezTo>
                    <a:pt x="1183" y="29"/>
                    <a:pt x="1183" y="29"/>
                    <a:pt x="1183" y="29"/>
                  </a:cubicBezTo>
                  <a:cubicBezTo>
                    <a:pt x="1183" y="35"/>
                    <a:pt x="1183" y="35"/>
                    <a:pt x="1183" y="35"/>
                  </a:cubicBezTo>
                  <a:cubicBezTo>
                    <a:pt x="1187" y="30"/>
                    <a:pt x="1192" y="28"/>
                    <a:pt x="1198" y="28"/>
                  </a:cubicBezTo>
                  <a:cubicBezTo>
                    <a:pt x="1203" y="28"/>
                    <a:pt x="1208" y="29"/>
                    <a:pt x="1211" y="32"/>
                  </a:cubicBezTo>
                  <a:lnTo>
                    <a:pt x="1206" y="49"/>
                  </a:lnTo>
                  <a:close/>
                  <a:moveTo>
                    <a:pt x="1071" y="29"/>
                  </a:moveTo>
                  <a:cubicBezTo>
                    <a:pt x="1088" y="29"/>
                    <a:pt x="1088" y="29"/>
                    <a:pt x="1088" y="29"/>
                  </a:cubicBezTo>
                  <a:cubicBezTo>
                    <a:pt x="1069" y="99"/>
                    <a:pt x="1069" y="99"/>
                    <a:pt x="1069" y="99"/>
                  </a:cubicBezTo>
                  <a:cubicBezTo>
                    <a:pt x="1054" y="99"/>
                    <a:pt x="1054" y="99"/>
                    <a:pt x="1054" y="99"/>
                  </a:cubicBezTo>
                  <a:cubicBezTo>
                    <a:pt x="1046" y="70"/>
                    <a:pt x="1046" y="70"/>
                    <a:pt x="1046" y="70"/>
                  </a:cubicBezTo>
                  <a:cubicBezTo>
                    <a:pt x="1045" y="65"/>
                    <a:pt x="1043" y="59"/>
                    <a:pt x="1042" y="55"/>
                  </a:cubicBezTo>
                  <a:cubicBezTo>
                    <a:pt x="1042" y="58"/>
                    <a:pt x="1040" y="66"/>
                    <a:pt x="1038" y="70"/>
                  </a:cubicBezTo>
                  <a:cubicBezTo>
                    <a:pt x="1031" y="99"/>
                    <a:pt x="1031" y="99"/>
                    <a:pt x="1031" y="99"/>
                  </a:cubicBezTo>
                  <a:cubicBezTo>
                    <a:pt x="1016" y="99"/>
                    <a:pt x="1016" y="99"/>
                    <a:pt x="1016" y="99"/>
                  </a:cubicBezTo>
                  <a:cubicBezTo>
                    <a:pt x="1016" y="98"/>
                    <a:pt x="1016" y="98"/>
                    <a:pt x="1016" y="98"/>
                  </a:cubicBezTo>
                  <a:cubicBezTo>
                    <a:pt x="996" y="29"/>
                    <a:pt x="996" y="29"/>
                    <a:pt x="996" y="29"/>
                  </a:cubicBezTo>
                  <a:cubicBezTo>
                    <a:pt x="1014" y="29"/>
                    <a:pt x="1014" y="29"/>
                    <a:pt x="1014" y="29"/>
                  </a:cubicBezTo>
                  <a:cubicBezTo>
                    <a:pt x="1020" y="55"/>
                    <a:pt x="1020" y="55"/>
                    <a:pt x="1020" y="55"/>
                  </a:cubicBezTo>
                  <a:cubicBezTo>
                    <a:pt x="1021" y="59"/>
                    <a:pt x="1023" y="67"/>
                    <a:pt x="1024" y="72"/>
                  </a:cubicBezTo>
                  <a:cubicBezTo>
                    <a:pt x="1025" y="67"/>
                    <a:pt x="1027" y="60"/>
                    <a:pt x="1028" y="55"/>
                  </a:cubicBezTo>
                  <a:cubicBezTo>
                    <a:pt x="1035" y="29"/>
                    <a:pt x="1035" y="29"/>
                    <a:pt x="1035" y="29"/>
                  </a:cubicBezTo>
                  <a:cubicBezTo>
                    <a:pt x="1050" y="29"/>
                    <a:pt x="1050" y="29"/>
                    <a:pt x="1050" y="29"/>
                  </a:cubicBezTo>
                  <a:cubicBezTo>
                    <a:pt x="1057" y="55"/>
                    <a:pt x="1057" y="55"/>
                    <a:pt x="1057" y="55"/>
                  </a:cubicBezTo>
                  <a:cubicBezTo>
                    <a:pt x="1058" y="59"/>
                    <a:pt x="1060" y="67"/>
                    <a:pt x="1061" y="72"/>
                  </a:cubicBezTo>
                  <a:cubicBezTo>
                    <a:pt x="1062" y="68"/>
                    <a:pt x="1063" y="61"/>
                    <a:pt x="1065" y="55"/>
                  </a:cubicBezTo>
                  <a:lnTo>
                    <a:pt x="1071" y="29"/>
                  </a:lnTo>
                  <a:close/>
                  <a:moveTo>
                    <a:pt x="1123" y="28"/>
                  </a:moveTo>
                  <a:cubicBezTo>
                    <a:pt x="1105" y="28"/>
                    <a:pt x="1092" y="43"/>
                    <a:pt x="1092" y="64"/>
                  </a:cubicBezTo>
                  <a:cubicBezTo>
                    <a:pt x="1092" y="85"/>
                    <a:pt x="1105" y="100"/>
                    <a:pt x="1123" y="100"/>
                  </a:cubicBezTo>
                  <a:cubicBezTo>
                    <a:pt x="1142" y="100"/>
                    <a:pt x="1155" y="85"/>
                    <a:pt x="1155" y="64"/>
                  </a:cubicBezTo>
                  <a:cubicBezTo>
                    <a:pt x="1155" y="43"/>
                    <a:pt x="1142" y="28"/>
                    <a:pt x="1123" y="28"/>
                  </a:cubicBezTo>
                  <a:moveTo>
                    <a:pt x="1123" y="84"/>
                  </a:moveTo>
                  <a:cubicBezTo>
                    <a:pt x="1115" y="84"/>
                    <a:pt x="1109" y="76"/>
                    <a:pt x="1109" y="64"/>
                  </a:cubicBezTo>
                  <a:cubicBezTo>
                    <a:pt x="1109" y="52"/>
                    <a:pt x="1115" y="44"/>
                    <a:pt x="1123" y="44"/>
                  </a:cubicBezTo>
                  <a:cubicBezTo>
                    <a:pt x="1132" y="44"/>
                    <a:pt x="1137" y="52"/>
                    <a:pt x="1137" y="64"/>
                  </a:cubicBezTo>
                  <a:cubicBezTo>
                    <a:pt x="1137" y="76"/>
                    <a:pt x="1132" y="84"/>
                    <a:pt x="1123" y="84"/>
                  </a:cubicBezTo>
                  <a:moveTo>
                    <a:pt x="1705" y="49"/>
                  </a:moveTo>
                  <a:cubicBezTo>
                    <a:pt x="1702" y="46"/>
                    <a:pt x="1698" y="45"/>
                    <a:pt x="1694" y="45"/>
                  </a:cubicBezTo>
                  <a:cubicBezTo>
                    <a:pt x="1686" y="45"/>
                    <a:pt x="1682" y="50"/>
                    <a:pt x="1682" y="61"/>
                  </a:cubicBezTo>
                  <a:cubicBezTo>
                    <a:pt x="1682" y="99"/>
                    <a:pt x="1682" y="99"/>
                    <a:pt x="1682" y="99"/>
                  </a:cubicBezTo>
                  <a:cubicBezTo>
                    <a:pt x="1665" y="99"/>
                    <a:pt x="1665" y="99"/>
                    <a:pt x="1665" y="99"/>
                  </a:cubicBezTo>
                  <a:cubicBezTo>
                    <a:pt x="1665" y="29"/>
                    <a:pt x="1665" y="29"/>
                    <a:pt x="1665" y="29"/>
                  </a:cubicBezTo>
                  <a:cubicBezTo>
                    <a:pt x="1682" y="29"/>
                    <a:pt x="1682" y="29"/>
                    <a:pt x="1682" y="29"/>
                  </a:cubicBezTo>
                  <a:cubicBezTo>
                    <a:pt x="1682" y="35"/>
                    <a:pt x="1682" y="35"/>
                    <a:pt x="1682" y="35"/>
                  </a:cubicBezTo>
                  <a:cubicBezTo>
                    <a:pt x="1686" y="30"/>
                    <a:pt x="1691" y="28"/>
                    <a:pt x="1697" y="28"/>
                  </a:cubicBezTo>
                  <a:cubicBezTo>
                    <a:pt x="1702" y="28"/>
                    <a:pt x="1707" y="29"/>
                    <a:pt x="1710" y="32"/>
                  </a:cubicBezTo>
                  <a:lnTo>
                    <a:pt x="1705" y="49"/>
                  </a:lnTo>
                  <a:close/>
                  <a:moveTo>
                    <a:pt x="1570" y="29"/>
                  </a:moveTo>
                  <a:cubicBezTo>
                    <a:pt x="1587" y="29"/>
                    <a:pt x="1587" y="29"/>
                    <a:pt x="1587" y="29"/>
                  </a:cubicBezTo>
                  <a:cubicBezTo>
                    <a:pt x="1568" y="99"/>
                    <a:pt x="1568" y="99"/>
                    <a:pt x="1568" y="99"/>
                  </a:cubicBezTo>
                  <a:cubicBezTo>
                    <a:pt x="1553" y="99"/>
                    <a:pt x="1553" y="99"/>
                    <a:pt x="1553" y="99"/>
                  </a:cubicBezTo>
                  <a:cubicBezTo>
                    <a:pt x="1545" y="70"/>
                    <a:pt x="1545" y="70"/>
                    <a:pt x="1545" y="70"/>
                  </a:cubicBezTo>
                  <a:cubicBezTo>
                    <a:pt x="1544" y="65"/>
                    <a:pt x="1542" y="59"/>
                    <a:pt x="1541" y="55"/>
                  </a:cubicBezTo>
                  <a:cubicBezTo>
                    <a:pt x="1541" y="58"/>
                    <a:pt x="1539" y="66"/>
                    <a:pt x="1537" y="70"/>
                  </a:cubicBezTo>
                  <a:cubicBezTo>
                    <a:pt x="1530" y="99"/>
                    <a:pt x="1530" y="99"/>
                    <a:pt x="1530" y="99"/>
                  </a:cubicBezTo>
                  <a:cubicBezTo>
                    <a:pt x="1515" y="99"/>
                    <a:pt x="1515" y="99"/>
                    <a:pt x="1515" y="99"/>
                  </a:cubicBezTo>
                  <a:cubicBezTo>
                    <a:pt x="1515" y="98"/>
                    <a:pt x="1515" y="98"/>
                    <a:pt x="1515" y="98"/>
                  </a:cubicBezTo>
                  <a:cubicBezTo>
                    <a:pt x="1495" y="29"/>
                    <a:pt x="1495" y="29"/>
                    <a:pt x="1495" y="29"/>
                  </a:cubicBezTo>
                  <a:cubicBezTo>
                    <a:pt x="1513" y="29"/>
                    <a:pt x="1513" y="29"/>
                    <a:pt x="1513" y="29"/>
                  </a:cubicBezTo>
                  <a:cubicBezTo>
                    <a:pt x="1519" y="55"/>
                    <a:pt x="1519" y="55"/>
                    <a:pt x="1519" y="55"/>
                  </a:cubicBezTo>
                  <a:cubicBezTo>
                    <a:pt x="1520" y="59"/>
                    <a:pt x="1522" y="67"/>
                    <a:pt x="1523" y="72"/>
                  </a:cubicBezTo>
                  <a:cubicBezTo>
                    <a:pt x="1524" y="67"/>
                    <a:pt x="1526" y="60"/>
                    <a:pt x="1527" y="55"/>
                  </a:cubicBezTo>
                  <a:cubicBezTo>
                    <a:pt x="1534" y="29"/>
                    <a:pt x="1534" y="29"/>
                    <a:pt x="1534" y="29"/>
                  </a:cubicBezTo>
                  <a:cubicBezTo>
                    <a:pt x="1549" y="29"/>
                    <a:pt x="1549" y="29"/>
                    <a:pt x="1549" y="29"/>
                  </a:cubicBezTo>
                  <a:cubicBezTo>
                    <a:pt x="1556" y="55"/>
                    <a:pt x="1556" y="55"/>
                    <a:pt x="1556" y="55"/>
                  </a:cubicBezTo>
                  <a:cubicBezTo>
                    <a:pt x="1557" y="59"/>
                    <a:pt x="1559" y="67"/>
                    <a:pt x="1560" y="72"/>
                  </a:cubicBezTo>
                  <a:cubicBezTo>
                    <a:pt x="1561" y="68"/>
                    <a:pt x="1563" y="61"/>
                    <a:pt x="1564" y="55"/>
                  </a:cubicBezTo>
                  <a:lnTo>
                    <a:pt x="1570" y="29"/>
                  </a:lnTo>
                  <a:close/>
                  <a:moveTo>
                    <a:pt x="1622" y="28"/>
                  </a:moveTo>
                  <a:cubicBezTo>
                    <a:pt x="1604" y="28"/>
                    <a:pt x="1591" y="43"/>
                    <a:pt x="1591" y="64"/>
                  </a:cubicBezTo>
                  <a:cubicBezTo>
                    <a:pt x="1591" y="85"/>
                    <a:pt x="1604" y="100"/>
                    <a:pt x="1622" y="100"/>
                  </a:cubicBezTo>
                  <a:cubicBezTo>
                    <a:pt x="1640" y="100"/>
                    <a:pt x="1654" y="85"/>
                    <a:pt x="1654" y="64"/>
                  </a:cubicBezTo>
                  <a:cubicBezTo>
                    <a:pt x="1654" y="43"/>
                    <a:pt x="1640" y="28"/>
                    <a:pt x="1622" y="28"/>
                  </a:cubicBezTo>
                  <a:moveTo>
                    <a:pt x="1622" y="84"/>
                  </a:moveTo>
                  <a:cubicBezTo>
                    <a:pt x="1614" y="84"/>
                    <a:pt x="1608" y="76"/>
                    <a:pt x="1608" y="64"/>
                  </a:cubicBezTo>
                  <a:cubicBezTo>
                    <a:pt x="1608" y="52"/>
                    <a:pt x="1614" y="44"/>
                    <a:pt x="1622" y="44"/>
                  </a:cubicBezTo>
                  <a:cubicBezTo>
                    <a:pt x="1631" y="44"/>
                    <a:pt x="1636" y="52"/>
                    <a:pt x="1636" y="64"/>
                  </a:cubicBezTo>
                  <a:cubicBezTo>
                    <a:pt x="1636" y="76"/>
                    <a:pt x="1631" y="84"/>
                    <a:pt x="1622" y="84"/>
                  </a:cubicBezTo>
                  <a:moveTo>
                    <a:pt x="1258" y="52"/>
                  </a:moveTo>
                  <a:cubicBezTo>
                    <a:pt x="1279" y="99"/>
                    <a:pt x="1279" y="99"/>
                    <a:pt x="1279" y="99"/>
                  </a:cubicBezTo>
                  <a:cubicBezTo>
                    <a:pt x="1260" y="99"/>
                    <a:pt x="1260" y="99"/>
                    <a:pt x="1260" y="99"/>
                  </a:cubicBezTo>
                  <a:cubicBezTo>
                    <a:pt x="1245" y="66"/>
                    <a:pt x="1245" y="66"/>
                    <a:pt x="1245" y="66"/>
                  </a:cubicBezTo>
                  <a:cubicBezTo>
                    <a:pt x="1236" y="78"/>
                    <a:pt x="1236" y="78"/>
                    <a:pt x="1236" y="78"/>
                  </a:cubicBezTo>
                  <a:cubicBezTo>
                    <a:pt x="1236" y="99"/>
                    <a:pt x="1236" y="99"/>
                    <a:pt x="1236" y="99"/>
                  </a:cubicBezTo>
                  <a:cubicBezTo>
                    <a:pt x="1219" y="99"/>
                    <a:pt x="1219" y="99"/>
                    <a:pt x="1219" y="99"/>
                  </a:cubicBezTo>
                  <a:cubicBezTo>
                    <a:pt x="1219" y="9"/>
                    <a:pt x="1219" y="9"/>
                    <a:pt x="1219" y="9"/>
                  </a:cubicBezTo>
                  <a:cubicBezTo>
                    <a:pt x="1236" y="0"/>
                    <a:pt x="1236" y="0"/>
                    <a:pt x="1236" y="0"/>
                  </a:cubicBezTo>
                  <a:cubicBezTo>
                    <a:pt x="1236" y="56"/>
                    <a:pt x="1236" y="56"/>
                    <a:pt x="1236" y="56"/>
                  </a:cubicBezTo>
                  <a:cubicBezTo>
                    <a:pt x="1238" y="53"/>
                    <a:pt x="1241" y="49"/>
                    <a:pt x="1243" y="47"/>
                  </a:cubicBezTo>
                  <a:cubicBezTo>
                    <a:pt x="1256" y="29"/>
                    <a:pt x="1256" y="29"/>
                    <a:pt x="1256" y="29"/>
                  </a:cubicBezTo>
                  <a:cubicBezTo>
                    <a:pt x="1276" y="29"/>
                    <a:pt x="1276" y="29"/>
                    <a:pt x="1276" y="29"/>
                  </a:cubicBezTo>
                  <a:lnTo>
                    <a:pt x="1258" y="52"/>
                  </a:lnTo>
                  <a:close/>
                  <a:moveTo>
                    <a:pt x="1339" y="99"/>
                  </a:moveTo>
                  <a:cubicBezTo>
                    <a:pt x="1322" y="99"/>
                    <a:pt x="1322" y="99"/>
                    <a:pt x="1322" y="99"/>
                  </a:cubicBezTo>
                  <a:cubicBezTo>
                    <a:pt x="1322" y="29"/>
                    <a:pt x="1322" y="29"/>
                    <a:pt x="1322" y="29"/>
                  </a:cubicBezTo>
                  <a:cubicBezTo>
                    <a:pt x="1339" y="29"/>
                    <a:pt x="1339" y="29"/>
                    <a:pt x="1339" y="29"/>
                  </a:cubicBezTo>
                  <a:cubicBezTo>
                    <a:pt x="1339" y="35"/>
                    <a:pt x="1339" y="35"/>
                    <a:pt x="1339" y="35"/>
                  </a:cubicBezTo>
                  <a:cubicBezTo>
                    <a:pt x="1343" y="30"/>
                    <a:pt x="1350" y="28"/>
                    <a:pt x="1357" y="28"/>
                  </a:cubicBezTo>
                  <a:cubicBezTo>
                    <a:pt x="1373" y="28"/>
                    <a:pt x="1382" y="39"/>
                    <a:pt x="1382" y="59"/>
                  </a:cubicBezTo>
                  <a:cubicBezTo>
                    <a:pt x="1382" y="99"/>
                    <a:pt x="1382" y="99"/>
                    <a:pt x="1382" y="99"/>
                  </a:cubicBezTo>
                  <a:cubicBezTo>
                    <a:pt x="1365" y="99"/>
                    <a:pt x="1365" y="99"/>
                    <a:pt x="1365" y="99"/>
                  </a:cubicBezTo>
                  <a:cubicBezTo>
                    <a:pt x="1365" y="60"/>
                    <a:pt x="1365" y="60"/>
                    <a:pt x="1365" y="60"/>
                  </a:cubicBezTo>
                  <a:cubicBezTo>
                    <a:pt x="1365" y="49"/>
                    <a:pt x="1361" y="43"/>
                    <a:pt x="1352" y="43"/>
                  </a:cubicBezTo>
                  <a:cubicBezTo>
                    <a:pt x="1344" y="43"/>
                    <a:pt x="1339" y="49"/>
                    <a:pt x="1339" y="60"/>
                  </a:cubicBezTo>
                  <a:lnTo>
                    <a:pt x="1339" y="99"/>
                  </a:lnTo>
                  <a:close/>
                  <a:moveTo>
                    <a:pt x="1436" y="34"/>
                  </a:moveTo>
                  <a:cubicBezTo>
                    <a:pt x="1432" y="30"/>
                    <a:pt x="1427" y="28"/>
                    <a:pt x="1421" y="28"/>
                  </a:cubicBezTo>
                  <a:cubicBezTo>
                    <a:pt x="1404" y="28"/>
                    <a:pt x="1394" y="41"/>
                    <a:pt x="1394" y="63"/>
                  </a:cubicBezTo>
                  <a:cubicBezTo>
                    <a:pt x="1394" y="86"/>
                    <a:pt x="1404" y="100"/>
                    <a:pt x="1421" y="100"/>
                  </a:cubicBezTo>
                  <a:cubicBezTo>
                    <a:pt x="1427" y="100"/>
                    <a:pt x="1432" y="98"/>
                    <a:pt x="1436" y="93"/>
                  </a:cubicBezTo>
                  <a:cubicBezTo>
                    <a:pt x="1436" y="95"/>
                    <a:pt x="1436" y="95"/>
                    <a:pt x="1436" y="95"/>
                  </a:cubicBezTo>
                  <a:cubicBezTo>
                    <a:pt x="1436" y="103"/>
                    <a:pt x="1436" y="113"/>
                    <a:pt x="1414" y="114"/>
                  </a:cubicBezTo>
                  <a:cubicBezTo>
                    <a:pt x="1413" y="114"/>
                    <a:pt x="1413" y="114"/>
                    <a:pt x="1413" y="114"/>
                  </a:cubicBezTo>
                  <a:cubicBezTo>
                    <a:pt x="1419" y="127"/>
                    <a:pt x="1419" y="127"/>
                    <a:pt x="1419" y="127"/>
                  </a:cubicBezTo>
                  <a:cubicBezTo>
                    <a:pt x="1420" y="127"/>
                    <a:pt x="1420" y="127"/>
                    <a:pt x="1420" y="127"/>
                  </a:cubicBezTo>
                  <a:cubicBezTo>
                    <a:pt x="1442" y="127"/>
                    <a:pt x="1453" y="115"/>
                    <a:pt x="1453" y="92"/>
                  </a:cubicBezTo>
                  <a:cubicBezTo>
                    <a:pt x="1453" y="29"/>
                    <a:pt x="1453" y="29"/>
                    <a:pt x="1453" y="29"/>
                  </a:cubicBezTo>
                  <a:cubicBezTo>
                    <a:pt x="1436" y="29"/>
                    <a:pt x="1436" y="29"/>
                    <a:pt x="1436" y="29"/>
                  </a:cubicBezTo>
                  <a:lnTo>
                    <a:pt x="1436" y="34"/>
                  </a:lnTo>
                  <a:close/>
                  <a:moveTo>
                    <a:pt x="1436" y="50"/>
                  </a:moveTo>
                  <a:cubicBezTo>
                    <a:pt x="1436" y="77"/>
                    <a:pt x="1436" y="77"/>
                    <a:pt x="1436" y="77"/>
                  </a:cubicBezTo>
                  <a:cubicBezTo>
                    <a:pt x="1434" y="81"/>
                    <a:pt x="1430" y="84"/>
                    <a:pt x="1424" y="84"/>
                  </a:cubicBezTo>
                  <a:cubicBezTo>
                    <a:pt x="1418" y="84"/>
                    <a:pt x="1411" y="81"/>
                    <a:pt x="1411" y="63"/>
                  </a:cubicBezTo>
                  <a:cubicBezTo>
                    <a:pt x="1411" y="47"/>
                    <a:pt x="1418" y="43"/>
                    <a:pt x="1424" y="43"/>
                  </a:cubicBezTo>
                  <a:cubicBezTo>
                    <a:pt x="1430" y="43"/>
                    <a:pt x="1434" y="47"/>
                    <a:pt x="1436" y="50"/>
                  </a:cubicBezTo>
                  <a:moveTo>
                    <a:pt x="1289" y="29"/>
                  </a:moveTo>
                  <a:cubicBezTo>
                    <a:pt x="1307" y="29"/>
                    <a:pt x="1307" y="29"/>
                    <a:pt x="1307" y="29"/>
                  </a:cubicBezTo>
                  <a:cubicBezTo>
                    <a:pt x="1307" y="61"/>
                    <a:pt x="1307" y="61"/>
                    <a:pt x="1307" y="61"/>
                  </a:cubicBezTo>
                  <a:cubicBezTo>
                    <a:pt x="1307" y="99"/>
                    <a:pt x="1307" y="99"/>
                    <a:pt x="1307" y="99"/>
                  </a:cubicBezTo>
                  <a:cubicBezTo>
                    <a:pt x="1289" y="99"/>
                    <a:pt x="1289" y="99"/>
                    <a:pt x="1289" y="99"/>
                  </a:cubicBezTo>
                  <a:lnTo>
                    <a:pt x="1289" y="29"/>
                  </a:lnTo>
                  <a:close/>
                  <a:moveTo>
                    <a:pt x="1307" y="11"/>
                  </a:moveTo>
                  <a:cubicBezTo>
                    <a:pt x="1307" y="19"/>
                    <a:pt x="1307" y="19"/>
                    <a:pt x="1307" y="19"/>
                  </a:cubicBezTo>
                  <a:cubicBezTo>
                    <a:pt x="1289" y="19"/>
                    <a:pt x="1289" y="19"/>
                    <a:pt x="1289" y="19"/>
                  </a:cubicBezTo>
                  <a:cubicBezTo>
                    <a:pt x="1289" y="2"/>
                    <a:pt x="1289" y="2"/>
                    <a:pt x="1289" y="2"/>
                  </a:cubicBezTo>
                  <a:cubicBezTo>
                    <a:pt x="1307" y="2"/>
                    <a:pt x="1307" y="2"/>
                    <a:pt x="1307" y="2"/>
                  </a:cubicBezTo>
                  <a:lnTo>
                    <a:pt x="1307" y="11"/>
                  </a:lnTo>
                  <a:close/>
                  <a:moveTo>
                    <a:pt x="1718" y="9"/>
                  </a:moveTo>
                  <a:cubicBezTo>
                    <a:pt x="1735" y="0"/>
                    <a:pt x="1735" y="0"/>
                    <a:pt x="1735" y="0"/>
                  </a:cubicBezTo>
                  <a:cubicBezTo>
                    <a:pt x="1735" y="63"/>
                    <a:pt x="1735" y="63"/>
                    <a:pt x="1735" y="63"/>
                  </a:cubicBezTo>
                  <a:cubicBezTo>
                    <a:pt x="1735" y="99"/>
                    <a:pt x="1735" y="99"/>
                    <a:pt x="1735" y="99"/>
                  </a:cubicBezTo>
                  <a:cubicBezTo>
                    <a:pt x="1718" y="99"/>
                    <a:pt x="1718" y="99"/>
                    <a:pt x="1718" y="99"/>
                  </a:cubicBezTo>
                  <a:lnTo>
                    <a:pt x="1718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272" name="Freeform 117">
              <a:extLst>
                <a:ext uri="{FF2B5EF4-FFF2-40B4-BE49-F238E27FC236}">
                  <a16:creationId xmlns:a16="http://schemas.microsoft.com/office/drawing/2014/main" id="{710B4652-98DB-4C9E-A4EB-4452AD25D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8672" y="5100633"/>
              <a:ext cx="982661" cy="358775"/>
            </a:xfrm>
            <a:custGeom>
              <a:avLst/>
              <a:gdLst>
                <a:gd name="T0" fmla="*/ 619 w 619"/>
                <a:gd name="T1" fmla="*/ 0 h 226"/>
                <a:gd name="T2" fmla="*/ 0 w 619"/>
                <a:gd name="T3" fmla="*/ 226 h 226"/>
                <a:gd name="T4" fmla="*/ 619 w 619"/>
                <a:gd name="T5" fmla="*/ 117 h 226"/>
                <a:gd name="T6" fmla="*/ 619 w 619"/>
                <a:gd name="T7" fmla="*/ 0 h 226"/>
                <a:gd name="T8" fmla="*/ 619 w 619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26">
                  <a:moveTo>
                    <a:pt x="619" y="0"/>
                  </a:moveTo>
                  <a:lnTo>
                    <a:pt x="0" y="226"/>
                  </a:lnTo>
                  <a:lnTo>
                    <a:pt x="619" y="117"/>
                  </a:lnTo>
                  <a:lnTo>
                    <a:pt x="619" y="0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273" name="Freeform 118">
              <a:extLst>
                <a:ext uri="{FF2B5EF4-FFF2-40B4-BE49-F238E27FC236}">
                  <a16:creationId xmlns:a16="http://schemas.microsoft.com/office/drawing/2014/main" id="{6A65518C-FCBF-463B-B775-BE99D8B4C5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56613" y="5608639"/>
              <a:ext cx="825500" cy="498474"/>
            </a:xfrm>
            <a:custGeom>
              <a:avLst/>
              <a:gdLst>
                <a:gd name="T0" fmla="*/ 418 w 520"/>
                <a:gd name="T1" fmla="*/ 0 h 314"/>
                <a:gd name="T2" fmla="*/ 364 w 520"/>
                <a:gd name="T3" fmla="*/ 102 h 314"/>
                <a:gd name="T4" fmla="*/ 311 w 520"/>
                <a:gd name="T5" fmla="*/ 0 h 314"/>
                <a:gd name="T6" fmla="*/ 207 w 520"/>
                <a:gd name="T7" fmla="*/ 0 h 314"/>
                <a:gd name="T8" fmla="*/ 318 w 520"/>
                <a:gd name="T9" fmla="*/ 189 h 314"/>
                <a:gd name="T10" fmla="*/ 318 w 520"/>
                <a:gd name="T11" fmla="*/ 314 h 314"/>
                <a:gd name="T12" fmla="*/ 410 w 520"/>
                <a:gd name="T13" fmla="*/ 314 h 314"/>
                <a:gd name="T14" fmla="*/ 410 w 520"/>
                <a:gd name="T15" fmla="*/ 189 h 314"/>
                <a:gd name="T16" fmla="*/ 520 w 520"/>
                <a:gd name="T17" fmla="*/ 0 h 314"/>
                <a:gd name="T18" fmla="*/ 418 w 520"/>
                <a:gd name="T19" fmla="*/ 0 h 314"/>
                <a:gd name="T20" fmla="*/ 0 w 520"/>
                <a:gd name="T21" fmla="*/ 0 h 314"/>
                <a:gd name="T22" fmla="*/ 0 w 520"/>
                <a:gd name="T23" fmla="*/ 314 h 314"/>
                <a:gd name="T24" fmla="*/ 251 w 520"/>
                <a:gd name="T25" fmla="*/ 314 h 314"/>
                <a:gd name="T26" fmla="*/ 251 w 520"/>
                <a:gd name="T27" fmla="*/ 242 h 314"/>
                <a:gd name="T28" fmla="*/ 94 w 520"/>
                <a:gd name="T29" fmla="*/ 242 h 314"/>
                <a:gd name="T30" fmla="*/ 94 w 520"/>
                <a:gd name="T31" fmla="*/ 189 h 314"/>
                <a:gd name="T32" fmla="*/ 207 w 520"/>
                <a:gd name="T33" fmla="*/ 189 h 314"/>
                <a:gd name="T34" fmla="*/ 207 w 520"/>
                <a:gd name="T35" fmla="*/ 124 h 314"/>
                <a:gd name="T36" fmla="*/ 94 w 520"/>
                <a:gd name="T37" fmla="*/ 124 h 314"/>
                <a:gd name="T38" fmla="*/ 94 w 520"/>
                <a:gd name="T39" fmla="*/ 72 h 314"/>
                <a:gd name="T40" fmla="*/ 219 w 520"/>
                <a:gd name="T41" fmla="*/ 72 h 314"/>
                <a:gd name="T42" fmla="*/ 178 w 520"/>
                <a:gd name="T43" fmla="*/ 0 h 314"/>
                <a:gd name="T44" fmla="*/ 0 w 520"/>
                <a:gd name="T4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314">
                  <a:moveTo>
                    <a:pt x="418" y="0"/>
                  </a:moveTo>
                  <a:lnTo>
                    <a:pt x="364" y="102"/>
                  </a:lnTo>
                  <a:lnTo>
                    <a:pt x="311" y="0"/>
                  </a:lnTo>
                  <a:lnTo>
                    <a:pt x="207" y="0"/>
                  </a:lnTo>
                  <a:lnTo>
                    <a:pt x="318" y="189"/>
                  </a:lnTo>
                  <a:lnTo>
                    <a:pt x="318" y="314"/>
                  </a:lnTo>
                  <a:lnTo>
                    <a:pt x="410" y="314"/>
                  </a:lnTo>
                  <a:lnTo>
                    <a:pt x="410" y="189"/>
                  </a:lnTo>
                  <a:lnTo>
                    <a:pt x="520" y="0"/>
                  </a:lnTo>
                  <a:lnTo>
                    <a:pt x="418" y="0"/>
                  </a:lnTo>
                  <a:close/>
                  <a:moveTo>
                    <a:pt x="0" y="0"/>
                  </a:moveTo>
                  <a:lnTo>
                    <a:pt x="0" y="314"/>
                  </a:lnTo>
                  <a:lnTo>
                    <a:pt x="251" y="314"/>
                  </a:lnTo>
                  <a:lnTo>
                    <a:pt x="251" y="242"/>
                  </a:lnTo>
                  <a:lnTo>
                    <a:pt x="94" y="242"/>
                  </a:lnTo>
                  <a:lnTo>
                    <a:pt x="94" y="189"/>
                  </a:lnTo>
                  <a:lnTo>
                    <a:pt x="207" y="189"/>
                  </a:lnTo>
                  <a:lnTo>
                    <a:pt x="207" y="124"/>
                  </a:lnTo>
                  <a:lnTo>
                    <a:pt x="94" y="124"/>
                  </a:lnTo>
                  <a:lnTo>
                    <a:pt x="94" y="72"/>
                  </a:lnTo>
                  <a:lnTo>
                    <a:pt x="219" y="72"/>
                  </a:ln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</p:grpSp>
      <p:sp>
        <p:nvSpPr>
          <p:cNvPr id="342" name="Rectangle 341">
            <a:extLst>
              <a:ext uri="{FF2B5EF4-FFF2-40B4-BE49-F238E27FC236}">
                <a16:creationId xmlns:a16="http://schemas.microsoft.com/office/drawing/2014/main" id="{BFBC66B5-2475-4F1B-8CD3-426699968443}"/>
              </a:ext>
            </a:extLst>
          </p:cNvPr>
          <p:cNvSpPr/>
          <p:nvPr userDrawn="1"/>
        </p:nvSpPr>
        <p:spPr>
          <a:xfrm>
            <a:off x="5314540" y="460564"/>
            <a:ext cx="155367" cy="3429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E08BCAC7-5BAB-4F88-B96A-3B750E1101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612445" y="460564"/>
            <a:ext cx="155367" cy="3429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352" name="Text Placeholder 16">
            <a:extLst>
              <a:ext uri="{FF2B5EF4-FFF2-40B4-BE49-F238E27FC236}">
                <a16:creationId xmlns:a16="http://schemas.microsoft.com/office/drawing/2014/main" id="{C0C18077-3829-4A1D-B973-869FA6D6A0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9619" y="5914112"/>
            <a:ext cx="3087667" cy="1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accent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</a:lstStyle>
          <a:p>
            <a:pPr lvl="0"/>
            <a:r>
              <a:rPr lang="en-US"/>
              <a:t>name</a:t>
            </a:r>
            <a:endParaRPr lang="en-GB"/>
          </a:p>
        </p:txBody>
      </p:sp>
      <p:sp>
        <p:nvSpPr>
          <p:cNvPr id="353" name="Text Placeholder 16">
            <a:extLst>
              <a:ext uri="{FF2B5EF4-FFF2-40B4-BE49-F238E27FC236}">
                <a16:creationId xmlns:a16="http://schemas.microsoft.com/office/drawing/2014/main" id="{0E56CFA0-D3C6-452E-8DFA-FE75B6A8F6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59619" y="6156755"/>
            <a:ext cx="3087667" cy="1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</a:lstStyle>
          <a:p>
            <a:pPr lvl="0"/>
            <a:r>
              <a:rPr lang="en-US"/>
              <a:t>Additional text if needed</a:t>
            </a:r>
            <a:endParaRPr lang="en-GB"/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CF2BAD60-3442-4E35-A513-743463E51DDA}"/>
              </a:ext>
            </a:extLst>
          </p:cNvPr>
          <p:cNvCxnSpPr>
            <a:cxnSpLocks/>
          </p:cNvCxnSpPr>
          <p:nvPr userDrawn="1"/>
        </p:nvCxnSpPr>
        <p:spPr>
          <a:xfrm>
            <a:off x="1362344" y="5743608"/>
            <a:ext cx="7772400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A893E32-F4C1-4B32-AA48-800A2306B6CA}"/>
              </a:ext>
            </a:extLst>
          </p:cNvPr>
          <p:cNvSpPr txBox="1"/>
          <p:nvPr userDrawn="1"/>
        </p:nvSpPr>
        <p:spPr>
          <a:xfrm>
            <a:off x="610962" y="5630224"/>
            <a:ext cx="1044529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>
                <a:solidFill>
                  <a:srgbClr val="828290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rPr>
              <a:t>Written by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DD0AB-B389-4838-A777-D9AD125B312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69418" y="3503820"/>
            <a:ext cx="3808017" cy="423453"/>
          </a:xfrm>
        </p:spPr>
        <p:txBody>
          <a:bodyPr anchor="b"/>
          <a:lstStyle>
            <a:lvl1pPr marL="0" indent="0" algn="l">
              <a:buFontTx/>
              <a:buNone/>
              <a:defRPr sz="1600">
                <a:latin typeface="EYInterstate" panose="0200050302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171450" indent="0" algn="l">
              <a:buFontTx/>
              <a:buNone/>
              <a:defRPr/>
            </a:lvl2pPr>
            <a:lvl3pPr marL="342900" indent="0" algn="l">
              <a:buFontTx/>
              <a:buNone/>
              <a:defRPr/>
            </a:lvl3pPr>
            <a:lvl4pPr marL="514350" indent="0" algn="l">
              <a:buFontTx/>
              <a:buNone/>
              <a:defRPr/>
            </a:lvl4pPr>
            <a:lvl5pPr marL="685800" indent="0" algn="l">
              <a:buFontTx/>
              <a:buNone/>
              <a:defRPr/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35" name="Picture Placeholder 19">
            <a:extLst>
              <a:ext uri="{FF2B5EF4-FFF2-40B4-BE49-F238E27FC236}">
                <a16:creationId xmlns:a16="http://schemas.microsoft.com/office/drawing/2014/main" id="{41DD65F8-CEA7-4F6D-902D-A98E3F5EE10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4215" y="5845057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033A669-1BB8-4B9D-0EE2-E9FD4C022993}"/>
              </a:ext>
            </a:extLst>
          </p:cNvPr>
          <p:cNvGrpSpPr/>
          <p:nvPr userDrawn="1"/>
        </p:nvGrpSpPr>
        <p:grpSpPr>
          <a:xfrm>
            <a:off x="0" y="6572661"/>
            <a:ext cx="6951259" cy="226802"/>
            <a:chOff x="0" y="6572661"/>
            <a:chExt cx="6951259" cy="226802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D96605D-D523-4BB2-273D-2B4EE212BD16}"/>
                </a:ext>
              </a:extLst>
            </p:cNvPr>
            <p:cNvSpPr/>
            <p:nvPr userDrawn="1"/>
          </p:nvSpPr>
          <p:spPr>
            <a:xfrm rot="5400000">
              <a:off x="3281053" y="3291608"/>
              <a:ext cx="226801" cy="6788908"/>
            </a:xfrm>
            <a:custGeom>
              <a:avLst/>
              <a:gdLst>
                <a:gd name="connsiteX0" fmla="*/ 0 w 226801"/>
                <a:gd name="connsiteY0" fmla="*/ 5182035 h 8214579"/>
                <a:gd name="connsiteX1" fmla="*/ 0 w 226801"/>
                <a:gd name="connsiteY1" fmla="*/ 4790149 h 8214579"/>
                <a:gd name="connsiteX2" fmla="*/ 0 w 226801"/>
                <a:gd name="connsiteY2" fmla="*/ 4365644 h 8214579"/>
                <a:gd name="connsiteX3" fmla="*/ 0 w 226801"/>
                <a:gd name="connsiteY3" fmla="*/ 4181794 h 8214579"/>
                <a:gd name="connsiteX4" fmla="*/ 0 w 226801"/>
                <a:gd name="connsiteY4" fmla="*/ 3973758 h 8214579"/>
                <a:gd name="connsiteX5" fmla="*/ 0 w 226801"/>
                <a:gd name="connsiteY5" fmla="*/ 3789908 h 8214579"/>
                <a:gd name="connsiteX6" fmla="*/ 0 w 226801"/>
                <a:gd name="connsiteY6" fmla="*/ 3365402 h 8214579"/>
                <a:gd name="connsiteX7" fmla="*/ 0 w 226801"/>
                <a:gd name="connsiteY7" fmla="*/ 2973516 h 8214579"/>
                <a:gd name="connsiteX8" fmla="*/ 1885 w 226801"/>
                <a:gd name="connsiteY8" fmla="*/ 2971438 h 8214579"/>
                <a:gd name="connsiteX9" fmla="*/ 1885 w 226801"/>
                <a:gd name="connsiteY9" fmla="*/ 2458579 h 8214579"/>
                <a:gd name="connsiteX10" fmla="*/ 1 w 226801"/>
                <a:gd name="connsiteY10" fmla="*/ 2458579 h 8214579"/>
                <a:gd name="connsiteX11" fmla="*/ 1 w 226801"/>
                <a:gd name="connsiteY11" fmla="*/ 2066693 h 8214579"/>
                <a:gd name="connsiteX12" fmla="*/ 1 w 226801"/>
                <a:gd name="connsiteY12" fmla="*/ 1642188 h 8214579"/>
                <a:gd name="connsiteX13" fmla="*/ 1 w 226801"/>
                <a:gd name="connsiteY13" fmla="*/ 1458338 h 8214579"/>
                <a:gd name="connsiteX14" fmla="*/ 1 w 226801"/>
                <a:gd name="connsiteY14" fmla="*/ 1250302 h 8214579"/>
                <a:gd name="connsiteX15" fmla="*/ 1 w 226801"/>
                <a:gd name="connsiteY15" fmla="*/ 1066452 h 8214579"/>
                <a:gd name="connsiteX16" fmla="*/ 1 w 226801"/>
                <a:gd name="connsiteY16" fmla="*/ 641946 h 8214579"/>
                <a:gd name="connsiteX17" fmla="*/ 1 w 226801"/>
                <a:gd name="connsiteY17" fmla="*/ 250060 h 8214579"/>
                <a:gd name="connsiteX18" fmla="*/ 226801 w 226801"/>
                <a:gd name="connsiteY18" fmla="*/ 0 h 8214579"/>
                <a:gd name="connsiteX19" fmla="*/ 226801 w 226801"/>
                <a:gd name="connsiteY19" fmla="*/ 391886 h 8214579"/>
                <a:gd name="connsiteX20" fmla="*/ 226801 w 226801"/>
                <a:gd name="connsiteY20" fmla="*/ 816391 h 8214579"/>
                <a:gd name="connsiteX21" fmla="*/ 226801 w 226801"/>
                <a:gd name="connsiteY21" fmla="*/ 1208277 h 8214579"/>
                <a:gd name="connsiteX22" fmla="*/ 226801 w 226801"/>
                <a:gd name="connsiteY22" fmla="*/ 1250302 h 8214579"/>
                <a:gd name="connsiteX23" fmla="*/ 226801 w 226801"/>
                <a:gd name="connsiteY23" fmla="*/ 1642188 h 8214579"/>
                <a:gd name="connsiteX24" fmla="*/ 226801 w 226801"/>
                <a:gd name="connsiteY24" fmla="*/ 2066693 h 8214579"/>
                <a:gd name="connsiteX25" fmla="*/ 226801 w 226801"/>
                <a:gd name="connsiteY25" fmla="*/ 2458579 h 8214579"/>
                <a:gd name="connsiteX26" fmla="*/ 226801 w 226801"/>
                <a:gd name="connsiteY26" fmla="*/ 5099237 h 8214579"/>
                <a:gd name="connsiteX27" fmla="*/ 226801 w 226801"/>
                <a:gd name="connsiteY27" fmla="*/ 5491123 h 8214579"/>
                <a:gd name="connsiteX28" fmla="*/ 226800 w 226801"/>
                <a:gd name="connsiteY28" fmla="*/ 5491123 h 8214579"/>
                <a:gd name="connsiteX29" fmla="*/ 226800 w 226801"/>
                <a:gd name="connsiteY29" fmla="*/ 7822693 h 8214579"/>
                <a:gd name="connsiteX30" fmla="*/ 226800 w 226801"/>
                <a:gd name="connsiteY30" fmla="*/ 8214579 h 8214579"/>
                <a:gd name="connsiteX31" fmla="*/ 1884 w 226801"/>
                <a:gd name="connsiteY31" fmla="*/ 8214579 h 8214579"/>
                <a:gd name="connsiteX32" fmla="*/ 1884 w 226801"/>
                <a:gd name="connsiteY32" fmla="*/ 7822693 h 8214579"/>
                <a:gd name="connsiteX33" fmla="*/ 1884 w 226801"/>
                <a:gd name="connsiteY33" fmla="*/ 5182035 h 8214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6801" h="8214579">
                  <a:moveTo>
                    <a:pt x="0" y="5182035"/>
                  </a:moveTo>
                  <a:lnTo>
                    <a:pt x="0" y="4790149"/>
                  </a:lnTo>
                  <a:lnTo>
                    <a:pt x="0" y="4365644"/>
                  </a:lnTo>
                  <a:lnTo>
                    <a:pt x="0" y="4181794"/>
                  </a:lnTo>
                  <a:lnTo>
                    <a:pt x="0" y="3973758"/>
                  </a:lnTo>
                  <a:lnTo>
                    <a:pt x="0" y="3789908"/>
                  </a:lnTo>
                  <a:lnTo>
                    <a:pt x="0" y="3365402"/>
                  </a:lnTo>
                  <a:lnTo>
                    <a:pt x="0" y="2973516"/>
                  </a:lnTo>
                  <a:lnTo>
                    <a:pt x="1885" y="2971438"/>
                  </a:lnTo>
                  <a:lnTo>
                    <a:pt x="1885" y="2458579"/>
                  </a:lnTo>
                  <a:lnTo>
                    <a:pt x="1" y="2458579"/>
                  </a:lnTo>
                  <a:lnTo>
                    <a:pt x="1" y="2066693"/>
                  </a:lnTo>
                  <a:lnTo>
                    <a:pt x="1" y="1642188"/>
                  </a:lnTo>
                  <a:lnTo>
                    <a:pt x="1" y="1458338"/>
                  </a:lnTo>
                  <a:lnTo>
                    <a:pt x="1" y="1250302"/>
                  </a:lnTo>
                  <a:lnTo>
                    <a:pt x="1" y="1066452"/>
                  </a:lnTo>
                  <a:lnTo>
                    <a:pt x="1" y="641946"/>
                  </a:lnTo>
                  <a:lnTo>
                    <a:pt x="1" y="250060"/>
                  </a:lnTo>
                  <a:lnTo>
                    <a:pt x="226801" y="0"/>
                  </a:lnTo>
                  <a:lnTo>
                    <a:pt x="226801" y="391886"/>
                  </a:lnTo>
                  <a:lnTo>
                    <a:pt x="226801" y="816391"/>
                  </a:lnTo>
                  <a:lnTo>
                    <a:pt x="226801" y="1208277"/>
                  </a:lnTo>
                  <a:lnTo>
                    <a:pt x="226801" y="1250302"/>
                  </a:lnTo>
                  <a:lnTo>
                    <a:pt x="226801" y="1642188"/>
                  </a:lnTo>
                  <a:lnTo>
                    <a:pt x="226801" y="2066693"/>
                  </a:lnTo>
                  <a:lnTo>
                    <a:pt x="226801" y="2458579"/>
                  </a:lnTo>
                  <a:lnTo>
                    <a:pt x="226801" y="5099237"/>
                  </a:lnTo>
                  <a:lnTo>
                    <a:pt x="226801" y="5491123"/>
                  </a:lnTo>
                  <a:lnTo>
                    <a:pt x="226800" y="5491123"/>
                  </a:lnTo>
                  <a:lnTo>
                    <a:pt x="226800" y="7822693"/>
                  </a:lnTo>
                  <a:lnTo>
                    <a:pt x="226800" y="8214579"/>
                  </a:lnTo>
                  <a:lnTo>
                    <a:pt x="1884" y="8214579"/>
                  </a:lnTo>
                  <a:lnTo>
                    <a:pt x="1884" y="7822693"/>
                  </a:lnTo>
                  <a:lnTo>
                    <a:pt x="1884" y="5182035"/>
                  </a:lnTo>
                  <a:close/>
                </a:path>
              </a:pathLst>
            </a:custGeom>
            <a:solidFill>
              <a:schemeClr val="tx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72000" rIns="72000" bIns="72000" rtlCol="0" anchor="ctr" anchorCtr="0">
              <a:noAutofit/>
            </a:bodyPr>
            <a:lstStyle/>
            <a:p>
              <a:pPr algn="l"/>
              <a:endParaRPr lang="en-IN" sz="12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3E0F1BF-F300-D6CB-EB28-14E64C57FC6A}"/>
                </a:ext>
              </a:extLst>
            </p:cNvPr>
            <p:cNvSpPr/>
            <p:nvPr userDrawn="1"/>
          </p:nvSpPr>
          <p:spPr>
            <a:xfrm rot="5400000">
              <a:off x="6675507" y="6523710"/>
              <a:ext cx="226800" cy="324705"/>
            </a:xfrm>
            <a:custGeom>
              <a:avLst/>
              <a:gdLst>
                <a:gd name="connsiteX0" fmla="*/ 0 w 226800"/>
                <a:gd name="connsiteY0" fmla="*/ 324705 h 324705"/>
                <a:gd name="connsiteX1" fmla="*/ 0 w 226800"/>
                <a:gd name="connsiteY1" fmla="*/ 250060 h 324705"/>
                <a:gd name="connsiteX2" fmla="*/ 226800 w 226800"/>
                <a:gd name="connsiteY2" fmla="*/ 0 h 324705"/>
                <a:gd name="connsiteX3" fmla="*/ 226800 w 226800"/>
                <a:gd name="connsiteY3" fmla="*/ 74645 h 324705"/>
                <a:gd name="connsiteX4" fmla="*/ 0 w 226800"/>
                <a:gd name="connsiteY4" fmla="*/ 324705 h 324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800" h="324705">
                  <a:moveTo>
                    <a:pt x="0" y="324705"/>
                  </a:moveTo>
                  <a:lnTo>
                    <a:pt x="0" y="250060"/>
                  </a:lnTo>
                  <a:lnTo>
                    <a:pt x="226800" y="0"/>
                  </a:lnTo>
                  <a:lnTo>
                    <a:pt x="226800" y="74645"/>
                  </a:lnTo>
                  <a:lnTo>
                    <a:pt x="0" y="32470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72000" rIns="72000" bIns="72000" rtlCol="0" anchor="ctr" anchorCtr="0">
              <a:noAutofit/>
            </a:bodyPr>
            <a:lstStyle/>
            <a:p>
              <a:pPr algn="l"/>
              <a:endParaRPr lang="en-IN" sz="12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2858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2448">
          <p15:clr>
            <a:srgbClr val="5ACBF0"/>
          </p15:clr>
        </p15:guide>
        <p15:guide id="3" pos="674">
          <p15:clr>
            <a:srgbClr val="5ACBF0"/>
          </p15:clr>
        </p15:guide>
        <p15:guide id="4" pos="3438">
          <p15:clr>
            <a:srgbClr val="5ACBF0"/>
          </p15:clr>
        </p15:guide>
        <p15:guide id="5" pos="3072">
          <p15:clr>
            <a:srgbClr val="5ACBF0"/>
          </p15:clr>
        </p15:guide>
        <p15:guide id="6" pos="386">
          <p15:clr>
            <a:srgbClr val="5ACBF0"/>
          </p15:clr>
        </p15:guide>
        <p15:guide id="7" orient="horz" pos="3672">
          <p15:clr>
            <a:srgbClr val="5ACBF0"/>
          </p15:clr>
        </p15:guide>
        <p15:guide id="8" orient="horz" pos="3992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&quot;click to add&quot;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E7EF8DF3-460A-4061-A4E9-FBD2A9BA6E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7080009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E7EF8DF3-460A-4061-A4E9-FBD2A9BA6E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2C25ECC-5668-4E03-9F81-49A4278305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73627" y="2029061"/>
            <a:ext cx="10105918" cy="4143139"/>
          </a:xfrm>
        </p:spPr>
        <p:txBody>
          <a:bodyPr vert="horz" lIns="0" tIns="0" rIns="0" bIns="0" rtlCol="0" anchor="t" anchorCtr="0">
            <a:noAutofit/>
          </a:bodyPr>
          <a:lstStyle>
            <a:lvl1pPr marL="268288" indent="-268288">
              <a:defRPr lang="en-US" sz="1800" dirty="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534988" indent="-266700">
              <a:defRPr lang="en-US" sz="1800" dirty="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2pPr>
          </a:lstStyle>
          <a:p>
            <a:pPr lvl="0"/>
            <a:r>
              <a:rPr lang="en-US"/>
              <a:t>Click to add agenda</a:t>
            </a:r>
          </a:p>
          <a:p>
            <a:pPr lvl="1"/>
            <a:r>
              <a:rPr lang="en-US"/>
              <a:t>Sub-item (use “Increase List Level” button)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4F8ACF-49FE-4519-ABC6-5BCAE089F2B1}"/>
              </a:ext>
            </a:extLst>
          </p:cNvPr>
          <p:cNvSpPr/>
          <p:nvPr userDrawn="1"/>
        </p:nvSpPr>
        <p:spPr>
          <a:xfrm rot="10800000">
            <a:off x="612648" y="1124990"/>
            <a:ext cx="91392" cy="745281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1FD123-4574-479D-9EDF-281D6435E778}"/>
              </a:ext>
            </a:extLst>
          </p:cNvPr>
          <p:cNvSpPr/>
          <p:nvPr userDrawn="1"/>
        </p:nvSpPr>
        <p:spPr>
          <a:xfrm rot="10800000">
            <a:off x="2657051" y="1124990"/>
            <a:ext cx="91392" cy="745281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2A3A59-45AA-4610-8ADE-4BFEB94901D3}"/>
              </a:ext>
            </a:extLst>
          </p:cNvPr>
          <p:cNvSpPr txBox="1"/>
          <p:nvPr userDrawn="1"/>
        </p:nvSpPr>
        <p:spPr>
          <a:xfrm>
            <a:off x="711411" y="1172310"/>
            <a:ext cx="1917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b="0">
                <a:solidFill>
                  <a:schemeClr val="bg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rPr>
              <a:t>Agenda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AF2ED9-43A0-D6F9-9FC9-52DDCC864794}"/>
              </a:ext>
            </a:extLst>
          </p:cNvPr>
          <p:cNvGrpSpPr/>
          <p:nvPr userDrawn="1"/>
        </p:nvGrpSpPr>
        <p:grpSpPr>
          <a:xfrm>
            <a:off x="0" y="6572661"/>
            <a:ext cx="6951259" cy="226802"/>
            <a:chOff x="0" y="6572661"/>
            <a:chExt cx="6951259" cy="226802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13120720-01B3-D369-0B68-ABDC6C8AC760}"/>
                </a:ext>
              </a:extLst>
            </p:cNvPr>
            <p:cNvSpPr/>
            <p:nvPr userDrawn="1"/>
          </p:nvSpPr>
          <p:spPr>
            <a:xfrm rot="5400000">
              <a:off x="3281053" y="3291608"/>
              <a:ext cx="226801" cy="6788908"/>
            </a:xfrm>
            <a:custGeom>
              <a:avLst/>
              <a:gdLst>
                <a:gd name="connsiteX0" fmla="*/ 0 w 226801"/>
                <a:gd name="connsiteY0" fmla="*/ 5182035 h 8214579"/>
                <a:gd name="connsiteX1" fmla="*/ 0 w 226801"/>
                <a:gd name="connsiteY1" fmla="*/ 4790149 h 8214579"/>
                <a:gd name="connsiteX2" fmla="*/ 0 w 226801"/>
                <a:gd name="connsiteY2" fmla="*/ 4365644 h 8214579"/>
                <a:gd name="connsiteX3" fmla="*/ 0 w 226801"/>
                <a:gd name="connsiteY3" fmla="*/ 4181794 h 8214579"/>
                <a:gd name="connsiteX4" fmla="*/ 0 w 226801"/>
                <a:gd name="connsiteY4" fmla="*/ 3973758 h 8214579"/>
                <a:gd name="connsiteX5" fmla="*/ 0 w 226801"/>
                <a:gd name="connsiteY5" fmla="*/ 3789908 h 8214579"/>
                <a:gd name="connsiteX6" fmla="*/ 0 w 226801"/>
                <a:gd name="connsiteY6" fmla="*/ 3365402 h 8214579"/>
                <a:gd name="connsiteX7" fmla="*/ 0 w 226801"/>
                <a:gd name="connsiteY7" fmla="*/ 2973516 h 8214579"/>
                <a:gd name="connsiteX8" fmla="*/ 1885 w 226801"/>
                <a:gd name="connsiteY8" fmla="*/ 2971438 h 8214579"/>
                <a:gd name="connsiteX9" fmla="*/ 1885 w 226801"/>
                <a:gd name="connsiteY9" fmla="*/ 2458579 h 8214579"/>
                <a:gd name="connsiteX10" fmla="*/ 1 w 226801"/>
                <a:gd name="connsiteY10" fmla="*/ 2458579 h 8214579"/>
                <a:gd name="connsiteX11" fmla="*/ 1 w 226801"/>
                <a:gd name="connsiteY11" fmla="*/ 2066693 h 8214579"/>
                <a:gd name="connsiteX12" fmla="*/ 1 w 226801"/>
                <a:gd name="connsiteY12" fmla="*/ 1642188 h 8214579"/>
                <a:gd name="connsiteX13" fmla="*/ 1 w 226801"/>
                <a:gd name="connsiteY13" fmla="*/ 1458338 h 8214579"/>
                <a:gd name="connsiteX14" fmla="*/ 1 w 226801"/>
                <a:gd name="connsiteY14" fmla="*/ 1250302 h 8214579"/>
                <a:gd name="connsiteX15" fmla="*/ 1 w 226801"/>
                <a:gd name="connsiteY15" fmla="*/ 1066452 h 8214579"/>
                <a:gd name="connsiteX16" fmla="*/ 1 w 226801"/>
                <a:gd name="connsiteY16" fmla="*/ 641946 h 8214579"/>
                <a:gd name="connsiteX17" fmla="*/ 1 w 226801"/>
                <a:gd name="connsiteY17" fmla="*/ 250060 h 8214579"/>
                <a:gd name="connsiteX18" fmla="*/ 226801 w 226801"/>
                <a:gd name="connsiteY18" fmla="*/ 0 h 8214579"/>
                <a:gd name="connsiteX19" fmla="*/ 226801 w 226801"/>
                <a:gd name="connsiteY19" fmla="*/ 391886 h 8214579"/>
                <a:gd name="connsiteX20" fmla="*/ 226801 w 226801"/>
                <a:gd name="connsiteY20" fmla="*/ 816391 h 8214579"/>
                <a:gd name="connsiteX21" fmla="*/ 226801 w 226801"/>
                <a:gd name="connsiteY21" fmla="*/ 1208277 h 8214579"/>
                <a:gd name="connsiteX22" fmla="*/ 226801 w 226801"/>
                <a:gd name="connsiteY22" fmla="*/ 1250302 h 8214579"/>
                <a:gd name="connsiteX23" fmla="*/ 226801 w 226801"/>
                <a:gd name="connsiteY23" fmla="*/ 1642188 h 8214579"/>
                <a:gd name="connsiteX24" fmla="*/ 226801 w 226801"/>
                <a:gd name="connsiteY24" fmla="*/ 2066693 h 8214579"/>
                <a:gd name="connsiteX25" fmla="*/ 226801 w 226801"/>
                <a:gd name="connsiteY25" fmla="*/ 2458579 h 8214579"/>
                <a:gd name="connsiteX26" fmla="*/ 226801 w 226801"/>
                <a:gd name="connsiteY26" fmla="*/ 5099237 h 8214579"/>
                <a:gd name="connsiteX27" fmla="*/ 226801 w 226801"/>
                <a:gd name="connsiteY27" fmla="*/ 5491123 h 8214579"/>
                <a:gd name="connsiteX28" fmla="*/ 226800 w 226801"/>
                <a:gd name="connsiteY28" fmla="*/ 5491123 h 8214579"/>
                <a:gd name="connsiteX29" fmla="*/ 226800 w 226801"/>
                <a:gd name="connsiteY29" fmla="*/ 7822693 h 8214579"/>
                <a:gd name="connsiteX30" fmla="*/ 226800 w 226801"/>
                <a:gd name="connsiteY30" fmla="*/ 8214579 h 8214579"/>
                <a:gd name="connsiteX31" fmla="*/ 1884 w 226801"/>
                <a:gd name="connsiteY31" fmla="*/ 8214579 h 8214579"/>
                <a:gd name="connsiteX32" fmla="*/ 1884 w 226801"/>
                <a:gd name="connsiteY32" fmla="*/ 7822693 h 8214579"/>
                <a:gd name="connsiteX33" fmla="*/ 1884 w 226801"/>
                <a:gd name="connsiteY33" fmla="*/ 5182035 h 8214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6801" h="8214579">
                  <a:moveTo>
                    <a:pt x="0" y="5182035"/>
                  </a:moveTo>
                  <a:lnTo>
                    <a:pt x="0" y="4790149"/>
                  </a:lnTo>
                  <a:lnTo>
                    <a:pt x="0" y="4365644"/>
                  </a:lnTo>
                  <a:lnTo>
                    <a:pt x="0" y="4181794"/>
                  </a:lnTo>
                  <a:lnTo>
                    <a:pt x="0" y="3973758"/>
                  </a:lnTo>
                  <a:lnTo>
                    <a:pt x="0" y="3789908"/>
                  </a:lnTo>
                  <a:lnTo>
                    <a:pt x="0" y="3365402"/>
                  </a:lnTo>
                  <a:lnTo>
                    <a:pt x="0" y="2973516"/>
                  </a:lnTo>
                  <a:lnTo>
                    <a:pt x="1885" y="2971438"/>
                  </a:lnTo>
                  <a:lnTo>
                    <a:pt x="1885" y="2458579"/>
                  </a:lnTo>
                  <a:lnTo>
                    <a:pt x="1" y="2458579"/>
                  </a:lnTo>
                  <a:lnTo>
                    <a:pt x="1" y="2066693"/>
                  </a:lnTo>
                  <a:lnTo>
                    <a:pt x="1" y="1642188"/>
                  </a:lnTo>
                  <a:lnTo>
                    <a:pt x="1" y="1458338"/>
                  </a:lnTo>
                  <a:lnTo>
                    <a:pt x="1" y="1250302"/>
                  </a:lnTo>
                  <a:lnTo>
                    <a:pt x="1" y="1066452"/>
                  </a:lnTo>
                  <a:lnTo>
                    <a:pt x="1" y="641946"/>
                  </a:lnTo>
                  <a:lnTo>
                    <a:pt x="1" y="250060"/>
                  </a:lnTo>
                  <a:lnTo>
                    <a:pt x="226801" y="0"/>
                  </a:lnTo>
                  <a:lnTo>
                    <a:pt x="226801" y="391886"/>
                  </a:lnTo>
                  <a:lnTo>
                    <a:pt x="226801" y="816391"/>
                  </a:lnTo>
                  <a:lnTo>
                    <a:pt x="226801" y="1208277"/>
                  </a:lnTo>
                  <a:lnTo>
                    <a:pt x="226801" y="1250302"/>
                  </a:lnTo>
                  <a:lnTo>
                    <a:pt x="226801" y="1642188"/>
                  </a:lnTo>
                  <a:lnTo>
                    <a:pt x="226801" y="2066693"/>
                  </a:lnTo>
                  <a:lnTo>
                    <a:pt x="226801" y="2458579"/>
                  </a:lnTo>
                  <a:lnTo>
                    <a:pt x="226801" y="5099237"/>
                  </a:lnTo>
                  <a:lnTo>
                    <a:pt x="226801" y="5491123"/>
                  </a:lnTo>
                  <a:lnTo>
                    <a:pt x="226800" y="5491123"/>
                  </a:lnTo>
                  <a:lnTo>
                    <a:pt x="226800" y="7822693"/>
                  </a:lnTo>
                  <a:lnTo>
                    <a:pt x="226800" y="8214579"/>
                  </a:lnTo>
                  <a:lnTo>
                    <a:pt x="1884" y="8214579"/>
                  </a:lnTo>
                  <a:lnTo>
                    <a:pt x="1884" y="7822693"/>
                  </a:lnTo>
                  <a:lnTo>
                    <a:pt x="1884" y="5182035"/>
                  </a:lnTo>
                  <a:close/>
                </a:path>
              </a:pathLst>
            </a:custGeom>
            <a:solidFill>
              <a:schemeClr val="tx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72000" rIns="72000" bIns="72000" rtlCol="0" anchor="ctr" anchorCtr="0">
              <a:noAutofit/>
            </a:bodyPr>
            <a:lstStyle/>
            <a:p>
              <a:pPr algn="l"/>
              <a:endParaRPr lang="en-IN" sz="12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7DE3A19-3888-EE5B-D0DD-3716519C50DD}"/>
                </a:ext>
              </a:extLst>
            </p:cNvPr>
            <p:cNvSpPr/>
            <p:nvPr userDrawn="1"/>
          </p:nvSpPr>
          <p:spPr>
            <a:xfrm rot="5400000">
              <a:off x="6675507" y="6523710"/>
              <a:ext cx="226800" cy="324705"/>
            </a:xfrm>
            <a:custGeom>
              <a:avLst/>
              <a:gdLst>
                <a:gd name="connsiteX0" fmla="*/ 0 w 226800"/>
                <a:gd name="connsiteY0" fmla="*/ 324705 h 324705"/>
                <a:gd name="connsiteX1" fmla="*/ 0 w 226800"/>
                <a:gd name="connsiteY1" fmla="*/ 250060 h 324705"/>
                <a:gd name="connsiteX2" fmla="*/ 226800 w 226800"/>
                <a:gd name="connsiteY2" fmla="*/ 0 h 324705"/>
                <a:gd name="connsiteX3" fmla="*/ 226800 w 226800"/>
                <a:gd name="connsiteY3" fmla="*/ 74645 h 324705"/>
                <a:gd name="connsiteX4" fmla="*/ 0 w 226800"/>
                <a:gd name="connsiteY4" fmla="*/ 324705 h 324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800" h="324705">
                  <a:moveTo>
                    <a:pt x="0" y="324705"/>
                  </a:moveTo>
                  <a:lnTo>
                    <a:pt x="0" y="250060"/>
                  </a:lnTo>
                  <a:lnTo>
                    <a:pt x="226800" y="0"/>
                  </a:lnTo>
                  <a:lnTo>
                    <a:pt x="226800" y="74645"/>
                  </a:lnTo>
                  <a:lnTo>
                    <a:pt x="0" y="32470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72000" rIns="72000" bIns="72000" rtlCol="0" anchor="ctr" anchorCtr="0">
              <a:noAutofit/>
            </a:bodyPr>
            <a:lstStyle/>
            <a:p>
              <a:pPr algn="l"/>
              <a:endParaRPr lang="en-IN" sz="12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0882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with &quot;click to add&quot; box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E7EF8DF3-460A-4061-A4E9-FBD2A9BA6E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0998974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E7EF8DF3-460A-4061-A4E9-FBD2A9BA6E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C8FE7019-159C-45E2-A28E-4A7A590C6EC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94852" y="1"/>
            <a:ext cx="3997149" cy="6857999"/>
          </a:xfrm>
        </p:spPr>
        <p:txBody>
          <a:bodyPr/>
          <a:lstStyle/>
          <a:p>
            <a:endParaRPr lang="en-IN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2C25ECC-5668-4E03-9F81-49A4278305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73627" y="2029061"/>
            <a:ext cx="6387673" cy="4143139"/>
          </a:xfrm>
        </p:spPr>
        <p:txBody>
          <a:bodyPr vert="horz" lIns="0" tIns="0" rIns="0" bIns="0" rtlCol="0" anchor="t" anchorCtr="0">
            <a:noAutofit/>
          </a:bodyPr>
          <a:lstStyle>
            <a:lvl1pPr marL="268288" indent="-268288">
              <a:defRPr lang="en-US" sz="1800" dirty="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534988" indent="-266700">
              <a:defRPr lang="en-US" sz="1800" dirty="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2pPr>
          </a:lstStyle>
          <a:p>
            <a:pPr lvl="0"/>
            <a:r>
              <a:rPr lang="en-US"/>
              <a:t>Click to add agenda</a:t>
            </a:r>
          </a:p>
          <a:p>
            <a:pPr lvl="1"/>
            <a:r>
              <a:rPr lang="en-US"/>
              <a:t>Sub-item (use “Increase List Level” button)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4F8ACF-49FE-4519-ABC6-5BCAE089F2B1}"/>
              </a:ext>
            </a:extLst>
          </p:cNvPr>
          <p:cNvSpPr/>
          <p:nvPr userDrawn="1"/>
        </p:nvSpPr>
        <p:spPr>
          <a:xfrm rot="10800000">
            <a:off x="612648" y="1124990"/>
            <a:ext cx="91392" cy="745281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1FD123-4574-479D-9EDF-281D6435E778}"/>
              </a:ext>
            </a:extLst>
          </p:cNvPr>
          <p:cNvSpPr/>
          <p:nvPr userDrawn="1"/>
        </p:nvSpPr>
        <p:spPr>
          <a:xfrm rot="10800000">
            <a:off x="2657051" y="1124990"/>
            <a:ext cx="91392" cy="745281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2A3A59-45AA-4610-8ADE-4BFEB94901D3}"/>
              </a:ext>
            </a:extLst>
          </p:cNvPr>
          <p:cNvSpPr txBox="1"/>
          <p:nvPr userDrawn="1"/>
        </p:nvSpPr>
        <p:spPr>
          <a:xfrm>
            <a:off x="711411" y="1172310"/>
            <a:ext cx="1917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b="0">
                <a:solidFill>
                  <a:schemeClr val="bg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07396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E7EF8DF3-460A-4061-A4E9-FBD2A9BA6E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6910827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E7EF8DF3-460A-4061-A4E9-FBD2A9BA6E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7A9C9AC-9DD7-40E0-95FA-3A0A6D04D6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1232" y="3280617"/>
            <a:ext cx="3992071" cy="1866514"/>
          </a:xfrm>
        </p:spPr>
        <p:txBody>
          <a:bodyPr/>
          <a:lstStyle>
            <a:lvl1pPr marL="0" indent="0" algn="l">
              <a:buNone/>
              <a:defRPr sz="16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171450" indent="0" algn="l">
              <a:buNone/>
              <a:defRPr sz="16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2pPr>
            <a:lvl3pPr marL="342900" indent="0" algn="l">
              <a:buNone/>
              <a:defRPr sz="16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3pPr>
            <a:lvl4pPr marL="514350" indent="0" algn="l">
              <a:buNone/>
              <a:defRPr sz="16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4pPr>
            <a:lvl5pPr marL="685800" indent="0" algn="l">
              <a:buNone/>
              <a:defRPr sz="16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495C4C6-721B-44F1-BDBF-2F69DB14B0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1231" y="2693993"/>
            <a:ext cx="3992071" cy="474211"/>
          </a:xfrm>
        </p:spPr>
        <p:txBody>
          <a:bodyPr/>
          <a:lstStyle>
            <a:lvl1pPr marL="0" indent="0" algn="l">
              <a:buNone/>
              <a:defRPr sz="24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171450" indent="0">
              <a:buNone/>
              <a:defRPr sz="2400"/>
            </a:lvl2pPr>
            <a:lvl3pPr marL="342900" indent="0">
              <a:buNone/>
              <a:defRPr sz="2400"/>
            </a:lvl3pPr>
            <a:lvl4pPr marL="514350" indent="0">
              <a:buNone/>
              <a:defRPr sz="2400"/>
            </a:lvl4pPr>
            <a:lvl5pPr marL="685800" indent="0">
              <a:buNone/>
              <a:defRPr sz="2400"/>
            </a:lvl5pPr>
          </a:lstStyle>
          <a:p>
            <a:pPr lvl="0"/>
            <a:r>
              <a:rPr lang="en-US"/>
              <a:t>Section divider slide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E48E81-5FD6-42EC-972C-B58776F1B7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1231" y="1450586"/>
            <a:ext cx="3992071" cy="1267873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8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171450" indent="0">
              <a:buNone/>
              <a:defRPr sz="8800"/>
            </a:lvl2pPr>
            <a:lvl3pPr marL="342900" indent="0">
              <a:buNone/>
              <a:defRPr sz="8800"/>
            </a:lvl3pPr>
            <a:lvl4pPr marL="514350" indent="0">
              <a:buNone/>
              <a:defRPr sz="8800"/>
            </a:lvl4pPr>
            <a:lvl5pPr marL="685800" indent="0">
              <a:buNone/>
              <a:defRPr sz="8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472BA1-4078-420D-A896-221D73FAEED0}"/>
              </a:ext>
            </a:extLst>
          </p:cNvPr>
          <p:cNvSpPr/>
          <p:nvPr userDrawn="1"/>
        </p:nvSpPr>
        <p:spPr>
          <a:xfrm>
            <a:off x="5314540" y="1718131"/>
            <a:ext cx="155367" cy="3429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038C85-FEAB-47E1-A298-24658905E96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612445" y="1718131"/>
            <a:ext cx="155367" cy="3429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17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59D3B0B2-8FFA-44E8-9403-22280047511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74651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59D3B0B2-8FFA-44E8-9403-2228004751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67340F8-FFDC-4ACD-9181-911E207B46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8350" cy="685800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36BF7A3-B705-444E-B394-C104D20896C3}"/>
              </a:ext>
            </a:extLst>
          </p:cNvPr>
          <p:cNvGrpSpPr/>
          <p:nvPr userDrawn="1"/>
        </p:nvGrpSpPr>
        <p:grpSpPr>
          <a:xfrm>
            <a:off x="10624714" y="6367519"/>
            <a:ext cx="955115" cy="308551"/>
            <a:chOff x="2703513" y="2332038"/>
            <a:chExt cx="6784975" cy="2190751"/>
          </a:xfrm>
        </p:grpSpPr>
        <p:sp>
          <p:nvSpPr>
            <p:cNvPr id="11" name="Freeform 115">
              <a:extLst>
                <a:ext uri="{FF2B5EF4-FFF2-40B4-BE49-F238E27FC236}">
                  <a16:creationId xmlns:a16="http://schemas.microsoft.com/office/drawing/2014/main" id="{B6844CE1-BE29-4ABF-88FC-5E36310DF2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29176" y="3757613"/>
              <a:ext cx="554038" cy="754063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12" name="Freeform 116">
              <a:extLst>
                <a:ext uri="{FF2B5EF4-FFF2-40B4-BE49-F238E27FC236}">
                  <a16:creationId xmlns:a16="http://schemas.microsoft.com/office/drawing/2014/main" id="{DA93A943-317D-4CB6-98EC-8ADBE97192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421313" y="3933826"/>
              <a:ext cx="457200" cy="58896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13" name="Freeform 117">
              <a:extLst>
                <a:ext uri="{FF2B5EF4-FFF2-40B4-BE49-F238E27FC236}">
                  <a16:creationId xmlns:a16="http://schemas.microsoft.com/office/drawing/2014/main" id="{A377B23C-9CA6-48D7-ADB7-7A4B7B9506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86463" y="3933826"/>
              <a:ext cx="333375" cy="577850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14" name="Freeform 118">
              <a:extLst>
                <a:ext uri="{FF2B5EF4-FFF2-40B4-BE49-F238E27FC236}">
                  <a16:creationId xmlns:a16="http://schemas.microsoft.com/office/drawing/2014/main" id="{F600A6E3-5BC8-47CF-A5DC-3BE3A0F8D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88101" y="3727451"/>
              <a:ext cx="325438" cy="795338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15" name="Freeform 119">
              <a:extLst>
                <a:ext uri="{FF2B5EF4-FFF2-40B4-BE49-F238E27FC236}">
                  <a16:creationId xmlns:a16="http://schemas.microsoft.com/office/drawing/2014/main" id="{616149A6-9047-49C8-AF00-7D271F3211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18313" y="3727451"/>
              <a:ext cx="452438" cy="784225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16" name="Freeform 120">
              <a:extLst>
                <a:ext uri="{FF2B5EF4-FFF2-40B4-BE49-F238E27FC236}">
                  <a16:creationId xmlns:a16="http://schemas.microsoft.com/office/drawing/2014/main" id="{400209DF-B19D-4136-87C5-A7EECBC062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50126" y="3933826"/>
              <a:ext cx="485775" cy="58896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17" name="Freeform 121">
              <a:extLst>
                <a:ext uri="{FF2B5EF4-FFF2-40B4-BE49-F238E27FC236}">
                  <a16:creationId xmlns:a16="http://schemas.microsoft.com/office/drawing/2014/main" id="{9A53CDF2-C048-458B-92C2-AAA8D0A1A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8451" y="3933826"/>
              <a:ext cx="449263" cy="577850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18" name="Freeform 122">
              <a:extLst>
                <a:ext uri="{FF2B5EF4-FFF2-40B4-BE49-F238E27FC236}">
                  <a16:creationId xmlns:a16="http://schemas.microsoft.com/office/drawing/2014/main" id="{427E0FA6-70E7-46D7-8791-42F2F87231A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50263" y="3933826"/>
              <a:ext cx="501650" cy="58896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19" name="Freeform 123">
              <a:extLst>
                <a:ext uri="{FF2B5EF4-FFF2-40B4-BE49-F238E27FC236}">
                  <a16:creationId xmlns:a16="http://schemas.microsoft.com/office/drawing/2014/main" id="{F105483C-3574-47A9-8636-CE63405080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34463" y="3933826"/>
              <a:ext cx="454025" cy="577850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20" name="Freeform 124">
              <a:extLst>
                <a:ext uri="{FF2B5EF4-FFF2-40B4-BE49-F238E27FC236}">
                  <a16:creationId xmlns:a16="http://schemas.microsoft.com/office/drawing/2014/main" id="{8D712BA5-A0C9-4C12-9221-2B8742E1CB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03513" y="2332038"/>
              <a:ext cx="2125663" cy="776288"/>
            </a:xfrm>
            <a:custGeom>
              <a:avLst/>
              <a:gdLst>
                <a:gd name="T0" fmla="*/ 1339 w 1339"/>
                <a:gd name="T1" fmla="*/ 0 h 489"/>
                <a:gd name="T2" fmla="*/ 0 w 1339"/>
                <a:gd name="T3" fmla="*/ 489 h 489"/>
                <a:gd name="T4" fmla="*/ 1339 w 1339"/>
                <a:gd name="T5" fmla="*/ 253 h 489"/>
                <a:gd name="T6" fmla="*/ 1339 w 1339"/>
                <a:gd name="T7" fmla="*/ 0 h 489"/>
                <a:gd name="T8" fmla="*/ 1339 w 1339"/>
                <a:gd name="T9" fmla="*/ 0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9" h="489">
                  <a:moveTo>
                    <a:pt x="1339" y="0"/>
                  </a:moveTo>
                  <a:lnTo>
                    <a:pt x="0" y="489"/>
                  </a:lnTo>
                  <a:lnTo>
                    <a:pt x="1339" y="253"/>
                  </a:lnTo>
                  <a:lnTo>
                    <a:pt x="1339" y="0"/>
                  </a:lnTo>
                  <a:lnTo>
                    <a:pt x="133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21" name="Freeform 125">
              <a:extLst>
                <a:ext uri="{FF2B5EF4-FFF2-40B4-BE49-F238E27FC236}">
                  <a16:creationId xmlns:a16="http://schemas.microsoft.com/office/drawing/2014/main" id="{F0085AFE-5EFA-448A-919D-4DFD54E9C42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20976" y="3430588"/>
              <a:ext cx="1787525" cy="1081088"/>
            </a:xfrm>
            <a:custGeom>
              <a:avLst/>
              <a:gdLst>
                <a:gd name="T0" fmla="*/ 904 w 1126"/>
                <a:gd name="T1" fmla="*/ 0 h 681"/>
                <a:gd name="T2" fmla="*/ 788 w 1126"/>
                <a:gd name="T3" fmla="*/ 222 h 681"/>
                <a:gd name="T4" fmla="*/ 673 w 1126"/>
                <a:gd name="T5" fmla="*/ 0 h 681"/>
                <a:gd name="T6" fmla="*/ 449 w 1126"/>
                <a:gd name="T7" fmla="*/ 0 h 681"/>
                <a:gd name="T8" fmla="*/ 687 w 1126"/>
                <a:gd name="T9" fmla="*/ 411 h 681"/>
                <a:gd name="T10" fmla="*/ 687 w 1126"/>
                <a:gd name="T11" fmla="*/ 681 h 681"/>
                <a:gd name="T12" fmla="*/ 887 w 1126"/>
                <a:gd name="T13" fmla="*/ 681 h 681"/>
                <a:gd name="T14" fmla="*/ 887 w 1126"/>
                <a:gd name="T15" fmla="*/ 411 h 681"/>
                <a:gd name="T16" fmla="*/ 1126 w 1126"/>
                <a:gd name="T17" fmla="*/ 0 h 681"/>
                <a:gd name="T18" fmla="*/ 904 w 1126"/>
                <a:gd name="T19" fmla="*/ 0 h 681"/>
                <a:gd name="T20" fmla="*/ 0 w 1126"/>
                <a:gd name="T21" fmla="*/ 0 h 681"/>
                <a:gd name="T22" fmla="*/ 0 w 1126"/>
                <a:gd name="T23" fmla="*/ 681 h 681"/>
                <a:gd name="T24" fmla="*/ 543 w 1126"/>
                <a:gd name="T25" fmla="*/ 681 h 681"/>
                <a:gd name="T26" fmla="*/ 543 w 1126"/>
                <a:gd name="T27" fmla="*/ 525 h 681"/>
                <a:gd name="T28" fmla="*/ 203 w 1126"/>
                <a:gd name="T29" fmla="*/ 525 h 681"/>
                <a:gd name="T30" fmla="*/ 203 w 1126"/>
                <a:gd name="T31" fmla="*/ 411 h 681"/>
                <a:gd name="T32" fmla="*/ 449 w 1126"/>
                <a:gd name="T33" fmla="*/ 411 h 681"/>
                <a:gd name="T34" fmla="*/ 449 w 1126"/>
                <a:gd name="T35" fmla="*/ 269 h 681"/>
                <a:gd name="T36" fmla="*/ 203 w 1126"/>
                <a:gd name="T37" fmla="*/ 269 h 681"/>
                <a:gd name="T38" fmla="*/ 203 w 1126"/>
                <a:gd name="T39" fmla="*/ 156 h 681"/>
                <a:gd name="T40" fmla="*/ 475 w 1126"/>
                <a:gd name="T41" fmla="*/ 156 h 681"/>
                <a:gd name="T42" fmla="*/ 385 w 1126"/>
                <a:gd name="T43" fmla="*/ 0 h 681"/>
                <a:gd name="T44" fmla="*/ 0 w 1126"/>
                <a:gd name="T45" fmla="*/ 0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26" h="681">
                  <a:moveTo>
                    <a:pt x="904" y="0"/>
                  </a:moveTo>
                  <a:lnTo>
                    <a:pt x="788" y="222"/>
                  </a:lnTo>
                  <a:lnTo>
                    <a:pt x="673" y="0"/>
                  </a:lnTo>
                  <a:lnTo>
                    <a:pt x="449" y="0"/>
                  </a:lnTo>
                  <a:lnTo>
                    <a:pt x="687" y="411"/>
                  </a:lnTo>
                  <a:lnTo>
                    <a:pt x="687" y="681"/>
                  </a:lnTo>
                  <a:lnTo>
                    <a:pt x="887" y="681"/>
                  </a:lnTo>
                  <a:lnTo>
                    <a:pt x="887" y="411"/>
                  </a:lnTo>
                  <a:lnTo>
                    <a:pt x="1126" y="0"/>
                  </a:lnTo>
                  <a:lnTo>
                    <a:pt x="904" y="0"/>
                  </a:lnTo>
                  <a:close/>
                  <a:moveTo>
                    <a:pt x="0" y="0"/>
                  </a:moveTo>
                  <a:lnTo>
                    <a:pt x="0" y="681"/>
                  </a:lnTo>
                  <a:lnTo>
                    <a:pt x="543" y="681"/>
                  </a:lnTo>
                  <a:lnTo>
                    <a:pt x="543" y="525"/>
                  </a:lnTo>
                  <a:lnTo>
                    <a:pt x="203" y="525"/>
                  </a:lnTo>
                  <a:lnTo>
                    <a:pt x="203" y="411"/>
                  </a:lnTo>
                  <a:lnTo>
                    <a:pt x="449" y="411"/>
                  </a:lnTo>
                  <a:lnTo>
                    <a:pt x="449" y="269"/>
                  </a:lnTo>
                  <a:lnTo>
                    <a:pt x="203" y="269"/>
                  </a:lnTo>
                  <a:lnTo>
                    <a:pt x="203" y="156"/>
                  </a:lnTo>
                  <a:lnTo>
                    <a:pt x="475" y="156"/>
                  </a:lnTo>
                  <a:lnTo>
                    <a:pt x="3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42C8F52-FF44-484A-83BD-50543A3C4895}"/>
              </a:ext>
            </a:extLst>
          </p:cNvPr>
          <p:cNvSpPr txBox="1"/>
          <p:nvPr userDrawn="1"/>
        </p:nvSpPr>
        <p:spPr>
          <a:xfrm>
            <a:off x="9541366" y="6510529"/>
            <a:ext cx="793679" cy="197311"/>
          </a:xfrm>
          <a:prstGeom prst="rect">
            <a:avLst/>
          </a:prstGeom>
          <a:noFill/>
        </p:spPr>
        <p:txBody>
          <a:bodyPr wrap="square" lIns="9144" tIns="9144" rIns="9144" bIns="9144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chemeClr val="tx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rPr>
              <a:t>Page </a:t>
            </a:r>
            <a:fld id="{9AE4D82F-B047-469B-AC52-A46321747EAF}" type="slidenum">
              <a:rPr lang="en-GB" sz="700" smtClean="0">
                <a:solidFill>
                  <a:schemeClr val="tx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7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D4F633B-67BC-4F31-932B-05C2E57456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1232" y="3280617"/>
            <a:ext cx="3992071" cy="1866514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171450" indent="0" algn="l">
              <a:buNone/>
              <a:defRPr sz="1600">
                <a:solidFill>
                  <a:schemeClr val="tx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2pPr>
            <a:lvl3pPr marL="342900" indent="0" algn="l">
              <a:buNone/>
              <a:defRPr sz="1600">
                <a:solidFill>
                  <a:schemeClr val="tx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3pPr>
            <a:lvl4pPr marL="514350" indent="0" algn="l">
              <a:buNone/>
              <a:defRPr sz="1600">
                <a:solidFill>
                  <a:schemeClr val="tx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4pPr>
            <a:lvl5pPr marL="685800" indent="0" algn="l">
              <a:buNone/>
              <a:defRPr sz="1600">
                <a:solidFill>
                  <a:schemeClr val="tx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97817F2-9464-4F8E-BF58-71756C879F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1231" y="2693993"/>
            <a:ext cx="3992071" cy="4742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171450" indent="0">
              <a:buNone/>
              <a:defRPr sz="2400"/>
            </a:lvl2pPr>
            <a:lvl3pPr marL="342900" indent="0">
              <a:buNone/>
              <a:defRPr sz="2400"/>
            </a:lvl3pPr>
            <a:lvl4pPr marL="514350" indent="0">
              <a:buNone/>
              <a:defRPr sz="2400"/>
            </a:lvl4pPr>
            <a:lvl5pPr marL="685800" indent="0">
              <a:buNone/>
              <a:defRPr sz="2400"/>
            </a:lvl5pPr>
          </a:lstStyle>
          <a:p>
            <a:pPr lvl="0"/>
            <a:r>
              <a:rPr lang="en-US"/>
              <a:t>Section divider slide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2A58B115-9908-4B9D-A724-9BB9B6567F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1231" y="1450586"/>
            <a:ext cx="3992071" cy="1267873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8800">
                <a:solidFill>
                  <a:schemeClr val="tx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171450" indent="0">
              <a:buNone/>
              <a:defRPr sz="8800"/>
            </a:lvl2pPr>
            <a:lvl3pPr marL="342900" indent="0">
              <a:buNone/>
              <a:defRPr sz="8800"/>
            </a:lvl3pPr>
            <a:lvl4pPr marL="514350" indent="0">
              <a:buNone/>
              <a:defRPr sz="8800"/>
            </a:lvl4pPr>
            <a:lvl5pPr marL="685800" indent="0">
              <a:buNone/>
              <a:defRPr sz="8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B309F3-09C5-4DDB-8C15-BF7E0DED23A2}"/>
              </a:ext>
            </a:extLst>
          </p:cNvPr>
          <p:cNvSpPr/>
          <p:nvPr userDrawn="1"/>
        </p:nvSpPr>
        <p:spPr>
          <a:xfrm>
            <a:off x="5314540" y="4476749"/>
            <a:ext cx="155367" cy="670381"/>
          </a:xfrm>
          <a:custGeom>
            <a:avLst/>
            <a:gdLst>
              <a:gd name="connsiteX0" fmla="*/ 0 w 155367"/>
              <a:gd name="connsiteY0" fmla="*/ 0 h 670381"/>
              <a:gd name="connsiteX1" fmla="*/ 155367 w 155367"/>
              <a:gd name="connsiteY1" fmla="*/ 0 h 670381"/>
              <a:gd name="connsiteX2" fmla="*/ 155367 w 155367"/>
              <a:gd name="connsiteY2" fmla="*/ 670381 h 670381"/>
              <a:gd name="connsiteX3" fmla="*/ 0 w 155367"/>
              <a:gd name="connsiteY3" fmla="*/ 670381 h 670381"/>
              <a:gd name="connsiteX4" fmla="*/ 0 w 155367"/>
              <a:gd name="connsiteY4" fmla="*/ 0 h 670381"/>
              <a:gd name="connsiteX0" fmla="*/ 0 w 155367"/>
              <a:gd name="connsiteY0" fmla="*/ 0 h 670381"/>
              <a:gd name="connsiteX1" fmla="*/ 155367 w 155367"/>
              <a:gd name="connsiteY1" fmla="*/ 126206 h 670381"/>
              <a:gd name="connsiteX2" fmla="*/ 155367 w 155367"/>
              <a:gd name="connsiteY2" fmla="*/ 670381 h 670381"/>
              <a:gd name="connsiteX3" fmla="*/ 0 w 155367"/>
              <a:gd name="connsiteY3" fmla="*/ 670381 h 670381"/>
              <a:gd name="connsiteX4" fmla="*/ 0 w 155367"/>
              <a:gd name="connsiteY4" fmla="*/ 0 h 670381"/>
              <a:gd name="connsiteX0" fmla="*/ 0 w 155367"/>
              <a:gd name="connsiteY0" fmla="*/ 0 h 670381"/>
              <a:gd name="connsiteX1" fmla="*/ 155367 w 155367"/>
              <a:gd name="connsiteY1" fmla="*/ 133350 h 670381"/>
              <a:gd name="connsiteX2" fmla="*/ 155367 w 155367"/>
              <a:gd name="connsiteY2" fmla="*/ 670381 h 670381"/>
              <a:gd name="connsiteX3" fmla="*/ 0 w 155367"/>
              <a:gd name="connsiteY3" fmla="*/ 670381 h 670381"/>
              <a:gd name="connsiteX4" fmla="*/ 0 w 155367"/>
              <a:gd name="connsiteY4" fmla="*/ 0 h 670381"/>
              <a:gd name="connsiteX0" fmla="*/ 0 w 155367"/>
              <a:gd name="connsiteY0" fmla="*/ 0 h 670381"/>
              <a:gd name="connsiteX1" fmla="*/ 155367 w 155367"/>
              <a:gd name="connsiteY1" fmla="*/ 145256 h 670381"/>
              <a:gd name="connsiteX2" fmla="*/ 155367 w 155367"/>
              <a:gd name="connsiteY2" fmla="*/ 670381 h 670381"/>
              <a:gd name="connsiteX3" fmla="*/ 0 w 155367"/>
              <a:gd name="connsiteY3" fmla="*/ 670381 h 670381"/>
              <a:gd name="connsiteX4" fmla="*/ 0 w 155367"/>
              <a:gd name="connsiteY4" fmla="*/ 0 h 67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367" h="670381">
                <a:moveTo>
                  <a:pt x="0" y="0"/>
                </a:moveTo>
                <a:lnTo>
                  <a:pt x="155367" y="145256"/>
                </a:lnTo>
                <a:lnTo>
                  <a:pt x="155367" y="670381"/>
                </a:lnTo>
                <a:lnTo>
                  <a:pt x="0" y="6703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A854DC-8235-4795-90AF-67EE36D037F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612445" y="1718131"/>
            <a:ext cx="155367" cy="3429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8C6C40-C5C9-4E92-8C44-0A43AFF32909}"/>
              </a:ext>
            </a:extLst>
          </p:cNvPr>
          <p:cNvSpPr/>
          <p:nvPr userDrawn="1"/>
        </p:nvSpPr>
        <p:spPr>
          <a:xfrm>
            <a:off x="5314540" y="1718132"/>
            <a:ext cx="155367" cy="856001"/>
          </a:xfrm>
          <a:custGeom>
            <a:avLst/>
            <a:gdLst>
              <a:gd name="connsiteX0" fmla="*/ 0 w 155367"/>
              <a:gd name="connsiteY0" fmla="*/ 0 h 758369"/>
              <a:gd name="connsiteX1" fmla="*/ 155367 w 155367"/>
              <a:gd name="connsiteY1" fmla="*/ 0 h 758369"/>
              <a:gd name="connsiteX2" fmla="*/ 155367 w 155367"/>
              <a:gd name="connsiteY2" fmla="*/ 758369 h 758369"/>
              <a:gd name="connsiteX3" fmla="*/ 0 w 155367"/>
              <a:gd name="connsiteY3" fmla="*/ 758369 h 758369"/>
              <a:gd name="connsiteX4" fmla="*/ 0 w 155367"/>
              <a:gd name="connsiteY4" fmla="*/ 0 h 758369"/>
              <a:gd name="connsiteX0" fmla="*/ 0 w 155367"/>
              <a:gd name="connsiteY0" fmla="*/ 0 h 844094"/>
              <a:gd name="connsiteX1" fmla="*/ 155367 w 155367"/>
              <a:gd name="connsiteY1" fmla="*/ 0 h 844094"/>
              <a:gd name="connsiteX2" fmla="*/ 155367 w 155367"/>
              <a:gd name="connsiteY2" fmla="*/ 844094 h 844094"/>
              <a:gd name="connsiteX3" fmla="*/ 0 w 155367"/>
              <a:gd name="connsiteY3" fmla="*/ 758369 h 844094"/>
              <a:gd name="connsiteX4" fmla="*/ 0 w 155367"/>
              <a:gd name="connsiteY4" fmla="*/ 0 h 844094"/>
              <a:gd name="connsiteX0" fmla="*/ 0 w 155367"/>
              <a:gd name="connsiteY0" fmla="*/ 0 h 844094"/>
              <a:gd name="connsiteX1" fmla="*/ 155367 w 155367"/>
              <a:gd name="connsiteY1" fmla="*/ 0 h 844094"/>
              <a:gd name="connsiteX2" fmla="*/ 155367 w 155367"/>
              <a:gd name="connsiteY2" fmla="*/ 844094 h 844094"/>
              <a:gd name="connsiteX3" fmla="*/ 0 w 155367"/>
              <a:gd name="connsiteY3" fmla="*/ 725032 h 844094"/>
              <a:gd name="connsiteX4" fmla="*/ 0 w 155367"/>
              <a:gd name="connsiteY4" fmla="*/ 0 h 844094"/>
              <a:gd name="connsiteX0" fmla="*/ 0 w 155367"/>
              <a:gd name="connsiteY0" fmla="*/ 0 h 856001"/>
              <a:gd name="connsiteX1" fmla="*/ 155367 w 155367"/>
              <a:gd name="connsiteY1" fmla="*/ 0 h 856001"/>
              <a:gd name="connsiteX2" fmla="*/ 155367 w 155367"/>
              <a:gd name="connsiteY2" fmla="*/ 856001 h 856001"/>
              <a:gd name="connsiteX3" fmla="*/ 0 w 155367"/>
              <a:gd name="connsiteY3" fmla="*/ 725032 h 856001"/>
              <a:gd name="connsiteX4" fmla="*/ 0 w 155367"/>
              <a:gd name="connsiteY4" fmla="*/ 0 h 8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367" h="856001">
                <a:moveTo>
                  <a:pt x="0" y="0"/>
                </a:moveTo>
                <a:lnTo>
                  <a:pt x="155367" y="0"/>
                </a:lnTo>
                <a:lnTo>
                  <a:pt x="155367" y="856001"/>
                </a:lnTo>
                <a:lnTo>
                  <a:pt x="0" y="7250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074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BFAB4E20-55CB-4158-A9C8-7325E8F446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8077180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BFAB4E20-55CB-4158-A9C8-7325E8F446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94200"/>
            <a:ext cx="10967088" cy="590400"/>
          </a:xfrm>
        </p:spPr>
        <p:txBody>
          <a:bodyPr anchor="t"/>
          <a:lstStyle>
            <a:lvl1pPr>
              <a:defRPr sz="2200">
                <a:solidFill>
                  <a:schemeClr val="bg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DA9741B6-D337-4A18-8ECB-FB21A6953E44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13545" y="884600"/>
            <a:ext cx="12205545" cy="23149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noProof="0">
              <a:solidFill>
                <a:schemeClr val="bg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0356C28-34FC-48BD-943E-82B485EB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65" y="1280159"/>
            <a:ext cx="10969256" cy="48920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268288" indent="-268288">
              <a:defRPr sz="16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534988" indent="-263525">
              <a:defRPr sz="16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2pPr>
            <a:lvl3pPr marL="803275" indent="-254000">
              <a:defRPr sz="16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3pPr>
            <a:lvl4pPr marL="1081088" indent="-263525">
              <a:defRPr sz="16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4pPr>
            <a:lvl5pPr marL="1347788" indent="-266700">
              <a:defRPr sz="16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09722D-189E-40D6-9E6F-ADF30F3D2E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60780" y="934400"/>
            <a:ext cx="1523841" cy="228600"/>
          </a:xfrm>
        </p:spPr>
        <p:txBody>
          <a:bodyPr wrap="square" anchor="ctr">
            <a:noAutofit/>
          </a:bodyPr>
          <a:lstStyle>
            <a:lvl1pPr marL="0" indent="0" algn="r">
              <a:buNone/>
              <a:defRPr sz="1050">
                <a:solidFill>
                  <a:schemeClr val="accent3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</a:lstStyle>
          <a:p>
            <a:pPr lvl="0"/>
            <a:r>
              <a:rPr lang="en-US"/>
              <a:t>Slide info</a:t>
            </a:r>
          </a:p>
        </p:txBody>
      </p:sp>
      <p:pic>
        <p:nvPicPr>
          <p:cNvPr id="3" name="Picture 4" descr="Vector Car Wheels">
            <a:extLst>
              <a:ext uri="{FF2B5EF4-FFF2-40B4-BE49-F238E27FC236}">
                <a16:creationId xmlns:a16="http://schemas.microsoft.com/office/drawing/2014/main" id="{88ED17FE-DD47-C5C8-3C3C-797D8BC9E2C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1901" y="55481"/>
            <a:ext cx="800100" cy="75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46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BFAB4E20-55CB-4158-A9C8-7325E8F446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3230950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BFAB4E20-55CB-4158-A9C8-7325E8F446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94200"/>
            <a:ext cx="10967088" cy="590400"/>
          </a:xfrm>
        </p:spPr>
        <p:txBody>
          <a:bodyPr anchor="t"/>
          <a:lstStyle>
            <a:lvl1pPr>
              <a:defRPr sz="2200">
                <a:solidFill>
                  <a:schemeClr val="bg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DA9741B6-D337-4A18-8ECB-FB21A6953E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noProof="0">
              <a:solidFill>
                <a:schemeClr val="bg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0356C28-34FC-48BD-943E-82B485EB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65" y="1280159"/>
            <a:ext cx="10969256" cy="48920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268288" indent="-268288">
              <a:defRPr sz="16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534988" indent="-263525">
              <a:defRPr sz="16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2pPr>
            <a:lvl3pPr marL="803275" indent="-254000">
              <a:defRPr sz="16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3pPr>
            <a:lvl4pPr marL="1081088" indent="-263525">
              <a:defRPr sz="16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4pPr>
            <a:lvl5pPr marL="1347788" indent="-266700">
              <a:defRPr sz="16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4DD44F4E-420C-48B9-9798-D487707141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366" y="6426589"/>
            <a:ext cx="7864342" cy="242888"/>
          </a:xfrm>
        </p:spPr>
        <p:txBody>
          <a:bodyPr vert="horz" wrap="square" lIns="9144" tIns="9144" rIns="9144" bIns="9144" rtlCol="0" anchor="b" anchorCtr="0">
            <a:noAutofit/>
          </a:bodyPr>
          <a:lstStyle>
            <a:lvl1pPr marL="0" indent="0">
              <a:buNone/>
              <a:defRPr lang="en-US" sz="800" smtClean="0">
                <a:solidFill>
                  <a:schemeClr val="bg1">
                    <a:lumMod val="60000"/>
                    <a:lumOff val="40000"/>
                  </a:schemeClr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171450" indent="0">
              <a:buNone/>
              <a:defRPr lang="en-US" smtClean="0"/>
            </a:lvl2pPr>
            <a:lvl3pPr marL="342900" indent="0">
              <a:buNone/>
              <a:defRPr lang="en-US" smtClean="0"/>
            </a:lvl3pPr>
            <a:lvl4pPr marL="514350" indent="0">
              <a:buNone/>
              <a:defRPr lang="en-US" smtClean="0"/>
            </a:lvl4pPr>
            <a:lvl5pPr marL="685800" indent="0">
              <a:buNone/>
              <a:defRPr lang="en-US"/>
            </a:lvl5pPr>
          </a:lstStyle>
          <a:p>
            <a:pPr marL="0" lvl="0" indent="0">
              <a:buNone/>
            </a:pPr>
            <a:r>
              <a:rPr lang="en-US"/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3245041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E63C0776-6DA7-49CB-95AB-F08C87B880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49222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E63C0776-6DA7-49CB-95AB-F08C87B88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4852" y="0"/>
            <a:ext cx="3997149" cy="6857999"/>
          </a:xfr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7440547" cy="590400"/>
          </a:xfrm>
        </p:spPr>
        <p:txBody>
          <a:bodyPr vert="horz"/>
          <a:lstStyle>
            <a:lvl1pPr>
              <a:defRPr sz="2200">
                <a:solidFill>
                  <a:schemeClr val="bg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1" y="1137921"/>
            <a:ext cx="7295842" cy="87376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2311401"/>
            <a:ext cx="3578253" cy="3844704"/>
          </a:xfrm>
        </p:spPr>
        <p:txBody>
          <a:bodyPr numCol="1"/>
          <a:lstStyle>
            <a:lvl1pPr marL="0" indent="0">
              <a:buNone/>
              <a:defRPr sz="1400">
                <a:solidFill>
                  <a:schemeClr val="bg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C7BD71A-882B-40FB-A05F-48ECC69FF7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27190" y="2311402"/>
            <a:ext cx="3578253" cy="1254759"/>
          </a:xfrm>
        </p:spPr>
        <p:txBody>
          <a:bodyPr numCol="1"/>
          <a:lstStyle>
            <a:lvl1pPr marL="0" indent="0">
              <a:buNone/>
              <a:defRPr sz="1400">
                <a:solidFill>
                  <a:schemeClr val="bg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87D58C8-1517-42AA-8B2A-E449A3F6F0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27190" y="4336025"/>
            <a:ext cx="3578253" cy="1844855"/>
          </a:xfrm>
        </p:spPr>
        <p:txBody>
          <a:bodyPr numCol="1"/>
          <a:lstStyle>
            <a:lvl1pPr marL="0" indent="0">
              <a:buNone/>
              <a:defRPr sz="1799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id="{E820DC59-E206-4DC0-9012-584F8EBAF73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7719833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C1051FD5-7689-4B75-AFC0-B2333C9DAD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366" y="6426589"/>
            <a:ext cx="7864342" cy="242888"/>
          </a:xfrm>
        </p:spPr>
        <p:txBody>
          <a:bodyPr vert="horz" wrap="square" lIns="9144" tIns="9144" rIns="9144" bIns="9144" rtlCol="0" anchor="b" anchorCtr="0">
            <a:noAutofit/>
          </a:bodyPr>
          <a:lstStyle>
            <a:lvl1pPr marL="0" indent="0">
              <a:buNone/>
              <a:defRPr lang="en-US" sz="800" smtClean="0">
                <a:solidFill>
                  <a:schemeClr val="bg1">
                    <a:lumMod val="60000"/>
                    <a:lumOff val="40000"/>
                  </a:schemeClr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171450" indent="0">
              <a:buNone/>
              <a:defRPr lang="en-US" smtClean="0"/>
            </a:lvl2pPr>
            <a:lvl3pPr marL="342900" indent="0">
              <a:buNone/>
              <a:defRPr lang="en-US" smtClean="0"/>
            </a:lvl3pPr>
            <a:lvl4pPr marL="514350" indent="0">
              <a:buNone/>
              <a:defRPr lang="en-US" smtClean="0"/>
            </a:lvl4pPr>
            <a:lvl5pPr marL="685800" indent="0">
              <a:buNone/>
              <a:defRPr lang="en-US"/>
            </a:lvl5pPr>
          </a:lstStyle>
          <a:p>
            <a:pPr marL="0" lvl="0" indent="0">
              <a:buNone/>
            </a:pPr>
            <a:r>
              <a:rPr lang="en-US"/>
              <a:t>Source:</a:t>
            </a:r>
          </a:p>
        </p:txBody>
      </p:sp>
      <p:pic>
        <p:nvPicPr>
          <p:cNvPr id="4" name="Picture 4" descr="Vector Car Wheels">
            <a:extLst>
              <a:ext uri="{FF2B5EF4-FFF2-40B4-BE49-F238E27FC236}">
                <a16:creationId xmlns:a16="http://schemas.microsoft.com/office/drawing/2014/main" id="{6DAC7811-B1BC-CF66-9CB5-0425B22E66C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1901" y="66114"/>
            <a:ext cx="800100" cy="75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8302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2E0F91C-0C23-483C-87CC-D53582ADC5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39463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2E0F91C-0C23-483C-87CC-D53582ADC5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99A22A5-932F-401A-B63D-94CC117DA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76" y="3176"/>
            <a:ext cx="12188824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5D2AC0-B4F7-4455-9AE0-201966050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083" y="2526765"/>
            <a:ext cx="5289245" cy="1800000"/>
          </a:xfrm>
        </p:spPr>
        <p:txBody>
          <a:bodyPr lIns="90000" tIns="46800" rIns="90000" bIns="46800"/>
          <a:lstStyle>
            <a:lvl1pPr marL="0" indent="0">
              <a:buNone/>
              <a:defRPr lang="en-US" sz="2799" dirty="0" smtClean="0">
                <a:solidFill>
                  <a:srgbClr val="2E2E38"/>
                </a:solidFill>
                <a:latin typeface="Georgia" panose="02040502050405020303" pitchFamily="18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</a:lstStyle>
          <a:p>
            <a:pPr marL="356438" lvl="0" indent="-356438">
              <a:spcBef>
                <a:spcPts val="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1BA83A2-78F0-4F7E-836B-9B4B87820F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083" y="4632765"/>
            <a:ext cx="5289245" cy="316838"/>
          </a:xfr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chemeClr val="accent1"/>
                </a:solidFill>
                <a:latin typeface="EYInterstate Light" panose="02000506000000020004" pitchFamily="2" charset="0"/>
                <a:ea typeface="+mn-ea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Name Surname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34CE9DD-CE12-4D9F-8FD6-A2522F36C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083" y="4971442"/>
            <a:ext cx="5289245" cy="316838"/>
          </a:xfr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EYInterstate Light" panose="02000506000000020004" pitchFamily="2" charset="0"/>
                <a:ea typeface="+mn-ea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Job 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2EC4E5-6CA4-4605-85D2-A619E4EAF050}"/>
              </a:ext>
            </a:extLst>
          </p:cNvPr>
          <p:cNvSpPr txBox="1"/>
          <p:nvPr userDrawn="1"/>
        </p:nvSpPr>
        <p:spPr>
          <a:xfrm>
            <a:off x="9541366" y="6510529"/>
            <a:ext cx="793679" cy="197311"/>
          </a:xfrm>
          <a:prstGeom prst="rect">
            <a:avLst/>
          </a:prstGeom>
          <a:noFill/>
        </p:spPr>
        <p:txBody>
          <a:bodyPr wrap="square" lIns="9144" tIns="9144" rIns="9144" bIns="9144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rgbClr val="FFFFFF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rPr>
              <a:t>Page </a:t>
            </a:r>
            <a:fld id="{9AE4D82F-B047-469B-AC52-A46321747EAF}" type="slidenum">
              <a:rPr lang="en-GB" sz="700" smtClean="0">
                <a:solidFill>
                  <a:srgbClr val="FFFFFF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700">
              <a:solidFill>
                <a:srgbClr val="FFFFFF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1A4DC3B-495D-493C-B998-26FA70F51985}"/>
              </a:ext>
            </a:extLst>
          </p:cNvPr>
          <p:cNvGrpSpPr/>
          <p:nvPr userDrawn="1"/>
        </p:nvGrpSpPr>
        <p:grpSpPr>
          <a:xfrm>
            <a:off x="10624714" y="6367519"/>
            <a:ext cx="955115" cy="308551"/>
            <a:chOff x="2703513" y="2332038"/>
            <a:chExt cx="6784975" cy="2190751"/>
          </a:xfrm>
        </p:grpSpPr>
        <p:sp>
          <p:nvSpPr>
            <p:cNvPr id="12" name="Freeform 115">
              <a:extLst>
                <a:ext uri="{FF2B5EF4-FFF2-40B4-BE49-F238E27FC236}">
                  <a16:creationId xmlns:a16="http://schemas.microsoft.com/office/drawing/2014/main" id="{616944D7-697B-459E-ACA0-9B937AFFC3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29176" y="3757613"/>
              <a:ext cx="554038" cy="754063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13" name="Freeform 116">
              <a:extLst>
                <a:ext uri="{FF2B5EF4-FFF2-40B4-BE49-F238E27FC236}">
                  <a16:creationId xmlns:a16="http://schemas.microsoft.com/office/drawing/2014/main" id="{24790250-EF28-4E82-88A1-FA907D55FAF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421313" y="3933826"/>
              <a:ext cx="457200" cy="58896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14" name="Freeform 117">
              <a:extLst>
                <a:ext uri="{FF2B5EF4-FFF2-40B4-BE49-F238E27FC236}">
                  <a16:creationId xmlns:a16="http://schemas.microsoft.com/office/drawing/2014/main" id="{84AA5D18-66F4-49CA-9D1D-ED672AEF74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86463" y="3933826"/>
              <a:ext cx="333375" cy="577850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15" name="Freeform 118">
              <a:extLst>
                <a:ext uri="{FF2B5EF4-FFF2-40B4-BE49-F238E27FC236}">
                  <a16:creationId xmlns:a16="http://schemas.microsoft.com/office/drawing/2014/main" id="{B3903F4C-711E-4904-BFDF-4504758FDC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88101" y="3727451"/>
              <a:ext cx="325438" cy="795338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16" name="Freeform 119">
              <a:extLst>
                <a:ext uri="{FF2B5EF4-FFF2-40B4-BE49-F238E27FC236}">
                  <a16:creationId xmlns:a16="http://schemas.microsoft.com/office/drawing/2014/main" id="{A7F8C63A-1947-4CF2-B679-4E8394DCD8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18313" y="3727451"/>
              <a:ext cx="452438" cy="784225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17" name="Freeform 120">
              <a:extLst>
                <a:ext uri="{FF2B5EF4-FFF2-40B4-BE49-F238E27FC236}">
                  <a16:creationId xmlns:a16="http://schemas.microsoft.com/office/drawing/2014/main" id="{46B855BA-BF88-4485-8663-2F3468F500C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50126" y="3933826"/>
              <a:ext cx="485775" cy="58896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18" name="Freeform 121">
              <a:extLst>
                <a:ext uri="{FF2B5EF4-FFF2-40B4-BE49-F238E27FC236}">
                  <a16:creationId xmlns:a16="http://schemas.microsoft.com/office/drawing/2014/main" id="{28CA4552-7052-42D2-9EDE-C7BF65CFC6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8451" y="3933826"/>
              <a:ext cx="449263" cy="577850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19" name="Freeform 122">
              <a:extLst>
                <a:ext uri="{FF2B5EF4-FFF2-40B4-BE49-F238E27FC236}">
                  <a16:creationId xmlns:a16="http://schemas.microsoft.com/office/drawing/2014/main" id="{0A8AD9A6-AC34-4C4E-B6CB-8B9CCE2AC25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50263" y="3933826"/>
              <a:ext cx="501650" cy="58896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20" name="Freeform 123">
              <a:extLst>
                <a:ext uri="{FF2B5EF4-FFF2-40B4-BE49-F238E27FC236}">
                  <a16:creationId xmlns:a16="http://schemas.microsoft.com/office/drawing/2014/main" id="{BC9452F1-F456-42E5-BC23-1246830FE9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34463" y="3933826"/>
              <a:ext cx="454025" cy="577850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21" name="Freeform 124">
              <a:extLst>
                <a:ext uri="{FF2B5EF4-FFF2-40B4-BE49-F238E27FC236}">
                  <a16:creationId xmlns:a16="http://schemas.microsoft.com/office/drawing/2014/main" id="{74D278BA-410D-41EB-8EEA-ECA84605FB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03513" y="2332038"/>
              <a:ext cx="2125663" cy="776288"/>
            </a:xfrm>
            <a:custGeom>
              <a:avLst/>
              <a:gdLst>
                <a:gd name="T0" fmla="*/ 1339 w 1339"/>
                <a:gd name="T1" fmla="*/ 0 h 489"/>
                <a:gd name="T2" fmla="*/ 0 w 1339"/>
                <a:gd name="T3" fmla="*/ 489 h 489"/>
                <a:gd name="T4" fmla="*/ 1339 w 1339"/>
                <a:gd name="T5" fmla="*/ 253 h 489"/>
                <a:gd name="T6" fmla="*/ 1339 w 1339"/>
                <a:gd name="T7" fmla="*/ 0 h 489"/>
                <a:gd name="T8" fmla="*/ 1339 w 1339"/>
                <a:gd name="T9" fmla="*/ 0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9" h="489">
                  <a:moveTo>
                    <a:pt x="1339" y="0"/>
                  </a:moveTo>
                  <a:lnTo>
                    <a:pt x="0" y="489"/>
                  </a:lnTo>
                  <a:lnTo>
                    <a:pt x="1339" y="253"/>
                  </a:lnTo>
                  <a:lnTo>
                    <a:pt x="1339" y="0"/>
                  </a:lnTo>
                  <a:lnTo>
                    <a:pt x="133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22" name="Freeform 125">
              <a:extLst>
                <a:ext uri="{FF2B5EF4-FFF2-40B4-BE49-F238E27FC236}">
                  <a16:creationId xmlns:a16="http://schemas.microsoft.com/office/drawing/2014/main" id="{5B8204E6-1F8F-407B-9B54-C4504A9028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20976" y="3430588"/>
              <a:ext cx="1787525" cy="1081088"/>
            </a:xfrm>
            <a:custGeom>
              <a:avLst/>
              <a:gdLst>
                <a:gd name="T0" fmla="*/ 904 w 1126"/>
                <a:gd name="T1" fmla="*/ 0 h 681"/>
                <a:gd name="T2" fmla="*/ 788 w 1126"/>
                <a:gd name="T3" fmla="*/ 222 h 681"/>
                <a:gd name="T4" fmla="*/ 673 w 1126"/>
                <a:gd name="T5" fmla="*/ 0 h 681"/>
                <a:gd name="T6" fmla="*/ 449 w 1126"/>
                <a:gd name="T7" fmla="*/ 0 h 681"/>
                <a:gd name="T8" fmla="*/ 687 w 1126"/>
                <a:gd name="T9" fmla="*/ 411 h 681"/>
                <a:gd name="T10" fmla="*/ 687 w 1126"/>
                <a:gd name="T11" fmla="*/ 681 h 681"/>
                <a:gd name="T12" fmla="*/ 887 w 1126"/>
                <a:gd name="T13" fmla="*/ 681 h 681"/>
                <a:gd name="T14" fmla="*/ 887 w 1126"/>
                <a:gd name="T15" fmla="*/ 411 h 681"/>
                <a:gd name="T16" fmla="*/ 1126 w 1126"/>
                <a:gd name="T17" fmla="*/ 0 h 681"/>
                <a:gd name="T18" fmla="*/ 904 w 1126"/>
                <a:gd name="T19" fmla="*/ 0 h 681"/>
                <a:gd name="T20" fmla="*/ 0 w 1126"/>
                <a:gd name="T21" fmla="*/ 0 h 681"/>
                <a:gd name="T22" fmla="*/ 0 w 1126"/>
                <a:gd name="T23" fmla="*/ 681 h 681"/>
                <a:gd name="T24" fmla="*/ 543 w 1126"/>
                <a:gd name="T25" fmla="*/ 681 h 681"/>
                <a:gd name="T26" fmla="*/ 543 w 1126"/>
                <a:gd name="T27" fmla="*/ 525 h 681"/>
                <a:gd name="T28" fmla="*/ 203 w 1126"/>
                <a:gd name="T29" fmla="*/ 525 h 681"/>
                <a:gd name="T30" fmla="*/ 203 w 1126"/>
                <a:gd name="T31" fmla="*/ 411 h 681"/>
                <a:gd name="T32" fmla="*/ 449 w 1126"/>
                <a:gd name="T33" fmla="*/ 411 h 681"/>
                <a:gd name="T34" fmla="*/ 449 w 1126"/>
                <a:gd name="T35" fmla="*/ 269 h 681"/>
                <a:gd name="T36" fmla="*/ 203 w 1126"/>
                <a:gd name="T37" fmla="*/ 269 h 681"/>
                <a:gd name="T38" fmla="*/ 203 w 1126"/>
                <a:gd name="T39" fmla="*/ 156 h 681"/>
                <a:gd name="T40" fmla="*/ 475 w 1126"/>
                <a:gd name="T41" fmla="*/ 156 h 681"/>
                <a:gd name="T42" fmla="*/ 385 w 1126"/>
                <a:gd name="T43" fmla="*/ 0 h 681"/>
                <a:gd name="T44" fmla="*/ 0 w 1126"/>
                <a:gd name="T45" fmla="*/ 0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26" h="681">
                  <a:moveTo>
                    <a:pt x="904" y="0"/>
                  </a:moveTo>
                  <a:lnTo>
                    <a:pt x="788" y="222"/>
                  </a:lnTo>
                  <a:lnTo>
                    <a:pt x="673" y="0"/>
                  </a:lnTo>
                  <a:lnTo>
                    <a:pt x="449" y="0"/>
                  </a:lnTo>
                  <a:lnTo>
                    <a:pt x="687" y="411"/>
                  </a:lnTo>
                  <a:lnTo>
                    <a:pt x="687" y="681"/>
                  </a:lnTo>
                  <a:lnTo>
                    <a:pt x="887" y="681"/>
                  </a:lnTo>
                  <a:lnTo>
                    <a:pt x="887" y="411"/>
                  </a:lnTo>
                  <a:lnTo>
                    <a:pt x="1126" y="0"/>
                  </a:lnTo>
                  <a:lnTo>
                    <a:pt x="904" y="0"/>
                  </a:lnTo>
                  <a:close/>
                  <a:moveTo>
                    <a:pt x="0" y="0"/>
                  </a:moveTo>
                  <a:lnTo>
                    <a:pt x="0" y="681"/>
                  </a:lnTo>
                  <a:lnTo>
                    <a:pt x="543" y="681"/>
                  </a:lnTo>
                  <a:lnTo>
                    <a:pt x="543" y="525"/>
                  </a:lnTo>
                  <a:lnTo>
                    <a:pt x="203" y="525"/>
                  </a:lnTo>
                  <a:lnTo>
                    <a:pt x="203" y="411"/>
                  </a:lnTo>
                  <a:lnTo>
                    <a:pt x="449" y="411"/>
                  </a:lnTo>
                  <a:lnTo>
                    <a:pt x="449" y="269"/>
                  </a:lnTo>
                  <a:lnTo>
                    <a:pt x="203" y="269"/>
                  </a:lnTo>
                  <a:lnTo>
                    <a:pt x="203" y="156"/>
                  </a:lnTo>
                  <a:lnTo>
                    <a:pt x="475" y="156"/>
                  </a:lnTo>
                  <a:lnTo>
                    <a:pt x="3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</p:grp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89CE6FF4-CDF5-4358-AEAE-06A5226A13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366" y="6426589"/>
            <a:ext cx="7864342" cy="242888"/>
          </a:xfrm>
        </p:spPr>
        <p:txBody>
          <a:bodyPr vert="horz" wrap="square" lIns="9144" tIns="9144" rIns="9144" bIns="9144" rtlCol="0" anchor="b" anchorCtr="0">
            <a:noAutofit/>
          </a:bodyPr>
          <a:lstStyle>
            <a:lvl1pPr marL="0" indent="0">
              <a:buNone/>
              <a:defRPr lang="en-US" sz="800" smtClean="0">
                <a:solidFill>
                  <a:schemeClr val="bg1">
                    <a:lumMod val="60000"/>
                    <a:lumOff val="40000"/>
                  </a:schemeClr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171450" indent="0">
              <a:buNone/>
              <a:defRPr lang="en-US" smtClean="0"/>
            </a:lvl2pPr>
            <a:lvl3pPr marL="342900" indent="0">
              <a:buNone/>
              <a:defRPr lang="en-US" smtClean="0"/>
            </a:lvl3pPr>
            <a:lvl4pPr marL="514350" indent="0">
              <a:buNone/>
              <a:defRPr lang="en-US" smtClean="0"/>
            </a:lvl4pPr>
            <a:lvl5pPr marL="685800" indent="0">
              <a:buNone/>
              <a:defRPr lang="en-US"/>
            </a:lvl5pPr>
          </a:lstStyle>
          <a:p>
            <a:pPr marL="0" lvl="0" indent="0">
              <a:buNone/>
            </a:pPr>
            <a:r>
              <a:rPr lang="en-US"/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2805476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17C7D0A-110A-49A1-A8F0-B342E97A391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926527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17C7D0A-110A-49A1-A8F0-B342E97A39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28D7EA5-A532-4D8B-9984-8F3D1FEA9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1378" y="2060235"/>
            <a:ext cx="5289245" cy="302552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2799" dirty="0" smtClean="0">
                <a:latin typeface="Georgia" panose="02040502050405020303" pitchFamily="18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</a:lstStyle>
          <a:p>
            <a:pPr marL="356438" lvl="0" indent="-356438" algn="ctr">
              <a:spcBef>
                <a:spcPts val="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F9B9C3C-16F2-40B2-A460-0480520ECF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51378" y="5506678"/>
            <a:ext cx="5289245" cy="31683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E04541C-CC5D-4455-8271-73223AE0A8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51378" y="5818717"/>
            <a:ext cx="5289245" cy="316838"/>
          </a:xfr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/>
              <a:t>Job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FBD672D3-B116-471A-8511-D80D5D920D93}"/>
              </a:ext>
            </a:extLst>
          </p:cNvPr>
          <p:cNvSpPr txBox="1">
            <a:spLocks/>
          </p:cNvSpPr>
          <p:nvPr userDrawn="1"/>
        </p:nvSpPr>
        <p:spPr>
          <a:xfrm>
            <a:off x="4927415" y="979788"/>
            <a:ext cx="2337171" cy="8826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1200">
                <a:solidFill>
                  <a:schemeClr val="accent1"/>
                </a:solidFill>
                <a:latin typeface="Georgia" panose="02040502050405020303" pitchFamily="18" charset="0"/>
                <a:cs typeface="Arial" panose="020B0604020202020204" pitchFamily="34" charset="0"/>
                <a:sym typeface="EYInterstate Light" panose="02000506000000020004" pitchFamily="2" charset="0"/>
              </a:rPr>
              <a:t>“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C5616931-B382-47F7-A332-5C218E82F0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366" y="6426589"/>
            <a:ext cx="7864342" cy="242888"/>
          </a:xfrm>
        </p:spPr>
        <p:txBody>
          <a:bodyPr vert="horz" wrap="square" lIns="9144" tIns="9144" rIns="9144" bIns="9144" rtlCol="0" anchor="b" anchorCtr="0">
            <a:noAutofit/>
          </a:bodyPr>
          <a:lstStyle>
            <a:lvl1pPr marL="0" indent="0">
              <a:buNone/>
              <a:defRPr lang="en-US" sz="800" smtClean="0">
                <a:solidFill>
                  <a:schemeClr val="bg1">
                    <a:lumMod val="60000"/>
                    <a:lumOff val="40000"/>
                  </a:schemeClr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171450" indent="0">
              <a:buNone/>
              <a:defRPr lang="en-US" smtClean="0"/>
            </a:lvl2pPr>
            <a:lvl3pPr marL="342900" indent="0">
              <a:buNone/>
              <a:defRPr lang="en-US" smtClean="0"/>
            </a:lvl3pPr>
            <a:lvl4pPr marL="514350" indent="0">
              <a:buNone/>
              <a:defRPr lang="en-US" smtClean="0"/>
            </a:lvl4pPr>
            <a:lvl5pPr marL="685800" indent="0">
              <a:buNone/>
              <a:defRPr lang="en-US"/>
            </a:lvl5pPr>
          </a:lstStyle>
          <a:p>
            <a:pPr marL="0" lvl="0" indent="0">
              <a:buNone/>
            </a:pPr>
            <a:r>
              <a:rPr lang="en-US"/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2919641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642FE2F0-75C4-4CFF-85B8-F21A1B1123A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73694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642FE2F0-75C4-4CFF-85B8-F21A1B1123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2383219" cy="6857999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3891" y="294200"/>
            <a:ext cx="8887371" cy="590400"/>
          </a:xfrm>
        </p:spPr>
        <p:txBody>
          <a:bodyPr vert="horz"/>
          <a:lstStyle>
            <a:lvl1pPr>
              <a:defRPr sz="2200">
                <a:solidFill>
                  <a:schemeClr val="bg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693890" y="1137921"/>
            <a:ext cx="2741454" cy="5018184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24102" y="1137921"/>
            <a:ext cx="2802382" cy="5018184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FF4A6F8-D9C6-4FEE-9324-5200D308BB1F}"/>
              </a:ext>
            </a:extLst>
          </p:cNvPr>
          <p:cNvSpPr>
            <a:spLocks noGrp="1"/>
          </p:cNvSpPr>
          <p:nvPr userDrawn="1">
            <p:ph idx="12" hasCustomPrompt="1"/>
          </p:nvPr>
        </p:nvSpPr>
        <p:spPr>
          <a:xfrm>
            <a:off x="8815241" y="1137922"/>
            <a:ext cx="2767159" cy="2796151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B63A7CBA-3151-452E-BD2F-D3E65CE159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693891" y="907750"/>
            <a:ext cx="8887371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08226D3F-2D63-4B16-B7B6-BFE4B928C3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7000" y="6426589"/>
            <a:ext cx="5812708" cy="242888"/>
          </a:xfrm>
        </p:spPr>
        <p:txBody>
          <a:bodyPr vert="horz" wrap="square" lIns="9144" tIns="9144" rIns="9144" bIns="9144" rtlCol="0" anchor="b" anchorCtr="0">
            <a:noAutofit/>
          </a:bodyPr>
          <a:lstStyle>
            <a:lvl1pPr marL="0" indent="0">
              <a:buNone/>
              <a:defRPr lang="en-US" sz="800" smtClean="0">
                <a:solidFill>
                  <a:schemeClr val="bg1">
                    <a:lumMod val="60000"/>
                    <a:lumOff val="40000"/>
                  </a:schemeClr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171450" indent="0">
              <a:buNone/>
              <a:defRPr lang="en-US" smtClean="0"/>
            </a:lvl2pPr>
            <a:lvl3pPr marL="342900" indent="0">
              <a:buNone/>
              <a:defRPr lang="en-US" smtClean="0"/>
            </a:lvl3pPr>
            <a:lvl4pPr marL="514350" indent="0">
              <a:buNone/>
              <a:defRPr lang="en-US" smtClean="0"/>
            </a:lvl4pPr>
            <a:lvl5pPr marL="685800" indent="0">
              <a:buNone/>
              <a:defRPr lang="en-US"/>
            </a:lvl5pPr>
          </a:lstStyle>
          <a:p>
            <a:pPr marL="0" lvl="0" indent="0">
              <a:buNone/>
            </a:pPr>
            <a:r>
              <a:rPr lang="en-US"/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829782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 slide with leg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BFAB4E20-55CB-4158-A9C8-7325E8F446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8513194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BFAB4E20-55CB-4158-A9C8-7325E8F446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94200"/>
            <a:ext cx="8800087" cy="590400"/>
          </a:xfrm>
        </p:spPr>
        <p:txBody>
          <a:bodyPr anchor="t"/>
          <a:lstStyle>
            <a:lvl1pPr>
              <a:defRPr sz="2200">
                <a:solidFill>
                  <a:schemeClr val="bg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DA9741B6-D337-4A18-8ECB-FB21A6953E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noProof="0">
              <a:solidFill>
                <a:schemeClr val="bg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0356C28-34FC-48BD-943E-82B485EB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280160"/>
            <a:ext cx="10972800" cy="48920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268288" indent="-268288">
              <a:defRPr sz="16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534988" indent="-263525">
              <a:defRPr sz="16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2pPr>
            <a:lvl3pPr marL="803275" indent="-254000">
              <a:defRPr sz="16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3pPr>
            <a:lvl4pPr marL="1081088" indent="-277813">
              <a:defRPr sz="16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4pPr>
            <a:lvl5pPr marL="1347788" indent="-266700">
              <a:defRPr sz="1600"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CDECC1-E57A-4567-AA87-257E48E61EC5}"/>
              </a:ext>
            </a:extLst>
          </p:cNvPr>
          <p:cNvCxnSpPr/>
          <p:nvPr userDrawn="1"/>
        </p:nvCxnSpPr>
        <p:spPr>
          <a:xfrm>
            <a:off x="9520244" y="124522"/>
            <a:ext cx="0" cy="77724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06300B5-0A00-470B-8520-C96B093539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2648" y="80267"/>
            <a:ext cx="5495942" cy="156966"/>
          </a:xfrm>
          <a:noFill/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1200" dirty="0" smtClean="0">
                <a:solidFill>
                  <a:schemeClr val="accent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285750" indent="0">
              <a:buNone/>
              <a:defRPr lang="en-US" sz="1800" dirty="0" smtClean="0">
                <a:solidFill>
                  <a:schemeClr val="tx1"/>
                </a:solidFill>
                <a:latin typeface="+mn-lt"/>
              </a:defRPr>
            </a:lvl2pPr>
            <a:lvl3pPr marL="742950" indent="0">
              <a:buNone/>
              <a:defRPr lang="en-US" sz="1800" dirty="0" smtClean="0">
                <a:solidFill>
                  <a:schemeClr val="tx1"/>
                </a:solidFill>
                <a:latin typeface="+mn-lt"/>
              </a:defRPr>
            </a:lvl3pPr>
            <a:lvl4pPr marL="1200150" indent="0">
              <a:buNone/>
              <a:defRPr lang="en-US" sz="1800" dirty="0" smtClean="0">
                <a:solidFill>
                  <a:schemeClr val="tx1"/>
                </a:solidFill>
                <a:latin typeface="+mn-lt"/>
              </a:defRPr>
            </a:lvl4pPr>
            <a:lvl5pPr marL="1657350" indent="0">
              <a:buNone/>
              <a:defRPr lang="en-US" sz="1800" dirty="0">
                <a:solidFill>
                  <a:schemeClr val="tx1"/>
                </a:solidFill>
                <a:latin typeface="+mn-lt"/>
              </a:defRPr>
            </a:lvl5pPr>
          </a:lstStyle>
          <a:p>
            <a:pPr marL="0" lvl="0">
              <a:lnSpc>
                <a:spcPct val="85000"/>
              </a:lnSpc>
              <a:spcAft>
                <a:spcPts val="600"/>
              </a:spcAft>
              <a:buSzPct val="75000"/>
            </a:pPr>
            <a:r>
              <a:rPr lang="en-US"/>
              <a:t>Section header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370BFE22-2E47-4774-82AC-E94AC14D9E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366" y="6426589"/>
            <a:ext cx="7864342" cy="242888"/>
          </a:xfrm>
        </p:spPr>
        <p:txBody>
          <a:bodyPr vert="horz" wrap="square" lIns="9144" tIns="9144" rIns="9144" bIns="9144" rtlCol="0" anchor="b" anchorCtr="0">
            <a:noAutofit/>
          </a:bodyPr>
          <a:lstStyle>
            <a:lvl1pPr marL="0" indent="0">
              <a:buNone/>
              <a:defRPr lang="en-US" sz="800" smtClean="0">
                <a:solidFill>
                  <a:schemeClr val="bg1">
                    <a:lumMod val="60000"/>
                    <a:lumOff val="40000"/>
                  </a:schemeClr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171450" indent="0">
              <a:buNone/>
              <a:defRPr lang="en-US" smtClean="0"/>
            </a:lvl2pPr>
            <a:lvl3pPr marL="342900" indent="0">
              <a:buNone/>
              <a:defRPr lang="en-US" smtClean="0"/>
            </a:lvl3pPr>
            <a:lvl4pPr marL="514350" indent="0">
              <a:buNone/>
              <a:defRPr lang="en-US" smtClean="0"/>
            </a:lvl4pPr>
            <a:lvl5pPr marL="685800" indent="0">
              <a:buNone/>
              <a:defRPr lang="en-US"/>
            </a:lvl5pPr>
          </a:lstStyle>
          <a:p>
            <a:pPr marL="0" lvl="0" indent="0">
              <a:buNone/>
            </a:pPr>
            <a:r>
              <a:rPr lang="en-US"/>
              <a:t>Source: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3E3681D5-E7A9-410F-A274-369D82AF5D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648" y="934400"/>
            <a:ext cx="9389004" cy="22860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noAutofit/>
          </a:bodyPr>
          <a:lstStyle>
            <a:lvl1pPr marL="0" indent="0">
              <a:buNone/>
              <a:defRPr lang="en-US" sz="1400" b="0" dirty="0" smtClean="0">
                <a:solidFill>
                  <a:srgbClr val="4B4B4B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285750" indent="0">
              <a:buNone/>
              <a:defRPr lang="en-US" sz="1800" dirty="0" smtClean="0">
                <a:solidFill>
                  <a:schemeClr val="lt1"/>
                </a:solidFill>
                <a:latin typeface="+mn-lt"/>
              </a:defRPr>
            </a:lvl2pPr>
            <a:lvl3pPr marL="742950" indent="0">
              <a:buNone/>
              <a:defRPr lang="en-US" sz="1800" dirty="0" smtClean="0">
                <a:solidFill>
                  <a:schemeClr val="lt1"/>
                </a:solidFill>
                <a:latin typeface="+mn-lt"/>
              </a:defRPr>
            </a:lvl3pPr>
            <a:lvl4pPr marL="1200150" indent="0">
              <a:buNone/>
              <a:defRPr lang="en-US" sz="1800" dirty="0" smtClean="0">
                <a:solidFill>
                  <a:schemeClr val="lt1"/>
                </a:solidFill>
                <a:latin typeface="+mn-lt"/>
              </a:defRPr>
            </a:lvl4pPr>
            <a:lvl5pPr marL="1657350" indent="0">
              <a:buNone/>
              <a:defRPr lang="en-US" sz="1800" dirty="0">
                <a:solidFill>
                  <a:schemeClr val="lt1"/>
                </a:solidFill>
                <a:latin typeface="+mn-lt"/>
              </a:defRPr>
            </a:lvl5pPr>
          </a:lstStyle>
          <a:p>
            <a:pPr marL="0" lvl="0"/>
            <a:r>
              <a:rPr lang="en-US"/>
              <a:t>Sub-title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9D0DDDD0-7572-4EA2-BC4D-5C78C01A2C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60780" y="934400"/>
            <a:ext cx="1523841" cy="228600"/>
          </a:xfrm>
        </p:spPr>
        <p:txBody>
          <a:bodyPr wrap="square" anchor="ctr">
            <a:noAutofit/>
          </a:bodyPr>
          <a:lstStyle>
            <a:lvl1pPr marL="0" indent="0" algn="r">
              <a:buNone/>
              <a:defRPr sz="1050">
                <a:solidFill>
                  <a:schemeClr val="accent3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</a:lstStyle>
          <a:p>
            <a:pPr lvl="0"/>
            <a:r>
              <a:rPr lang="en-US"/>
              <a:t>Slide info</a:t>
            </a:r>
          </a:p>
        </p:txBody>
      </p:sp>
    </p:spTree>
    <p:extLst>
      <p:ext uri="{BB962C8B-B14F-4D97-AF65-F5344CB8AC3E}">
        <p14:creationId xmlns:p14="http://schemas.microsoft.com/office/powerpoint/2010/main" val="1428103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8A2F35C-CCC5-4796-8DA9-F5D8192CB2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6399933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8A2F35C-CCC5-4796-8DA9-F5D8192CB2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94200"/>
            <a:ext cx="10972800" cy="590400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noProof="0">
              <a:solidFill>
                <a:schemeClr val="bg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829C0CA-44A2-4D1A-B82E-30942BE482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2648" y="80267"/>
            <a:ext cx="5495942" cy="156966"/>
          </a:xfrm>
          <a:noFill/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1200" dirty="0" smtClean="0">
                <a:solidFill>
                  <a:schemeClr val="accent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285750" indent="0">
              <a:buNone/>
              <a:defRPr lang="en-US" sz="1800" dirty="0" smtClean="0">
                <a:solidFill>
                  <a:schemeClr val="tx1"/>
                </a:solidFill>
                <a:latin typeface="+mn-lt"/>
              </a:defRPr>
            </a:lvl2pPr>
            <a:lvl3pPr marL="742950" indent="0">
              <a:buNone/>
              <a:defRPr lang="en-US" sz="1800" dirty="0" smtClean="0">
                <a:solidFill>
                  <a:schemeClr val="tx1"/>
                </a:solidFill>
                <a:latin typeface="+mn-lt"/>
              </a:defRPr>
            </a:lvl3pPr>
            <a:lvl4pPr marL="1200150" indent="0">
              <a:buNone/>
              <a:defRPr lang="en-US" sz="1800" dirty="0" smtClean="0">
                <a:solidFill>
                  <a:schemeClr val="tx1"/>
                </a:solidFill>
                <a:latin typeface="+mn-lt"/>
              </a:defRPr>
            </a:lvl4pPr>
            <a:lvl5pPr marL="1657350" indent="0">
              <a:buNone/>
              <a:defRPr lang="en-US" sz="1800" dirty="0">
                <a:solidFill>
                  <a:schemeClr val="tx1"/>
                </a:solidFill>
                <a:latin typeface="+mn-lt"/>
              </a:defRPr>
            </a:lvl5pPr>
          </a:lstStyle>
          <a:p>
            <a:pPr marL="0" lvl="0">
              <a:lnSpc>
                <a:spcPct val="85000"/>
              </a:lnSpc>
              <a:spcAft>
                <a:spcPts val="600"/>
              </a:spcAft>
              <a:buSzPct val="75000"/>
            </a:pPr>
            <a:r>
              <a:rPr lang="en-US"/>
              <a:t>Section header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287A5C3-379D-4D6A-92A9-4CE01F244B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366" y="6426589"/>
            <a:ext cx="7864342" cy="242888"/>
          </a:xfrm>
        </p:spPr>
        <p:txBody>
          <a:bodyPr vert="horz" wrap="square" lIns="9144" tIns="9144" rIns="9144" bIns="9144" rtlCol="0" anchor="b" anchorCtr="0">
            <a:noAutofit/>
          </a:bodyPr>
          <a:lstStyle>
            <a:lvl1pPr marL="0" indent="0">
              <a:buNone/>
              <a:defRPr lang="en-US" sz="800" smtClean="0">
                <a:solidFill>
                  <a:schemeClr val="bg1">
                    <a:lumMod val="60000"/>
                    <a:lumOff val="40000"/>
                  </a:schemeClr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171450" indent="0">
              <a:buNone/>
              <a:defRPr lang="en-US" smtClean="0"/>
            </a:lvl2pPr>
            <a:lvl3pPr marL="342900" indent="0">
              <a:buNone/>
              <a:defRPr lang="en-US" smtClean="0"/>
            </a:lvl3pPr>
            <a:lvl4pPr marL="514350" indent="0">
              <a:buNone/>
              <a:defRPr lang="en-US" smtClean="0"/>
            </a:lvl4pPr>
            <a:lvl5pPr marL="685800" indent="0">
              <a:buNone/>
              <a:defRPr lang="en-US"/>
            </a:lvl5pPr>
          </a:lstStyle>
          <a:p>
            <a:pPr marL="0" lvl="0" indent="0">
              <a:buNone/>
            </a:pPr>
            <a:r>
              <a:rPr lang="en-US"/>
              <a:t>Source: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3EB26A8-D6BE-40EF-B015-A19AF92C9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648" y="934400"/>
            <a:ext cx="9389004" cy="22860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noAutofit/>
          </a:bodyPr>
          <a:lstStyle>
            <a:lvl1pPr marL="0" indent="0">
              <a:buNone/>
              <a:defRPr lang="en-US" sz="1400" b="0" dirty="0" smtClean="0">
                <a:solidFill>
                  <a:srgbClr val="4B4B4B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285750" indent="0">
              <a:buNone/>
              <a:defRPr lang="en-US" sz="1800" dirty="0" smtClean="0">
                <a:solidFill>
                  <a:schemeClr val="lt1"/>
                </a:solidFill>
                <a:latin typeface="+mn-lt"/>
              </a:defRPr>
            </a:lvl2pPr>
            <a:lvl3pPr marL="742950" indent="0">
              <a:buNone/>
              <a:defRPr lang="en-US" sz="1800" dirty="0" smtClean="0">
                <a:solidFill>
                  <a:schemeClr val="lt1"/>
                </a:solidFill>
                <a:latin typeface="+mn-lt"/>
              </a:defRPr>
            </a:lvl3pPr>
            <a:lvl4pPr marL="1200150" indent="0">
              <a:buNone/>
              <a:defRPr lang="en-US" sz="1800" dirty="0" smtClean="0">
                <a:solidFill>
                  <a:schemeClr val="lt1"/>
                </a:solidFill>
                <a:latin typeface="+mn-lt"/>
              </a:defRPr>
            </a:lvl4pPr>
            <a:lvl5pPr marL="1657350" indent="0">
              <a:buNone/>
              <a:defRPr lang="en-US" sz="1800" dirty="0">
                <a:solidFill>
                  <a:schemeClr val="lt1"/>
                </a:solidFill>
                <a:latin typeface="+mn-lt"/>
              </a:defRPr>
            </a:lvl5pPr>
          </a:lstStyle>
          <a:p>
            <a:pPr marL="0" lvl="0"/>
            <a:r>
              <a:rPr lang="en-US"/>
              <a:t>Sub-title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C59B44E-39B9-451F-BC1F-42F490C2B8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60780" y="934400"/>
            <a:ext cx="1523841" cy="228600"/>
          </a:xfrm>
        </p:spPr>
        <p:txBody>
          <a:bodyPr wrap="square" anchor="ctr">
            <a:noAutofit/>
          </a:bodyPr>
          <a:lstStyle>
            <a:lvl1pPr marL="0" indent="0" algn="r">
              <a:buNone/>
              <a:defRPr sz="1050">
                <a:solidFill>
                  <a:schemeClr val="accent3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</a:lstStyle>
          <a:p>
            <a:pPr lvl="0"/>
            <a:r>
              <a:rPr lang="en-US"/>
              <a:t>Slide info</a:t>
            </a:r>
          </a:p>
        </p:txBody>
      </p:sp>
    </p:spTree>
    <p:extLst>
      <p:ext uri="{BB962C8B-B14F-4D97-AF65-F5344CB8AC3E}">
        <p14:creationId xmlns:p14="http://schemas.microsoft.com/office/powerpoint/2010/main" val="20637287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YP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8A2F35C-CCC5-4796-8DA9-F5D8192CB2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7936187"/>
              </p:ext>
            </p:extLst>
          </p:nvPr>
        </p:nvGraphicFramePr>
        <p:xfrm>
          <a:off x="1588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8A2F35C-CCC5-4796-8DA9-F5D8192CB2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AA3264E-CB34-4429-9275-D4DC18E9B1E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667" cy="158750"/>
          </a:xfrm>
          <a:prstGeom prst="rect">
            <a:avLst/>
          </a:prstGeom>
          <a:solidFill>
            <a:srgbClr val="74748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kumimoji="0" lang="en-US" sz="1727" b="0" i="0" u="none" cap="none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 cap="flat" cmpd="sng" algn="ctr">
            <a:solidFill>
              <a:srgbClr val="1A9AF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12" noProof="0">
              <a:solidFill>
                <a:schemeClr val="bg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2A343A82-E9F8-4308-B804-1ABAAE8F4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69600"/>
            <a:ext cx="10974283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rgbClr val="2E2E38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7981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8A2F35C-CCC5-4796-8DA9-F5D8192CB2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9857546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8A2F35C-CCC5-4796-8DA9-F5D8192CB2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94200"/>
            <a:ext cx="10972800" cy="590400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noProof="0">
              <a:solidFill>
                <a:schemeClr val="bg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287A5C3-379D-4D6A-92A9-4CE01F244B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366" y="6426589"/>
            <a:ext cx="7864342" cy="242888"/>
          </a:xfrm>
        </p:spPr>
        <p:txBody>
          <a:bodyPr vert="horz" wrap="square" lIns="9144" tIns="9144" rIns="9144" bIns="9144" rtlCol="0" anchor="b" anchorCtr="0">
            <a:noAutofit/>
          </a:bodyPr>
          <a:lstStyle>
            <a:lvl1pPr marL="0" indent="0">
              <a:buNone/>
              <a:defRPr lang="en-US" sz="800" smtClean="0">
                <a:solidFill>
                  <a:schemeClr val="bg1">
                    <a:lumMod val="60000"/>
                    <a:lumOff val="40000"/>
                  </a:schemeClr>
                </a:solidFill>
                <a:latin typeface="EYInterstate Light" panose="0200050600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171450" indent="0">
              <a:buNone/>
              <a:defRPr lang="en-US" smtClean="0"/>
            </a:lvl2pPr>
            <a:lvl3pPr marL="342900" indent="0">
              <a:buNone/>
              <a:defRPr lang="en-US" smtClean="0"/>
            </a:lvl3pPr>
            <a:lvl4pPr marL="514350" indent="0">
              <a:buNone/>
              <a:defRPr lang="en-US" smtClean="0"/>
            </a:lvl4pPr>
            <a:lvl5pPr marL="685800" indent="0">
              <a:buNone/>
              <a:defRPr lang="en-US"/>
            </a:lvl5pPr>
          </a:lstStyle>
          <a:p>
            <a:pPr marL="0" lvl="0" indent="0">
              <a:buNone/>
            </a:pPr>
            <a:r>
              <a:rPr lang="en-US"/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3452515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431971D-9410-4BFA-BEA3-B7EB662581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23078836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431971D-9410-4BFA-BEA3-B7EB662581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512A84B0-F10A-4A02-AD57-E01F7676B6B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85658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483" y="719139"/>
            <a:ext cx="4675200" cy="5210062"/>
          </a:xfrm>
        </p:spPr>
        <p:txBody>
          <a:bodyPr/>
          <a:lstStyle>
            <a:lvl1pPr marL="0" indent="0" algn="l" defTabSz="995363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200" kern="1200" noProof="0" dirty="0" smtClean="0">
                <a:solidFill>
                  <a:schemeClr val="tx1"/>
                </a:solidFill>
                <a:latin typeface="EYInterstate Light" panose="02000506000000020004" pitchFamily="2" charset="0"/>
                <a:ea typeface="+mn-ea"/>
                <a:cs typeface="Arial" pitchFamily="34" charset="0"/>
                <a:sym typeface="EYInterstate Light" panose="02000506000000020004" pitchFamily="2" charset="0"/>
              </a:defRPr>
            </a:lvl1pPr>
            <a:lvl2pPr marL="0" indent="0" algn="l" defTabSz="995363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tx1"/>
                </a:solidFill>
                <a:latin typeface="EYInterstate Light" panose="02000506000000020004" pitchFamily="2" charset="0"/>
                <a:ea typeface="+mn-ea"/>
                <a:cs typeface="Arial" pitchFamily="34" charset="0"/>
                <a:sym typeface="EYInterstate Light" panose="02000506000000020004" pitchFamily="2" charset="0"/>
              </a:defRPr>
            </a:lvl2pPr>
            <a:lvl3pPr marL="176213" indent="-176213" algn="l" defTabSz="995363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tx1"/>
                </a:solidFill>
                <a:latin typeface="EYInterstate Light" panose="02000506000000020004" pitchFamily="2" charset="0"/>
                <a:ea typeface="+mn-ea"/>
                <a:cs typeface="Arial" pitchFamily="34" charset="0"/>
                <a:sym typeface="EYInterstate Light" panose="02000506000000020004" pitchFamily="2" charset="0"/>
              </a:defRPr>
            </a:lvl3pPr>
            <a:lvl4pPr marL="0" indent="0" algn="l" defTabSz="995363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tx1"/>
                </a:solidFill>
                <a:latin typeface="EYInterstate Light" panose="02000506000000020004" pitchFamily="2" charset="0"/>
                <a:ea typeface="+mn-ea"/>
                <a:cs typeface="Arial" pitchFamily="34" charset="0"/>
                <a:sym typeface="EYInterstate Light" panose="02000506000000020004" pitchFamily="2" charset="0"/>
              </a:defRPr>
            </a:lvl4pPr>
            <a:lvl5pPr marL="188913" indent="-188913" algn="l" defTabSz="995363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tx1"/>
                </a:solidFill>
                <a:latin typeface="EYInterstate Light" panose="02000506000000020004" pitchFamily="2" charset="0"/>
                <a:ea typeface="+mn-ea"/>
                <a:cs typeface="Arial" pitchFamily="34" charset="0"/>
                <a:sym typeface="EYInterstate Light" panose="02000506000000020004" pitchFamily="2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50127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1B6D21-2D58-D0DC-13EF-34B4ACCD21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D8D2553-DCAF-2D9D-2138-FE4E794B7FFA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AD4E5D8B-12B4-19F3-17D4-D12BF368FC8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1A9AFA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219789D6-6B07-F2E6-06BE-8CA9DC83E385}"/>
                </a:ext>
              </a:extLst>
            </p:cNvPr>
            <p:cNvSpPr/>
            <p:nvPr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74" name="Subtitle 2">
            <a:extLst>
              <a:ext uri="{FF2B5EF4-FFF2-40B4-BE49-F238E27FC236}">
                <a16:creationId xmlns:a16="http://schemas.microsoft.com/office/drawing/2014/main" id="{74103396-CF0A-A808-BF1B-463C3EF737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75" name="Title 4">
            <a:extLst>
              <a:ext uri="{FF2B5EF4-FFF2-40B4-BE49-F238E27FC236}">
                <a16:creationId xmlns:a16="http://schemas.microsoft.com/office/drawing/2014/main" id="{B57CD4DB-AED0-4F7E-41BA-02CA9659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lang="en-US" sz="4200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9" name="Text Placeholder 288">
            <a:extLst>
              <a:ext uri="{FF2B5EF4-FFF2-40B4-BE49-F238E27FC236}">
                <a16:creationId xmlns:a16="http://schemas.microsoft.com/office/drawing/2014/main" id="{31D45A6D-135C-8C27-4F13-A3BC79AB3E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83D61A3-1A11-8D4B-5393-686808C54779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9345224" y="5422966"/>
            <a:ext cx="2437200" cy="1056582"/>
            <a:chOff x="1333500" y="1365250"/>
            <a:chExt cx="7772399" cy="3369514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E435593-461B-D41F-8BD9-8A42EDA22DC3}"/>
                </a:ext>
              </a:extLst>
            </p:cNvPr>
            <p:cNvSpPr/>
            <p:nvPr/>
          </p:nvSpPr>
          <p:spPr bwMode="invGray">
            <a:xfrm>
              <a:off x="3765639" y="2990756"/>
              <a:ext cx="635704" cy="857763"/>
            </a:xfrm>
            <a:custGeom>
              <a:avLst/>
              <a:gdLst>
                <a:gd name="connsiteX0" fmla="*/ 504506 w 635704"/>
                <a:gd name="connsiteY0" fmla="*/ 268512 h 857763"/>
                <a:gd name="connsiteX1" fmla="*/ 494014 w 635704"/>
                <a:gd name="connsiteY1" fmla="*/ 205730 h 857763"/>
                <a:gd name="connsiteX2" fmla="*/ 464323 w 635704"/>
                <a:gd name="connsiteY2" fmla="*/ 159400 h 857763"/>
                <a:gd name="connsiteX3" fmla="*/ 417922 w 635704"/>
                <a:gd name="connsiteY3" fmla="*/ 130997 h 857763"/>
                <a:gd name="connsiteX4" fmla="*/ 357142 w 635704"/>
                <a:gd name="connsiteY4" fmla="*/ 121374 h 857763"/>
                <a:gd name="connsiteX5" fmla="*/ 126457 w 635704"/>
                <a:gd name="connsiteY5" fmla="*/ 121374 h 857763"/>
                <a:gd name="connsiteX6" fmla="*/ 126457 w 635704"/>
                <a:gd name="connsiteY6" fmla="*/ 416892 h 857763"/>
                <a:gd name="connsiteX7" fmla="*/ 357142 w 635704"/>
                <a:gd name="connsiteY7" fmla="*/ 416892 h 857763"/>
                <a:gd name="connsiteX8" fmla="*/ 467976 w 635704"/>
                <a:gd name="connsiteY8" fmla="*/ 377391 h 857763"/>
                <a:gd name="connsiteX9" fmla="*/ 504506 w 635704"/>
                <a:gd name="connsiteY9" fmla="*/ 268512 h 857763"/>
                <a:gd name="connsiteX10" fmla="*/ 635704 w 635704"/>
                <a:gd name="connsiteY10" fmla="*/ 268512 h 857763"/>
                <a:gd name="connsiteX11" fmla="*/ 614719 w 635704"/>
                <a:gd name="connsiteY11" fmla="*/ 385152 h 857763"/>
                <a:gd name="connsiteX12" fmla="*/ 556037 w 635704"/>
                <a:gd name="connsiteY12" fmla="*/ 469198 h 857763"/>
                <a:gd name="connsiteX13" fmla="*/ 466111 w 635704"/>
                <a:gd name="connsiteY13" fmla="*/ 520339 h 857763"/>
                <a:gd name="connsiteX14" fmla="*/ 351079 w 635704"/>
                <a:gd name="connsiteY14" fmla="*/ 537722 h 857763"/>
                <a:gd name="connsiteX15" fmla="*/ 126379 w 635704"/>
                <a:gd name="connsiteY15" fmla="*/ 537722 h 857763"/>
                <a:gd name="connsiteX16" fmla="*/ 126379 w 635704"/>
                <a:gd name="connsiteY16" fmla="*/ 857764 h 857763"/>
                <a:gd name="connsiteX17" fmla="*/ 0 w 635704"/>
                <a:gd name="connsiteY17" fmla="*/ 857764 h 857763"/>
                <a:gd name="connsiteX18" fmla="*/ 0 w 635704"/>
                <a:gd name="connsiteY18" fmla="*/ 0 h 857763"/>
                <a:gd name="connsiteX19" fmla="*/ 359474 w 635704"/>
                <a:gd name="connsiteY19" fmla="*/ 0 h 857763"/>
                <a:gd name="connsiteX20" fmla="*/ 469375 w 635704"/>
                <a:gd name="connsiteY20" fmla="*/ 17073 h 857763"/>
                <a:gd name="connsiteX21" fmla="*/ 556815 w 635704"/>
                <a:gd name="connsiteY21" fmla="*/ 67594 h 857763"/>
                <a:gd name="connsiteX22" fmla="*/ 614641 w 635704"/>
                <a:gd name="connsiteY22" fmla="*/ 151639 h 857763"/>
                <a:gd name="connsiteX23" fmla="*/ 635627 w 635704"/>
                <a:gd name="connsiteY23" fmla="*/ 268590 h 857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35704" h="857763">
                  <a:moveTo>
                    <a:pt x="504506" y="268512"/>
                  </a:moveTo>
                  <a:cubicBezTo>
                    <a:pt x="504506" y="244998"/>
                    <a:pt x="501009" y="224044"/>
                    <a:pt x="494014" y="205730"/>
                  </a:cubicBezTo>
                  <a:cubicBezTo>
                    <a:pt x="487018" y="187415"/>
                    <a:pt x="477148" y="171972"/>
                    <a:pt x="464323" y="159400"/>
                  </a:cubicBezTo>
                  <a:cubicBezTo>
                    <a:pt x="451576" y="146828"/>
                    <a:pt x="436031" y="137360"/>
                    <a:pt x="417922" y="130997"/>
                  </a:cubicBezTo>
                  <a:cubicBezTo>
                    <a:pt x="399734" y="124633"/>
                    <a:pt x="379448" y="121374"/>
                    <a:pt x="357142" y="121374"/>
                  </a:cubicBezTo>
                  <a:lnTo>
                    <a:pt x="126457" y="121374"/>
                  </a:lnTo>
                  <a:lnTo>
                    <a:pt x="126457" y="416892"/>
                  </a:lnTo>
                  <a:lnTo>
                    <a:pt x="357142" y="416892"/>
                  </a:lnTo>
                  <a:cubicBezTo>
                    <a:pt x="406652" y="416892"/>
                    <a:pt x="443571" y="403699"/>
                    <a:pt x="467976" y="377391"/>
                  </a:cubicBezTo>
                  <a:cubicBezTo>
                    <a:pt x="492304" y="351083"/>
                    <a:pt x="504506" y="314764"/>
                    <a:pt x="504506" y="268512"/>
                  </a:cubicBezTo>
                  <a:moveTo>
                    <a:pt x="635704" y="268512"/>
                  </a:moveTo>
                  <a:cubicBezTo>
                    <a:pt x="635704" y="312746"/>
                    <a:pt x="628709" y="351626"/>
                    <a:pt x="614719" y="385152"/>
                  </a:cubicBezTo>
                  <a:cubicBezTo>
                    <a:pt x="600729" y="418677"/>
                    <a:pt x="581220" y="446692"/>
                    <a:pt x="556037" y="469198"/>
                  </a:cubicBezTo>
                  <a:cubicBezTo>
                    <a:pt x="530855" y="491703"/>
                    <a:pt x="500931" y="508776"/>
                    <a:pt x="466111" y="520339"/>
                  </a:cubicBezTo>
                  <a:cubicBezTo>
                    <a:pt x="431368" y="531902"/>
                    <a:pt x="393050" y="537722"/>
                    <a:pt x="351079" y="537722"/>
                  </a:cubicBezTo>
                  <a:lnTo>
                    <a:pt x="126379" y="537722"/>
                  </a:lnTo>
                  <a:lnTo>
                    <a:pt x="126379" y="857764"/>
                  </a:lnTo>
                  <a:lnTo>
                    <a:pt x="0" y="857764"/>
                  </a:lnTo>
                  <a:lnTo>
                    <a:pt x="0" y="0"/>
                  </a:lnTo>
                  <a:lnTo>
                    <a:pt x="359474" y="0"/>
                  </a:lnTo>
                  <a:cubicBezTo>
                    <a:pt x="398957" y="0"/>
                    <a:pt x="435643" y="5665"/>
                    <a:pt x="469375" y="17073"/>
                  </a:cubicBezTo>
                  <a:cubicBezTo>
                    <a:pt x="503107" y="28481"/>
                    <a:pt x="532254" y="45321"/>
                    <a:pt x="556815" y="67594"/>
                  </a:cubicBezTo>
                  <a:cubicBezTo>
                    <a:pt x="581375" y="89944"/>
                    <a:pt x="600651" y="117959"/>
                    <a:pt x="614641" y="151639"/>
                  </a:cubicBezTo>
                  <a:cubicBezTo>
                    <a:pt x="628632" y="185320"/>
                    <a:pt x="635627" y="224277"/>
                    <a:pt x="635627" y="268590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E9CC627-32E5-B366-1BEE-9253AB44AABE}"/>
                </a:ext>
              </a:extLst>
            </p:cNvPr>
            <p:cNvSpPr/>
            <p:nvPr/>
          </p:nvSpPr>
          <p:spPr bwMode="invGray">
            <a:xfrm>
              <a:off x="4442770" y="3191752"/>
              <a:ext cx="524092" cy="670503"/>
            </a:xfrm>
            <a:custGeom>
              <a:avLst/>
              <a:gdLst>
                <a:gd name="connsiteX0" fmla="*/ 400201 w 524092"/>
                <a:gd name="connsiteY0" fmla="*/ 382125 h 670503"/>
                <a:gd name="connsiteX1" fmla="*/ 367868 w 524092"/>
                <a:gd name="connsiteY1" fmla="*/ 369243 h 670503"/>
                <a:gd name="connsiteX2" fmla="*/ 337944 w 524092"/>
                <a:gd name="connsiteY2" fmla="*/ 361482 h 670503"/>
                <a:gd name="connsiteX3" fmla="*/ 300559 w 524092"/>
                <a:gd name="connsiteY3" fmla="*/ 356128 h 670503"/>
                <a:gd name="connsiteX4" fmla="*/ 252914 w 524092"/>
                <a:gd name="connsiteY4" fmla="*/ 354032 h 670503"/>
                <a:gd name="connsiteX5" fmla="*/ 156225 w 524092"/>
                <a:gd name="connsiteY5" fmla="*/ 379719 h 670503"/>
                <a:gd name="connsiteX6" fmla="*/ 120550 w 524092"/>
                <a:gd name="connsiteY6" fmla="*/ 449719 h 670503"/>
                <a:gd name="connsiteX7" fmla="*/ 130732 w 524092"/>
                <a:gd name="connsiteY7" fmla="*/ 498454 h 670503"/>
                <a:gd name="connsiteX8" fmla="*/ 156458 w 524092"/>
                <a:gd name="connsiteY8" fmla="*/ 531048 h 670503"/>
                <a:gd name="connsiteX9" fmla="*/ 193300 w 524092"/>
                <a:gd name="connsiteY9" fmla="*/ 549906 h 670503"/>
                <a:gd name="connsiteX10" fmla="*/ 244520 w 524092"/>
                <a:gd name="connsiteY10" fmla="*/ 556192 h 670503"/>
                <a:gd name="connsiteX11" fmla="*/ 293019 w 524092"/>
                <a:gd name="connsiteY11" fmla="*/ 548975 h 670503"/>
                <a:gd name="connsiteX12" fmla="*/ 336778 w 524092"/>
                <a:gd name="connsiteY12" fmla="*/ 530117 h 670503"/>
                <a:gd name="connsiteX13" fmla="*/ 373308 w 524092"/>
                <a:gd name="connsiteY13" fmla="*/ 503809 h 670503"/>
                <a:gd name="connsiteX14" fmla="*/ 400279 w 524092"/>
                <a:gd name="connsiteY14" fmla="*/ 474164 h 670503"/>
                <a:gd name="connsiteX15" fmla="*/ 400279 w 524092"/>
                <a:gd name="connsiteY15" fmla="*/ 382047 h 670503"/>
                <a:gd name="connsiteX16" fmla="*/ 400201 w 524092"/>
                <a:gd name="connsiteY16" fmla="*/ 656690 h 670503"/>
                <a:gd name="connsiteX17" fmla="*/ 400201 w 524092"/>
                <a:gd name="connsiteY17" fmla="*/ 593287 h 670503"/>
                <a:gd name="connsiteX18" fmla="*/ 359474 w 524092"/>
                <a:gd name="connsiteY18" fmla="*/ 626502 h 670503"/>
                <a:gd name="connsiteX19" fmla="*/ 325897 w 524092"/>
                <a:gd name="connsiteY19" fmla="*/ 646291 h 670503"/>
                <a:gd name="connsiteX20" fmla="*/ 281905 w 524092"/>
                <a:gd name="connsiteY20" fmla="*/ 663054 h 670503"/>
                <a:gd name="connsiteX21" fmla="*/ 223534 w 524092"/>
                <a:gd name="connsiteY21" fmla="*/ 670504 h 670503"/>
                <a:gd name="connsiteX22" fmla="*/ 144722 w 524092"/>
                <a:gd name="connsiteY22" fmla="*/ 658863 h 670503"/>
                <a:gd name="connsiteX23" fmla="*/ 72827 w 524092"/>
                <a:gd name="connsiteY23" fmla="*/ 621225 h 670503"/>
                <a:gd name="connsiteX24" fmla="*/ 20364 w 524092"/>
                <a:gd name="connsiteY24" fmla="*/ 553942 h 670503"/>
                <a:gd name="connsiteX25" fmla="*/ 0 w 524092"/>
                <a:gd name="connsiteY25" fmla="*/ 453444 h 670503"/>
                <a:gd name="connsiteX26" fmla="*/ 19431 w 524092"/>
                <a:gd name="connsiteY26" fmla="*/ 360473 h 670503"/>
                <a:gd name="connsiteX27" fmla="*/ 73371 w 524092"/>
                <a:gd name="connsiteY27" fmla="*/ 295596 h 670503"/>
                <a:gd name="connsiteX28" fmla="*/ 154826 w 524092"/>
                <a:gd name="connsiteY28" fmla="*/ 257570 h 670503"/>
                <a:gd name="connsiteX29" fmla="*/ 256334 w 524092"/>
                <a:gd name="connsiteY29" fmla="*/ 245308 h 670503"/>
                <a:gd name="connsiteX30" fmla="*/ 341986 w 524092"/>
                <a:gd name="connsiteY30" fmla="*/ 252215 h 670503"/>
                <a:gd name="connsiteX31" fmla="*/ 400123 w 524092"/>
                <a:gd name="connsiteY31" fmla="*/ 269831 h 670503"/>
                <a:gd name="connsiteX32" fmla="*/ 400123 w 524092"/>
                <a:gd name="connsiteY32" fmla="*/ 221949 h 670503"/>
                <a:gd name="connsiteX33" fmla="*/ 368956 w 524092"/>
                <a:gd name="connsiteY33" fmla="*/ 141240 h 670503"/>
                <a:gd name="connsiteX34" fmla="*/ 278485 w 524092"/>
                <a:gd name="connsiteY34" fmla="*/ 113148 h 670503"/>
                <a:gd name="connsiteX35" fmla="*/ 188636 w 524092"/>
                <a:gd name="connsiteY35" fmla="*/ 122693 h 670503"/>
                <a:gd name="connsiteX36" fmla="*/ 110757 w 524092"/>
                <a:gd name="connsiteY36" fmla="*/ 153192 h 670503"/>
                <a:gd name="connsiteX37" fmla="*/ 61635 w 524092"/>
                <a:gd name="connsiteY37" fmla="*/ 58048 h 670503"/>
                <a:gd name="connsiteX38" fmla="*/ 160733 w 524092"/>
                <a:gd name="connsiteY38" fmla="*/ 14667 h 670503"/>
                <a:gd name="connsiteX39" fmla="*/ 282060 w 524092"/>
                <a:gd name="connsiteY39" fmla="*/ 0 h 670503"/>
                <a:gd name="connsiteX40" fmla="*/ 380614 w 524092"/>
                <a:gd name="connsiteY40" fmla="*/ 13193 h 670503"/>
                <a:gd name="connsiteX41" fmla="*/ 457017 w 524092"/>
                <a:gd name="connsiteY41" fmla="*/ 53314 h 670503"/>
                <a:gd name="connsiteX42" fmla="*/ 506450 w 524092"/>
                <a:gd name="connsiteY42" fmla="*/ 120908 h 670503"/>
                <a:gd name="connsiteX43" fmla="*/ 524093 w 524092"/>
                <a:gd name="connsiteY43" fmla="*/ 216051 h 670503"/>
                <a:gd name="connsiteX44" fmla="*/ 524093 w 524092"/>
                <a:gd name="connsiteY44" fmla="*/ 656923 h 670503"/>
                <a:gd name="connsiteX45" fmla="*/ 400123 w 524092"/>
                <a:gd name="connsiteY45" fmla="*/ 65692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24092" h="670503">
                  <a:moveTo>
                    <a:pt x="400201" y="382125"/>
                  </a:moveTo>
                  <a:cubicBezTo>
                    <a:pt x="388231" y="376538"/>
                    <a:pt x="377428" y="372269"/>
                    <a:pt x="367868" y="369243"/>
                  </a:cubicBezTo>
                  <a:cubicBezTo>
                    <a:pt x="358308" y="366216"/>
                    <a:pt x="348359" y="363655"/>
                    <a:pt x="337944" y="361482"/>
                  </a:cubicBezTo>
                  <a:cubicBezTo>
                    <a:pt x="327607" y="359309"/>
                    <a:pt x="315093" y="357524"/>
                    <a:pt x="300559" y="356128"/>
                  </a:cubicBezTo>
                  <a:cubicBezTo>
                    <a:pt x="285946" y="354731"/>
                    <a:pt x="270091" y="354032"/>
                    <a:pt x="252914" y="354032"/>
                  </a:cubicBezTo>
                  <a:cubicBezTo>
                    <a:pt x="212186" y="354032"/>
                    <a:pt x="179931" y="362646"/>
                    <a:pt x="156225" y="379719"/>
                  </a:cubicBezTo>
                  <a:cubicBezTo>
                    <a:pt x="132442" y="396870"/>
                    <a:pt x="120550" y="420229"/>
                    <a:pt x="120550" y="449719"/>
                  </a:cubicBezTo>
                  <a:cubicBezTo>
                    <a:pt x="120550" y="468809"/>
                    <a:pt x="123892" y="485106"/>
                    <a:pt x="130732" y="498454"/>
                  </a:cubicBezTo>
                  <a:cubicBezTo>
                    <a:pt x="137494" y="511802"/>
                    <a:pt x="146121" y="522667"/>
                    <a:pt x="156458" y="531048"/>
                  </a:cubicBezTo>
                  <a:cubicBezTo>
                    <a:pt x="166796" y="539430"/>
                    <a:pt x="179154" y="545716"/>
                    <a:pt x="193300" y="549906"/>
                  </a:cubicBezTo>
                  <a:cubicBezTo>
                    <a:pt x="207523" y="554097"/>
                    <a:pt x="224545" y="556192"/>
                    <a:pt x="244520" y="556192"/>
                  </a:cubicBezTo>
                  <a:cubicBezTo>
                    <a:pt x="261308" y="556192"/>
                    <a:pt x="277475" y="553787"/>
                    <a:pt x="293019" y="548975"/>
                  </a:cubicBezTo>
                  <a:cubicBezTo>
                    <a:pt x="308642" y="544164"/>
                    <a:pt x="323176" y="537955"/>
                    <a:pt x="336778" y="530117"/>
                  </a:cubicBezTo>
                  <a:cubicBezTo>
                    <a:pt x="350380" y="522357"/>
                    <a:pt x="362505" y="513587"/>
                    <a:pt x="373308" y="503809"/>
                  </a:cubicBezTo>
                  <a:cubicBezTo>
                    <a:pt x="384112" y="494031"/>
                    <a:pt x="393050" y="484175"/>
                    <a:pt x="400279" y="474164"/>
                  </a:cubicBezTo>
                  <a:lnTo>
                    <a:pt x="400279" y="382047"/>
                  </a:lnTo>
                  <a:close/>
                  <a:moveTo>
                    <a:pt x="400201" y="656690"/>
                  </a:moveTo>
                  <a:lnTo>
                    <a:pt x="400201" y="593287"/>
                  </a:lnTo>
                  <a:cubicBezTo>
                    <a:pt x="383801" y="608498"/>
                    <a:pt x="370277" y="619518"/>
                    <a:pt x="359474" y="626502"/>
                  </a:cubicBezTo>
                  <a:cubicBezTo>
                    <a:pt x="348670" y="633486"/>
                    <a:pt x="337555" y="640083"/>
                    <a:pt x="325897" y="646291"/>
                  </a:cubicBezTo>
                  <a:cubicBezTo>
                    <a:pt x="314316" y="652422"/>
                    <a:pt x="299626" y="658009"/>
                    <a:pt x="281905" y="663054"/>
                  </a:cubicBezTo>
                  <a:cubicBezTo>
                    <a:pt x="264106" y="668021"/>
                    <a:pt x="244675" y="670504"/>
                    <a:pt x="223534" y="670504"/>
                  </a:cubicBezTo>
                  <a:cubicBezTo>
                    <a:pt x="197574" y="670504"/>
                    <a:pt x="171304" y="666624"/>
                    <a:pt x="144722" y="658863"/>
                  </a:cubicBezTo>
                  <a:cubicBezTo>
                    <a:pt x="118140" y="651103"/>
                    <a:pt x="94201" y="638531"/>
                    <a:pt x="72827" y="621225"/>
                  </a:cubicBezTo>
                  <a:cubicBezTo>
                    <a:pt x="51453" y="603842"/>
                    <a:pt x="33965" y="581414"/>
                    <a:pt x="20364" y="553942"/>
                  </a:cubicBezTo>
                  <a:cubicBezTo>
                    <a:pt x="6762" y="526470"/>
                    <a:pt x="0" y="492945"/>
                    <a:pt x="0" y="453444"/>
                  </a:cubicBezTo>
                  <a:cubicBezTo>
                    <a:pt x="0" y="417591"/>
                    <a:pt x="6451" y="386549"/>
                    <a:pt x="19431" y="360473"/>
                  </a:cubicBezTo>
                  <a:cubicBezTo>
                    <a:pt x="32411" y="334321"/>
                    <a:pt x="50365" y="312747"/>
                    <a:pt x="73371" y="295596"/>
                  </a:cubicBezTo>
                  <a:cubicBezTo>
                    <a:pt x="96378" y="278445"/>
                    <a:pt x="123503" y="265796"/>
                    <a:pt x="154826" y="257570"/>
                  </a:cubicBezTo>
                  <a:cubicBezTo>
                    <a:pt x="186149" y="249421"/>
                    <a:pt x="220037" y="245308"/>
                    <a:pt x="256334" y="245308"/>
                  </a:cubicBezTo>
                  <a:cubicBezTo>
                    <a:pt x="290299" y="245308"/>
                    <a:pt x="318824" y="247636"/>
                    <a:pt x="341986" y="252215"/>
                  </a:cubicBezTo>
                  <a:cubicBezTo>
                    <a:pt x="365147" y="256794"/>
                    <a:pt x="384501" y="262692"/>
                    <a:pt x="400123" y="269831"/>
                  </a:cubicBezTo>
                  <a:lnTo>
                    <a:pt x="400123" y="221949"/>
                  </a:lnTo>
                  <a:cubicBezTo>
                    <a:pt x="400123" y="186872"/>
                    <a:pt x="389786" y="159943"/>
                    <a:pt x="368956" y="141240"/>
                  </a:cubicBezTo>
                  <a:cubicBezTo>
                    <a:pt x="348203" y="122538"/>
                    <a:pt x="317969" y="113148"/>
                    <a:pt x="278485" y="113148"/>
                  </a:cubicBezTo>
                  <a:cubicBezTo>
                    <a:pt x="245297" y="113148"/>
                    <a:pt x="215373" y="116329"/>
                    <a:pt x="188636" y="122693"/>
                  </a:cubicBezTo>
                  <a:cubicBezTo>
                    <a:pt x="161899" y="129057"/>
                    <a:pt x="135939" y="139223"/>
                    <a:pt x="110757" y="153192"/>
                  </a:cubicBezTo>
                  <a:lnTo>
                    <a:pt x="61635" y="58048"/>
                  </a:lnTo>
                  <a:cubicBezTo>
                    <a:pt x="92414" y="38880"/>
                    <a:pt x="125446" y="24445"/>
                    <a:pt x="160733" y="14667"/>
                  </a:cubicBezTo>
                  <a:cubicBezTo>
                    <a:pt x="196098" y="4889"/>
                    <a:pt x="236514" y="0"/>
                    <a:pt x="282060" y="0"/>
                  </a:cubicBezTo>
                  <a:cubicBezTo>
                    <a:pt x="317969" y="0"/>
                    <a:pt x="350846" y="4423"/>
                    <a:pt x="380614" y="13193"/>
                  </a:cubicBezTo>
                  <a:cubicBezTo>
                    <a:pt x="410383" y="21962"/>
                    <a:pt x="435798" y="35310"/>
                    <a:pt x="457017" y="53314"/>
                  </a:cubicBezTo>
                  <a:cubicBezTo>
                    <a:pt x="478158" y="71241"/>
                    <a:pt x="494635" y="93746"/>
                    <a:pt x="506450" y="120908"/>
                  </a:cubicBezTo>
                  <a:cubicBezTo>
                    <a:pt x="518264" y="148070"/>
                    <a:pt x="524093" y="179732"/>
                    <a:pt x="524093" y="216051"/>
                  </a:cubicBezTo>
                  <a:lnTo>
                    <a:pt x="524093" y="656923"/>
                  </a:lnTo>
                  <a:lnTo>
                    <a:pt x="400123" y="656923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5A55E8A3-4FD5-240A-B89C-83EF148089F7}"/>
                </a:ext>
              </a:extLst>
            </p:cNvPr>
            <p:cNvSpPr/>
            <p:nvPr/>
          </p:nvSpPr>
          <p:spPr bwMode="invGray">
            <a:xfrm>
              <a:off x="5089745" y="3191596"/>
              <a:ext cx="382790" cy="656767"/>
            </a:xfrm>
            <a:custGeom>
              <a:avLst/>
              <a:gdLst>
                <a:gd name="connsiteX0" fmla="*/ 349369 w 382790"/>
                <a:gd name="connsiteY0" fmla="*/ 147216 h 656767"/>
                <a:gd name="connsiteX1" fmla="*/ 306543 w 382790"/>
                <a:gd name="connsiteY1" fmla="*/ 129833 h 656767"/>
                <a:gd name="connsiteX2" fmla="*/ 252914 w 382790"/>
                <a:gd name="connsiteY2" fmla="*/ 123857 h 656767"/>
                <a:gd name="connsiteX3" fmla="*/ 159412 w 382790"/>
                <a:gd name="connsiteY3" fmla="*/ 165375 h 656767"/>
                <a:gd name="connsiteX4" fmla="*/ 126457 w 382790"/>
                <a:gd name="connsiteY4" fmla="*/ 289465 h 656767"/>
                <a:gd name="connsiteX5" fmla="*/ 126457 w 382790"/>
                <a:gd name="connsiteY5" fmla="*/ 656768 h 656767"/>
                <a:gd name="connsiteX6" fmla="*/ 0 w 382790"/>
                <a:gd name="connsiteY6" fmla="*/ 656768 h 656767"/>
                <a:gd name="connsiteX7" fmla="*/ 0 w 382790"/>
                <a:gd name="connsiteY7" fmla="*/ 13736 h 656767"/>
                <a:gd name="connsiteX8" fmla="*/ 126457 w 382790"/>
                <a:gd name="connsiteY8" fmla="*/ 13736 h 656767"/>
                <a:gd name="connsiteX9" fmla="*/ 126457 w 382790"/>
                <a:gd name="connsiteY9" fmla="*/ 74733 h 656767"/>
                <a:gd name="connsiteX10" fmla="*/ 152805 w 382790"/>
                <a:gd name="connsiteY10" fmla="*/ 45088 h 656767"/>
                <a:gd name="connsiteX11" fmla="*/ 187237 w 382790"/>
                <a:gd name="connsiteY11" fmla="*/ 21497 h 656767"/>
                <a:gd name="connsiteX12" fmla="*/ 227654 w 382790"/>
                <a:gd name="connsiteY12" fmla="*/ 5665 h 656767"/>
                <a:gd name="connsiteX13" fmla="*/ 273200 w 382790"/>
                <a:gd name="connsiteY13" fmla="*/ 0 h 656767"/>
                <a:gd name="connsiteX14" fmla="*/ 337866 w 382790"/>
                <a:gd name="connsiteY14" fmla="*/ 7217 h 656767"/>
                <a:gd name="connsiteX15" fmla="*/ 382791 w 382790"/>
                <a:gd name="connsiteY15" fmla="*/ 26929 h 656767"/>
                <a:gd name="connsiteX16" fmla="*/ 349214 w 382790"/>
                <a:gd name="connsiteY16" fmla="*/ 147138 h 65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2790" h="656767">
                  <a:moveTo>
                    <a:pt x="349369" y="147216"/>
                  </a:moveTo>
                  <a:cubicBezTo>
                    <a:pt x="335768" y="139611"/>
                    <a:pt x="321467" y="133868"/>
                    <a:pt x="306543" y="129833"/>
                  </a:cubicBezTo>
                  <a:cubicBezTo>
                    <a:pt x="291543" y="125875"/>
                    <a:pt x="273666" y="123857"/>
                    <a:pt x="252914" y="123857"/>
                  </a:cubicBezTo>
                  <a:cubicBezTo>
                    <a:pt x="212575" y="123857"/>
                    <a:pt x="181408" y="137671"/>
                    <a:pt x="159412" y="165375"/>
                  </a:cubicBezTo>
                  <a:cubicBezTo>
                    <a:pt x="137416" y="193158"/>
                    <a:pt x="126457" y="234443"/>
                    <a:pt x="126457" y="289465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3608" y="63946"/>
                    <a:pt x="142390" y="54090"/>
                    <a:pt x="152805" y="45088"/>
                  </a:cubicBezTo>
                  <a:cubicBezTo>
                    <a:pt x="163220" y="36164"/>
                    <a:pt x="174646" y="28248"/>
                    <a:pt x="187237" y="21497"/>
                  </a:cubicBezTo>
                  <a:cubicBezTo>
                    <a:pt x="199828" y="14745"/>
                    <a:pt x="213275" y="9468"/>
                    <a:pt x="227654" y="5665"/>
                  </a:cubicBezTo>
                  <a:cubicBezTo>
                    <a:pt x="242032" y="1863"/>
                    <a:pt x="257189" y="0"/>
                    <a:pt x="273200" y="0"/>
                  </a:cubicBezTo>
                  <a:cubicBezTo>
                    <a:pt x="299160" y="0"/>
                    <a:pt x="320689" y="2406"/>
                    <a:pt x="337866" y="7217"/>
                  </a:cubicBezTo>
                  <a:cubicBezTo>
                    <a:pt x="355043" y="12029"/>
                    <a:pt x="370044" y="18547"/>
                    <a:pt x="382791" y="26929"/>
                  </a:cubicBezTo>
                  <a:lnTo>
                    <a:pt x="349214" y="147138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A051E38-1537-0603-2001-E77E2A6F6480}"/>
                </a:ext>
              </a:extLst>
            </p:cNvPr>
            <p:cNvSpPr/>
            <p:nvPr/>
          </p:nvSpPr>
          <p:spPr bwMode="invGray">
            <a:xfrm>
              <a:off x="5546296" y="2955446"/>
              <a:ext cx="375018" cy="906809"/>
            </a:xfrm>
            <a:custGeom>
              <a:avLst/>
              <a:gdLst>
                <a:gd name="connsiteX0" fmla="*/ 360639 w 375018"/>
                <a:gd name="connsiteY0" fmla="*/ 876854 h 906809"/>
                <a:gd name="connsiteX1" fmla="*/ 305844 w 375018"/>
                <a:gd name="connsiteY1" fmla="*/ 898428 h 906809"/>
                <a:gd name="connsiteX2" fmla="*/ 236669 w 375018"/>
                <a:gd name="connsiteY2" fmla="*/ 906810 h 906809"/>
                <a:gd name="connsiteX3" fmla="*/ 178843 w 375018"/>
                <a:gd name="connsiteY3" fmla="*/ 897575 h 906809"/>
                <a:gd name="connsiteX4" fmla="*/ 133608 w 375018"/>
                <a:gd name="connsiteY4" fmla="*/ 868240 h 906809"/>
                <a:gd name="connsiteX5" fmla="*/ 102440 w 375018"/>
                <a:gd name="connsiteY5" fmla="*/ 815625 h 906809"/>
                <a:gd name="connsiteX6" fmla="*/ 91636 w 375018"/>
                <a:gd name="connsiteY6" fmla="*/ 736390 h 906809"/>
                <a:gd name="connsiteX7" fmla="*/ 91636 w 375018"/>
                <a:gd name="connsiteY7" fmla="*/ 364897 h 906809"/>
                <a:gd name="connsiteX8" fmla="*/ 0 w 375018"/>
                <a:gd name="connsiteY8" fmla="*/ 364897 h 906809"/>
                <a:gd name="connsiteX9" fmla="*/ 0 w 375018"/>
                <a:gd name="connsiteY9" fmla="*/ 250042 h 906809"/>
                <a:gd name="connsiteX10" fmla="*/ 91636 w 375018"/>
                <a:gd name="connsiteY10" fmla="*/ 250042 h 906809"/>
                <a:gd name="connsiteX11" fmla="*/ 91636 w 375018"/>
                <a:gd name="connsiteY11" fmla="*/ 66430 h 906809"/>
                <a:gd name="connsiteX12" fmla="*/ 215606 w 375018"/>
                <a:gd name="connsiteY12" fmla="*/ 0 h 906809"/>
                <a:gd name="connsiteX13" fmla="*/ 215606 w 375018"/>
                <a:gd name="connsiteY13" fmla="*/ 250042 h 906809"/>
                <a:gd name="connsiteX14" fmla="*/ 375018 w 375018"/>
                <a:gd name="connsiteY14" fmla="*/ 250042 h 906809"/>
                <a:gd name="connsiteX15" fmla="*/ 375018 w 375018"/>
                <a:gd name="connsiteY15" fmla="*/ 364897 h 906809"/>
                <a:gd name="connsiteX16" fmla="*/ 215606 w 375018"/>
                <a:gd name="connsiteY16" fmla="*/ 364897 h 906809"/>
                <a:gd name="connsiteX17" fmla="*/ 215606 w 375018"/>
                <a:gd name="connsiteY17" fmla="*/ 714195 h 906809"/>
                <a:gd name="connsiteX18" fmla="*/ 219493 w 375018"/>
                <a:gd name="connsiteY18" fmla="*/ 751601 h 906809"/>
                <a:gd name="connsiteX19" fmla="*/ 231462 w 375018"/>
                <a:gd name="connsiteY19" fmla="*/ 775192 h 906809"/>
                <a:gd name="connsiteX20" fmla="*/ 252137 w 375018"/>
                <a:gd name="connsiteY20" fmla="*/ 787764 h 906809"/>
                <a:gd name="connsiteX21" fmla="*/ 282060 w 375018"/>
                <a:gd name="connsiteY21" fmla="*/ 791412 h 906809"/>
                <a:gd name="connsiteX22" fmla="*/ 332115 w 375018"/>
                <a:gd name="connsiteY22" fmla="*/ 783651 h 906809"/>
                <a:gd name="connsiteX23" fmla="*/ 374941 w 375018"/>
                <a:gd name="connsiteY23" fmla="*/ 765725 h 906809"/>
                <a:gd name="connsiteX24" fmla="*/ 360561 w 375018"/>
                <a:gd name="connsiteY24" fmla="*/ 877010 h 90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5018" h="906809">
                  <a:moveTo>
                    <a:pt x="360639" y="876854"/>
                  </a:moveTo>
                  <a:cubicBezTo>
                    <a:pt x="345094" y="885624"/>
                    <a:pt x="326752" y="892841"/>
                    <a:pt x="305844" y="898428"/>
                  </a:cubicBezTo>
                  <a:cubicBezTo>
                    <a:pt x="284858" y="904016"/>
                    <a:pt x="261774" y="906810"/>
                    <a:pt x="236669" y="906810"/>
                  </a:cubicBezTo>
                  <a:cubicBezTo>
                    <a:pt x="214674" y="906810"/>
                    <a:pt x="195398" y="903706"/>
                    <a:pt x="178843" y="897575"/>
                  </a:cubicBezTo>
                  <a:cubicBezTo>
                    <a:pt x="162288" y="891366"/>
                    <a:pt x="147209" y="881588"/>
                    <a:pt x="133608" y="868240"/>
                  </a:cubicBezTo>
                  <a:cubicBezTo>
                    <a:pt x="120006" y="854892"/>
                    <a:pt x="109668" y="837354"/>
                    <a:pt x="102440" y="815625"/>
                  </a:cubicBezTo>
                  <a:cubicBezTo>
                    <a:pt x="95212" y="793895"/>
                    <a:pt x="91636" y="767432"/>
                    <a:pt x="91636" y="736390"/>
                  </a:cubicBezTo>
                  <a:lnTo>
                    <a:pt x="91636" y="364897"/>
                  </a:lnTo>
                  <a:lnTo>
                    <a:pt x="0" y="364897"/>
                  </a:lnTo>
                  <a:lnTo>
                    <a:pt x="0" y="250042"/>
                  </a:lnTo>
                  <a:lnTo>
                    <a:pt x="91636" y="250042"/>
                  </a:lnTo>
                  <a:lnTo>
                    <a:pt x="91636" y="66430"/>
                  </a:lnTo>
                  <a:lnTo>
                    <a:pt x="215606" y="0"/>
                  </a:lnTo>
                  <a:lnTo>
                    <a:pt x="215606" y="250042"/>
                  </a:lnTo>
                  <a:lnTo>
                    <a:pt x="375018" y="250042"/>
                  </a:lnTo>
                  <a:lnTo>
                    <a:pt x="375018" y="364897"/>
                  </a:lnTo>
                  <a:lnTo>
                    <a:pt x="215606" y="364897"/>
                  </a:lnTo>
                  <a:lnTo>
                    <a:pt x="215606" y="714195"/>
                  </a:lnTo>
                  <a:cubicBezTo>
                    <a:pt x="215606" y="729328"/>
                    <a:pt x="216927" y="741822"/>
                    <a:pt x="219493" y="751601"/>
                  </a:cubicBezTo>
                  <a:cubicBezTo>
                    <a:pt x="222058" y="761379"/>
                    <a:pt x="226099" y="769217"/>
                    <a:pt x="231462" y="775192"/>
                  </a:cubicBezTo>
                  <a:cubicBezTo>
                    <a:pt x="236825" y="781168"/>
                    <a:pt x="243742" y="785359"/>
                    <a:pt x="252137" y="787764"/>
                  </a:cubicBezTo>
                  <a:cubicBezTo>
                    <a:pt x="260531" y="790170"/>
                    <a:pt x="270479" y="791412"/>
                    <a:pt x="282060" y="791412"/>
                  </a:cubicBezTo>
                  <a:cubicBezTo>
                    <a:pt x="298460" y="791412"/>
                    <a:pt x="315093" y="788851"/>
                    <a:pt x="332115" y="783651"/>
                  </a:cubicBezTo>
                  <a:cubicBezTo>
                    <a:pt x="349058" y="778452"/>
                    <a:pt x="363360" y="772476"/>
                    <a:pt x="374941" y="765725"/>
                  </a:cubicBezTo>
                  <a:lnTo>
                    <a:pt x="360561" y="877010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2A9C37B-465A-CE23-90B9-4455572F3669}"/>
                </a:ext>
              </a:extLst>
            </p:cNvPr>
            <p:cNvSpPr/>
            <p:nvPr/>
          </p:nvSpPr>
          <p:spPr bwMode="invGray">
            <a:xfrm>
              <a:off x="6038988" y="2955368"/>
              <a:ext cx="517642" cy="893073"/>
            </a:xfrm>
            <a:custGeom>
              <a:avLst/>
              <a:gdLst>
                <a:gd name="connsiteX0" fmla="*/ 391185 w 517642"/>
                <a:gd name="connsiteY0" fmla="*/ 893074 h 893073"/>
                <a:gd name="connsiteX1" fmla="*/ 391185 w 517642"/>
                <a:gd name="connsiteY1" fmla="*/ 529419 h 893073"/>
                <a:gd name="connsiteX2" fmla="*/ 359396 w 517642"/>
                <a:gd name="connsiteY2" fmla="*/ 396637 h 893073"/>
                <a:gd name="connsiteX3" fmla="*/ 258744 w 517642"/>
                <a:gd name="connsiteY3" fmla="*/ 352946 h 893073"/>
                <a:gd name="connsiteX4" fmla="*/ 204492 w 517642"/>
                <a:gd name="connsiteY4" fmla="*/ 362491 h 893073"/>
                <a:gd name="connsiteX5" fmla="*/ 161977 w 517642"/>
                <a:gd name="connsiteY5" fmla="*/ 394154 h 893073"/>
                <a:gd name="connsiteX6" fmla="*/ 135318 w 517642"/>
                <a:gd name="connsiteY6" fmla="*/ 446227 h 893073"/>
                <a:gd name="connsiteX7" fmla="*/ 126379 w 517642"/>
                <a:gd name="connsiteY7" fmla="*/ 516847 h 893073"/>
                <a:gd name="connsiteX8" fmla="*/ 126379 w 517642"/>
                <a:gd name="connsiteY8" fmla="*/ 893074 h 893073"/>
                <a:gd name="connsiteX9" fmla="*/ 0 w 517642"/>
                <a:gd name="connsiteY9" fmla="*/ 893074 h 893073"/>
                <a:gd name="connsiteX10" fmla="*/ 0 w 517642"/>
                <a:gd name="connsiteY10" fmla="*/ 66430 h 893073"/>
                <a:gd name="connsiteX11" fmla="*/ 126379 w 517642"/>
                <a:gd name="connsiteY11" fmla="*/ 0 h 893073"/>
                <a:gd name="connsiteX12" fmla="*/ 126379 w 517642"/>
                <a:gd name="connsiteY12" fmla="*/ 311039 h 893073"/>
                <a:gd name="connsiteX13" fmla="*/ 155759 w 517642"/>
                <a:gd name="connsiteY13" fmla="*/ 279687 h 893073"/>
                <a:gd name="connsiteX14" fmla="*/ 194155 w 517642"/>
                <a:gd name="connsiteY14" fmla="*/ 256095 h 893073"/>
                <a:gd name="connsiteX15" fmla="*/ 239079 w 517642"/>
                <a:gd name="connsiteY15" fmla="*/ 241428 h 893073"/>
                <a:gd name="connsiteX16" fmla="*/ 288201 w 517642"/>
                <a:gd name="connsiteY16" fmla="*/ 236306 h 893073"/>
                <a:gd name="connsiteX17" fmla="*/ 388853 w 517642"/>
                <a:gd name="connsiteY17" fmla="*/ 254854 h 893073"/>
                <a:gd name="connsiteX18" fmla="*/ 460437 w 517642"/>
                <a:gd name="connsiteY18" fmla="*/ 309565 h 893073"/>
                <a:gd name="connsiteX19" fmla="*/ 503574 w 517642"/>
                <a:gd name="connsiteY19" fmla="*/ 401682 h 893073"/>
                <a:gd name="connsiteX20" fmla="*/ 517642 w 517642"/>
                <a:gd name="connsiteY20" fmla="*/ 524607 h 893073"/>
                <a:gd name="connsiteX21" fmla="*/ 517642 w 517642"/>
                <a:gd name="connsiteY21" fmla="*/ 893074 h 893073"/>
                <a:gd name="connsiteX22" fmla="*/ 391263 w 517642"/>
                <a:gd name="connsiteY22" fmla="*/ 893074 h 893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2" h="893073">
                  <a:moveTo>
                    <a:pt x="391185" y="893074"/>
                  </a:moveTo>
                  <a:lnTo>
                    <a:pt x="391185" y="529419"/>
                  </a:lnTo>
                  <a:cubicBezTo>
                    <a:pt x="391185" y="469974"/>
                    <a:pt x="380615" y="425739"/>
                    <a:pt x="359396" y="396637"/>
                  </a:cubicBezTo>
                  <a:cubicBezTo>
                    <a:pt x="338255" y="367535"/>
                    <a:pt x="304678" y="352946"/>
                    <a:pt x="258744" y="352946"/>
                  </a:cubicBezTo>
                  <a:cubicBezTo>
                    <a:pt x="239157" y="352946"/>
                    <a:pt x="221125" y="356128"/>
                    <a:pt x="204492" y="362491"/>
                  </a:cubicBezTo>
                  <a:cubicBezTo>
                    <a:pt x="187937" y="368855"/>
                    <a:pt x="173713" y="379409"/>
                    <a:pt x="161977" y="394154"/>
                  </a:cubicBezTo>
                  <a:cubicBezTo>
                    <a:pt x="150163" y="408899"/>
                    <a:pt x="141303" y="426282"/>
                    <a:pt x="135318" y="446227"/>
                  </a:cubicBezTo>
                  <a:cubicBezTo>
                    <a:pt x="129333" y="466171"/>
                    <a:pt x="126379" y="489685"/>
                    <a:pt x="126379" y="516847"/>
                  </a:cubicBezTo>
                  <a:lnTo>
                    <a:pt x="126379" y="893074"/>
                  </a:lnTo>
                  <a:lnTo>
                    <a:pt x="0" y="893074"/>
                  </a:lnTo>
                  <a:lnTo>
                    <a:pt x="0" y="66430"/>
                  </a:lnTo>
                  <a:lnTo>
                    <a:pt x="126379" y="0"/>
                  </a:lnTo>
                  <a:lnTo>
                    <a:pt x="126379" y="311039"/>
                  </a:lnTo>
                  <a:cubicBezTo>
                    <a:pt x="134385" y="299476"/>
                    <a:pt x="144178" y="289000"/>
                    <a:pt x="155759" y="279687"/>
                  </a:cubicBezTo>
                  <a:cubicBezTo>
                    <a:pt x="167340" y="270297"/>
                    <a:pt x="180087" y="262459"/>
                    <a:pt x="194155" y="256095"/>
                  </a:cubicBezTo>
                  <a:cubicBezTo>
                    <a:pt x="208067" y="249732"/>
                    <a:pt x="223068" y="244843"/>
                    <a:pt x="239079" y="241428"/>
                  </a:cubicBezTo>
                  <a:cubicBezTo>
                    <a:pt x="255012" y="238013"/>
                    <a:pt x="271413" y="236306"/>
                    <a:pt x="288201" y="236306"/>
                  </a:cubicBezTo>
                  <a:cubicBezTo>
                    <a:pt x="326907" y="236306"/>
                    <a:pt x="360484" y="242514"/>
                    <a:pt x="388853" y="254854"/>
                  </a:cubicBezTo>
                  <a:cubicBezTo>
                    <a:pt x="417223" y="267193"/>
                    <a:pt x="441084" y="285430"/>
                    <a:pt x="460437" y="309565"/>
                  </a:cubicBezTo>
                  <a:cubicBezTo>
                    <a:pt x="479791" y="333700"/>
                    <a:pt x="494169" y="364431"/>
                    <a:pt x="503574" y="401682"/>
                  </a:cubicBezTo>
                  <a:cubicBezTo>
                    <a:pt x="512978" y="439009"/>
                    <a:pt x="517642" y="479985"/>
                    <a:pt x="517642" y="524607"/>
                  </a:cubicBezTo>
                  <a:lnTo>
                    <a:pt x="517642" y="893074"/>
                  </a:lnTo>
                  <a:lnTo>
                    <a:pt x="391263" y="893074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9826595-2F55-BF4D-D1F6-953AF2A03F3C}"/>
                </a:ext>
              </a:extLst>
            </p:cNvPr>
            <p:cNvSpPr/>
            <p:nvPr/>
          </p:nvSpPr>
          <p:spPr bwMode="invGray">
            <a:xfrm>
              <a:off x="6650598" y="3191674"/>
              <a:ext cx="553550" cy="670581"/>
            </a:xfrm>
            <a:custGeom>
              <a:avLst/>
              <a:gdLst>
                <a:gd name="connsiteX0" fmla="*/ 425850 w 553550"/>
                <a:gd name="connsiteY0" fmla="*/ 275729 h 670581"/>
                <a:gd name="connsiteX1" fmla="*/ 414192 w 553550"/>
                <a:gd name="connsiteY1" fmla="*/ 213568 h 670581"/>
                <a:gd name="connsiteX2" fmla="*/ 386600 w 553550"/>
                <a:gd name="connsiteY2" fmla="*/ 162116 h 670581"/>
                <a:gd name="connsiteX3" fmla="*/ 340509 w 553550"/>
                <a:gd name="connsiteY3" fmla="*/ 127116 h 670581"/>
                <a:gd name="connsiteX4" fmla="*/ 273666 w 553550"/>
                <a:gd name="connsiteY4" fmla="*/ 114234 h 670581"/>
                <a:gd name="connsiteX5" fmla="*/ 214907 w 553550"/>
                <a:gd name="connsiteY5" fmla="*/ 125331 h 670581"/>
                <a:gd name="connsiteX6" fmla="*/ 171770 w 553550"/>
                <a:gd name="connsiteY6" fmla="*/ 156761 h 670581"/>
                <a:gd name="connsiteX7" fmla="*/ 142080 w 553550"/>
                <a:gd name="connsiteY7" fmla="*/ 206739 h 670581"/>
                <a:gd name="connsiteX8" fmla="*/ 126224 w 553550"/>
                <a:gd name="connsiteY8" fmla="*/ 275807 h 670581"/>
                <a:gd name="connsiteX9" fmla="*/ 425772 w 553550"/>
                <a:gd name="connsiteY9" fmla="*/ 275807 h 670581"/>
                <a:gd name="connsiteX10" fmla="*/ 553473 w 553550"/>
                <a:gd name="connsiteY10" fmla="*/ 322447 h 670581"/>
                <a:gd name="connsiteX11" fmla="*/ 552229 w 553550"/>
                <a:gd name="connsiteY11" fmla="*/ 354731 h 670581"/>
                <a:gd name="connsiteX12" fmla="*/ 549820 w 553550"/>
                <a:gd name="connsiteY12" fmla="*/ 379797 h 670581"/>
                <a:gd name="connsiteX13" fmla="*/ 123892 w 553550"/>
                <a:gd name="connsiteY13" fmla="*/ 379797 h 670581"/>
                <a:gd name="connsiteX14" fmla="*/ 144256 w 553550"/>
                <a:gd name="connsiteY14" fmla="*/ 459652 h 670581"/>
                <a:gd name="connsiteX15" fmla="*/ 180786 w 553550"/>
                <a:gd name="connsiteY15" fmla="*/ 514363 h 670581"/>
                <a:gd name="connsiteX16" fmla="*/ 229675 w 553550"/>
                <a:gd name="connsiteY16" fmla="*/ 546104 h 670581"/>
                <a:gd name="connsiteX17" fmla="*/ 286258 w 553550"/>
                <a:gd name="connsiteY17" fmla="*/ 556270 h 670581"/>
                <a:gd name="connsiteX18" fmla="*/ 325819 w 553550"/>
                <a:gd name="connsiteY18" fmla="*/ 552700 h 670581"/>
                <a:gd name="connsiteX19" fmla="*/ 361494 w 553550"/>
                <a:gd name="connsiteY19" fmla="*/ 541913 h 670581"/>
                <a:gd name="connsiteX20" fmla="*/ 391807 w 553550"/>
                <a:gd name="connsiteY20" fmla="*/ 527246 h 670581"/>
                <a:gd name="connsiteX21" fmla="*/ 425928 w 553550"/>
                <a:gd name="connsiteY21" fmla="*/ 504818 h 670581"/>
                <a:gd name="connsiteX22" fmla="*/ 500853 w 553550"/>
                <a:gd name="connsiteY22" fmla="*/ 585604 h 670581"/>
                <a:gd name="connsiteX23" fmla="*/ 454997 w 553550"/>
                <a:gd name="connsiteY23" fmla="*/ 622389 h 670581"/>
                <a:gd name="connsiteX24" fmla="*/ 407662 w 553550"/>
                <a:gd name="connsiteY24" fmla="*/ 647533 h 670581"/>
                <a:gd name="connsiteX25" fmla="*/ 349836 w 553550"/>
                <a:gd name="connsiteY25" fmla="*/ 664606 h 670581"/>
                <a:gd name="connsiteX26" fmla="*/ 278563 w 553550"/>
                <a:gd name="connsiteY26" fmla="*/ 670581 h 670581"/>
                <a:gd name="connsiteX27" fmla="*/ 200062 w 553550"/>
                <a:gd name="connsiteY27" fmla="*/ 658941 h 670581"/>
                <a:gd name="connsiteX28" fmla="*/ 135396 w 553550"/>
                <a:gd name="connsiteY28" fmla="*/ 628442 h 670581"/>
                <a:gd name="connsiteX29" fmla="*/ 84797 w 553550"/>
                <a:gd name="connsiteY29" fmla="*/ 585372 h 670581"/>
                <a:gd name="connsiteX30" fmla="*/ 41971 w 553550"/>
                <a:gd name="connsiteY30" fmla="*/ 523133 h 670581"/>
                <a:gd name="connsiteX31" fmla="*/ 10804 w 553550"/>
                <a:gd name="connsiteY31" fmla="*/ 438233 h 670581"/>
                <a:gd name="connsiteX32" fmla="*/ 0 w 553550"/>
                <a:gd name="connsiteY32" fmla="*/ 335640 h 670581"/>
                <a:gd name="connsiteX33" fmla="*/ 20675 w 553550"/>
                <a:gd name="connsiteY33" fmla="*/ 191450 h 670581"/>
                <a:gd name="connsiteX34" fmla="*/ 78502 w 553550"/>
                <a:gd name="connsiteY34" fmla="*/ 86141 h 670581"/>
                <a:gd name="connsiteX35" fmla="*/ 167729 w 553550"/>
                <a:gd name="connsiteY35" fmla="*/ 21884 h 670581"/>
                <a:gd name="connsiteX36" fmla="*/ 282139 w 553550"/>
                <a:gd name="connsiteY36" fmla="*/ 0 h 670581"/>
                <a:gd name="connsiteX37" fmla="*/ 401989 w 553550"/>
                <a:gd name="connsiteY37" fmla="*/ 26075 h 670581"/>
                <a:gd name="connsiteX38" fmla="*/ 486475 w 553550"/>
                <a:gd name="connsiteY38" fmla="*/ 96074 h 670581"/>
                <a:gd name="connsiteX39" fmla="*/ 536762 w 553550"/>
                <a:gd name="connsiteY39" fmla="*/ 198668 h 670581"/>
                <a:gd name="connsiteX40" fmla="*/ 553551 w 553550"/>
                <a:gd name="connsiteY40" fmla="*/ 322447 h 67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53550" h="670581">
                  <a:moveTo>
                    <a:pt x="425850" y="275729"/>
                  </a:moveTo>
                  <a:cubicBezTo>
                    <a:pt x="424218" y="253767"/>
                    <a:pt x="420332" y="233047"/>
                    <a:pt x="414192" y="213568"/>
                  </a:cubicBezTo>
                  <a:cubicBezTo>
                    <a:pt x="407974" y="194012"/>
                    <a:pt x="398802" y="176861"/>
                    <a:pt x="386600" y="162116"/>
                  </a:cubicBezTo>
                  <a:cubicBezTo>
                    <a:pt x="374397" y="147371"/>
                    <a:pt x="359085" y="135730"/>
                    <a:pt x="340509" y="127116"/>
                  </a:cubicBezTo>
                  <a:cubicBezTo>
                    <a:pt x="321933" y="118580"/>
                    <a:pt x="299626" y="114234"/>
                    <a:pt x="273666" y="114234"/>
                  </a:cubicBezTo>
                  <a:cubicBezTo>
                    <a:pt x="251282" y="114234"/>
                    <a:pt x="231773" y="117959"/>
                    <a:pt x="214907" y="125331"/>
                  </a:cubicBezTo>
                  <a:cubicBezTo>
                    <a:pt x="198196" y="132704"/>
                    <a:pt x="183740" y="143180"/>
                    <a:pt x="171770" y="156761"/>
                  </a:cubicBezTo>
                  <a:cubicBezTo>
                    <a:pt x="159801" y="170342"/>
                    <a:pt x="149930" y="187027"/>
                    <a:pt x="142080" y="206739"/>
                  </a:cubicBezTo>
                  <a:cubicBezTo>
                    <a:pt x="134307" y="226528"/>
                    <a:pt x="129022" y="249499"/>
                    <a:pt x="126224" y="275807"/>
                  </a:cubicBezTo>
                  <a:lnTo>
                    <a:pt x="425772" y="275807"/>
                  </a:lnTo>
                  <a:close/>
                  <a:moveTo>
                    <a:pt x="553473" y="322447"/>
                  </a:moveTo>
                  <a:cubicBezTo>
                    <a:pt x="553473" y="334010"/>
                    <a:pt x="553084" y="344797"/>
                    <a:pt x="552229" y="354731"/>
                  </a:cubicBezTo>
                  <a:cubicBezTo>
                    <a:pt x="551452" y="364742"/>
                    <a:pt x="550597" y="373045"/>
                    <a:pt x="549820" y="379797"/>
                  </a:cubicBezTo>
                  <a:lnTo>
                    <a:pt x="123892" y="379797"/>
                  </a:lnTo>
                  <a:cubicBezTo>
                    <a:pt x="127468" y="410916"/>
                    <a:pt x="134307" y="437535"/>
                    <a:pt x="144256" y="459652"/>
                  </a:cubicBezTo>
                  <a:cubicBezTo>
                    <a:pt x="154205" y="481769"/>
                    <a:pt x="166407" y="500006"/>
                    <a:pt x="180786" y="514363"/>
                  </a:cubicBezTo>
                  <a:cubicBezTo>
                    <a:pt x="195165" y="528720"/>
                    <a:pt x="211487" y="539274"/>
                    <a:pt x="229675" y="546104"/>
                  </a:cubicBezTo>
                  <a:cubicBezTo>
                    <a:pt x="247862" y="552933"/>
                    <a:pt x="266671" y="556270"/>
                    <a:pt x="286258" y="556270"/>
                  </a:cubicBezTo>
                  <a:cubicBezTo>
                    <a:pt x="300248" y="556270"/>
                    <a:pt x="313383" y="555106"/>
                    <a:pt x="325819" y="552700"/>
                  </a:cubicBezTo>
                  <a:cubicBezTo>
                    <a:pt x="338177" y="550294"/>
                    <a:pt x="350069" y="546724"/>
                    <a:pt x="361494" y="541913"/>
                  </a:cubicBezTo>
                  <a:cubicBezTo>
                    <a:pt x="372920" y="537101"/>
                    <a:pt x="382946" y="532290"/>
                    <a:pt x="391807" y="527246"/>
                  </a:cubicBezTo>
                  <a:cubicBezTo>
                    <a:pt x="400590" y="522279"/>
                    <a:pt x="411937" y="514751"/>
                    <a:pt x="425928" y="504818"/>
                  </a:cubicBezTo>
                  <a:lnTo>
                    <a:pt x="500853" y="585604"/>
                  </a:lnTo>
                  <a:cubicBezTo>
                    <a:pt x="484842" y="600737"/>
                    <a:pt x="469609" y="612999"/>
                    <a:pt x="454997" y="622389"/>
                  </a:cubicBezTo>
                  <a:cubicBezTo>
                    <a:pt x="440384" y="631779"/>
                    <a:pt x="424684" y="640160"/>
                    <a:pt x="407662" y="647533"/>
                  </a:cubicBezTo>
                  <a:cubicBezTo>
                    <a:pt x="390719" y="654905"/>
                    <a:pt x="371443" y="660570"/>
                    <a:pt x="349836" y="664606"/>
                  </a:cubicBezTo>
                  <a:cubicBezTo>
                    <a:pt x="328307" y="668564"/>
                    <a:pt x="304445" y="670581"/>
                    <a:pt x="278563" y="670581"/>
                  </a:cubicBezTo>
                  <a:cubicBezTo>
                    <a:pt x="250583" y="670581"/>
                    <a:pt x="224467" y="666701"/>
                    <a:pt x="200062" y="658941"/>
                  </a:cubicBezTo>
                  <a:cubicBezTo>
                    <a:pt x="175734" y="651180"/>
                    <a:pt x="154127" y="641014"/>
                    <a:pt x="135396" y="628442"/>
                  </a:cubicBezTo>
                  <a:cubicBezTo>
                    <a:pt x="116586" y="615870"/>
                    <a:pt x="99720" y="601513"/>
                    <a:pt x="84797" y="585372"/>
                  </a:cubicBezTo>
                  <a:cubicBezTo>
                    <a:pt x="69796" y="569230"/>
                    <a:pt x="55573" y="548509"/>
                    <a:pt x="41971" y="523133"/>
                  </a:cubicBezTo>
                  <a:cubicBezTo>
                    <a:pt x="28369" y="497834"/>
                    <a:pt x="18032" y="469508"/>
                    <a:pt x="10804" y="438233"/>
                  </a:cubicBezTo>
                  <a:cubicBezTo>
                    <a:pt x="3575" y="406959"/>
                    <a:pt x="0" y="372735"/>
                    <a:pt x="0" y="335640"/>
                  </a:cubicBezTo>
                  <a:cubicBezTo>
                    <a:pt x="0" y="281394"/>
                    <a:pt x="6918" y="233357"/>
                    <a:pt x="20675" y="191450"/>
                  </a:cubicBezTo>
                  <a:cubicBezTo>
                    <a:pt x="34432" y="149622"/>
                    <a:pt x="53708" y="114467"/>
                    <a:pt x="78502" y="86141"/>
                  </a:cubicBezTo>
                  <a:cubicBezTo>
                    <a:pt x="103296" y="57815"/>
                    <a:pt x="132986" y="36396"/>
                    <a:pt x="167729" y="21884"/>
                  </a:cubicBezTo>
                  <a:cubicBezTo>
                    <a:pt x="202549" y="7295"/>
                    <a:pt x="240634" y="0"/>
                    <a:pt x="282139" y="0"/>
                  </a:cubicBezTo>
                  <a:cubicBezTo>
                    <a:pt x="328073" y="0"/>
                    <a:pt x="368023" y="8692"/>
                    <a:pt x="401989" y="26075"/>
                  </a:cubicBezTo>
                  <a:cubicBezTo>
                    <a:pt x="435954" y="43381"/>
                    <a:pt x="464090" y="66740"/>
                    <a:pt x="486475" y="96074"/>
                  </a:cubicBezTo>
                  <a:cubicBezTo>
                    <a:pt x="508859" y="125409"/>
                    <a:pt x="525570" y="159633"/>
                    <a:pt x="536762" y="198668"/>
                  </a:cubicBezTo>
                  <a:cubicBezTo>
                    <a:pt x="547954" y="237780"/>
                    <a:pt x="553551" y="278988"/>
                    <a:pt x="553551" y="322447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869FE14-FEC4-33FD-637C-1BD86E9E8AE5}"/>
                </a:ext>
              </a:extLst>
            </p:cNvPr>
            <p:cNvSpPr/>
            <p:nvPr/>
          </p:nvSpPr>
          <p:spPr bwMode="invGray">
            <a:xfrm>
              <a:off x="7297884" y="3191752"/>
              <a:ext cx="517719" cy="656845"/>
            </a:xfrm>
            <a:custGeom>
              <a:avLst/>
              <a:gdLst>
                <a:gd name="connsiteX0" fmla="*/ 391262 w 517719"/>
                <a:gd name="connsiteY0" fmla="*/ 656690 h 656845"/>
                <a:gd name="connsiteX1" fmla="*/ 391262 w 517719"/>
                <a:gd name="connsiteY1" fmla="*/ 293035 h 656845"/>
                <a:gd name="connsiteX2" fmla="*/ 360095 w 517719"/>
                <a:gd name="connsiteY2" fmla="*/ 161107 h 656845"/>
                <a:gd name="connsiteX3" fmla="*/ 258821 w 517719"/>
                <a:gd name="connsiteY3" fmla="*/ 116562 h 656845"/>
                <a:gd name="connsiteX4" fmla="*/ 202471 w 517719"/>
                <a:gd name="connsiteY4" fmla="*/ 127349 h 656845"/>
                <a:gd name="connsiteX5" fmla="*/ 159334 w 517719"/>
                <a:gd name="connsiteY5" fmla="*/ 160874 h 656845"/>
                <a:gd name="connsiteX6" fmla="*/ 134152 w 517719"/>
                <a:gd name="connsiteY6" fmla="*/ 214421 h 656845"/>
                <a:gd name="connsiteX7" fmla="*/ 126379 w 517719"/>
                <a:gd name="connsiteY7" fmla="*/ 280541 h 656845"/>
                <a:gd name="connsiteX8" fmla="*/ 126379 w 517719"/>
                <a:gd name="connsiteY8" fmla="*/ 656768 h 656845"/>
                <a:gd name="connsiteX9" fmla="*/ 0 w 517719"/>
                <a:gd name="connsiteY9" fmla="*/ 656768 h 656845"/>
                <a:gd name="connsiteX10" fmla="*/ 0 w 517719"/>
                <a:gd name="connsiteY10" fmla="*/ 13736 h 656845"/>
                <a:gd name="connsiteX11" fmla="*/ 126379 w 517719"/>
                <a:gd name="connsiteY11" fmla="*/ 13736 h 656845"/>
                <a:gd name="connsiteX12" fmla="*/ 126379 w 517719"/>
                <a:gd name="connsiteY12" fmla="*/ 74733 h 656845"/>
                <a:gd name="connsiteX13" fmla="*/ 155759 w 517719"/>
                <a:gd name="connsiteY13" fmla="*/ 43381 h 656845"/>
                <a:gd name="connsiteX14" fmla="*/ 194154 w 517719"/>
                <a:gd name="connsiteY14" fmla="*/ 19789 h 656845"/>
                <a:gd name="connsiteX15" fmla="*/ 239079 w 517719"/>
                <a:gd name="connsiteY15" fmla="*/ 5122 h 656845"/>
                <a:gd name="connsiteX16" fmla="*/ 288201 w 517719"/>
                <a:gd name="connsiteY16" fmla="*/ 0 h 656845"/>
                <a:gd name="connsiteX17" fmla="*/ 389164 w 517719"/>
                <a:gd name="connsiteY17" fmla="*/ 18858 h 656845"/>
                <a:gd name="connsiteX18" fmla="*/ 460515 w 517719"/>
                <a:gd name="connsiteY18" fmla="*/ 73026 h 656845"/>
                <a:gd name="connsiteX19" fmla="*/ 503341 w 517719"/>
                <a:gd name="connsiteY19" fmla="*/ 162194 h 656845"/>
                <a:gd name="connsiteX20" fmla="*/ 517719 w 517719"/>
                <a:gd name="connsiteY20" fmla="*/ 288379 h 656845"/>
                <a:gd name="connsiteX21" fmla="*/ 517719 w 517719"/>
                <a:gd name="connsiteY21" fmla="*/ 656845 h 656845"/>
                <a:gd name="connsiteX22" fmla="*/ 391262 w 517719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719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471" y="127349"/>
                  </a:cubicBezTo>
                  <a:cubicBezTo>
                    <a:pt x="185294" y="134566"/>
                    <a:pt x="170915" y="145664"/>
                    <a:pt x="159334" y="160874"/>
                  </a:cubicBezTo>
                  <a:cubicBezTo>
                    <a:pt x="147753" y="176007"/>
                    <a:pt x="139359" y="193856"/>
                    <a:pt x="134152" y="214421"/>
                  </a:cubicBezTo>
                  <a:cubicBezTo>
                    <a:pt x="128944" y="234987"/>
                    <a:pt x="126379" y="257027"/>
                    <a:pt x="126379" y="280541"/>
                  </a:cubicBezTo>
                  <a:lnTo>
                    <a:pt x="126379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379" y="13736"/>
                  </a:lnTo>
                  <a:lnTo>
                    <a:pt x="126379" y="74733"/>
                  </a:lnTo>
                  <a:cubicBezTo>
                    <a:pt x="134385" y="63170"/>
                    <a:pt x="144178" y="52693"/>
                    <a:pt x="155759" y="43381"/>
                  </a:cubicBezTo>
                  <a:cubicBezTo>
                    <a:pt x="167340" y="33991"/>
                    <a:pt x="180086" y="26153"/>
                    <a:pt x="194154" y="19789"/>
                  </a:cubicBezTo>
                  <a:cubicBezTo>
                    <a:pt x="208067" y="13426"/>
                    <a:pt x="223068" y="8537"/>
                    <a:pt x="239079" y="5122"/>
                  </a:cubicBezTo>
                  <a:cubicBezTo>
                    <a:pt x="255090" y="1707"/>
                    <a:pt x="271412" y="0"/>
                    <a:pt x="288201" y="0"/>
                  </a:cubicBezTo>
                  <a:cubicBezTo>
                    <a:pt x="326907" y="0"/>
                    <a:pt x="360562" y="6286"/>
                    <a:pt x="389164" y="18858"/>
                  </a:cubicBezTo>
                  <a:cubicBezTo>
                    <a:pt x="417767" y="31430"/>
                    <a:pt x="441472" y="49434"/>
                    <a:pt x="460515" y="73026"/>
                  </a:cubicBezTo>
                  <a:cubicBezTo>
                    <a:pt x="479479" y="96540"/>
                    <a:pt x="493703" y="126263"/>
                    <a:pt x="503341" y="162194"/>
                  </a:cubicBezTo>
                  <a:cubicBezTo>
                    <a:pt x="512901" y="198125"/>
                    <a:pt x="517719" y="240186"/>
                    <a:pt x="517719" y="288379"/>
                  </a:cubicBezTo>
                  <a:lnTo>
                    <a:pt x="517719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B703F1D-CA3D-14BD-EA82-3E667D10E873}"/>
                </a:ext>
              </a:extLst>
            </p:cNvPr>
            <p:cNvSpPr/>
            <p:nvPr/>
          </p:nvSpPr>
          <p:spPr bwMode="invGray">
            <a:xfrm>
              <a:off x="7909572" y="3191752"/>
              <a:ext cx="574457" cy="670503"/>
            </a:xfrm>
            <a:custGeom>
              <a:avLst/>
              <a:gdLst>
                <a:gd name="connsiteX0" fmla="*/ 446913 w 574457"/>
                <a:gd name="connsiteY0" fmla="*/ 335485 h 670503"/>
                <a:gd name="connsiteX1" fmla="*/ 435487 w 574457"/>
                <a:gd name="connsiteY1" fmla="*/ 246628 h 670503"/>
                <a:gd name="connsiteX2" fmla="*/ 402843 w 574457"/>
                <a:gd name="connsiteY2" fmla="*/ 178724 h 670503"/>
                <a:gd name="connsiteX3" fmla="*/ 351001 w 574457"/>
                <a:gd name="connsiteY3" fmla="*/ 135342 h 670503"/>
                <a:gd name="connsiteX4" fmla="*/ 282138 w 574457"/>
                <a:gd name="connsiteY4" fmla="*/ 120132 h 670503"/>
                <a:gd name="connsiteX5" fmla="*/ 217705 w 574457"/>
                <a:gd name="connsiteY5" fmla="*/ 135342 h 670503"/>
                <a:gd name="connsiteX6" fmla="*/ 169205 w 574457"/>
                <a:gd name="connsiteY6" fmla="*/ 178413 h 670503"/>
                <a:gd name="connsiteX7" fmla="*/ 138349 w 574457"/>
                <a:gd name="connsiteY7" fmla="*/ 245153 h 670503"/>
                <a:gd name="connsiteX8" fmla="*/ 127623 w 574457"/>
                <a:gd name="connsiteY8" fmla="*/ 331837 h 670503"/>
                <a:gd name="connsiteX9" fmla="*/ 139281 w 574457"/>
                <a:gd name="connsiteY9" fmla="*/ 425739 h 670503"/>
                <a:gd name="connsiteX10" fmla="*/ 172236 w 574457"/>
                <a:gd name="connsiteY10" fmla="*/ 493953 h 670503"/>
                <a:gd name="connsiteX11" fmla="*/ 223145 w 574457"/>
                <a:gd name="connsiteY11" fmla="*/ 535782 h 670503"/>
                <a:gd name="connsiteX12" fmla="*/ 288744 w 574457"/>
                <a:gd name="connsiteY12" fmla="*/ 550139 h 670503"/>
                <a:gd name="connsiteX13" fmla="*/ 353722 w 574457"/>
                <a:gd name="connsiteY13" fmla="*/ 533066 h 670503"/>
                <a:gd name="connsiteX14" fmla="*/ 403465 w 574457"/>
                <a:gd name="connsiteY14" fmla="*/ 486969 h 670503"/>
                <a:gd name="connsiteX15" fmla="*/ 435487 w 574457"/>
                <a:gd name="connsiteY15" fmla="*/ 418755 h 670503"/>
                <a:gd name="connsiteX16" fmla="*/ 446913 w 574457"/>
                <a:gd name="connsiteY16" fmla="*/ 335330 h 670503"/>
                <a:gd name="connsiteX17" fmla="*/ 574458 w 574457"/>
                <a:gd name="connsiteY17" fmla="*/ 331915 h 670503"/>
                <a:gd name="connsiteX18" fmla="*/ 552307 w 574457"/>
                <a:gd name="connsiteY18" fmla="*/ 474863 h 670503"/>
                <a:gd name="connsiteX19" fmla="*/ 491216 w 574457"/>
                <a:gd name="connsiteY19" fmla="*/ 581336 h 670503"/>
                <a:gd name="connsiteX20" fmla="*/ 398957 w 574457"/>
                <a:gd name="connsiteY20" fmla="*/ 647766 h 670503"/>
                <a:gd name="connsiteX21" fmla="*/ 283926 w 574457"/>
                <a:gd name="connsiteY21" fmla="*/ 670504 h 670503"/>
                <a:gd name="connsiteX22" fmla="*/ 170993 w 574457"/>
                <a:gd name="connsiteY22" fmla="*/ 646602 h 670503"/>
                <a:gd name="connsiteX23" fmla="*/ 81144 w 574457"/>
                <a:gd name="connsiteY23" fmla="*/ 578698 h 670503"/>
                <a:gd name="connsiteX24" fmla="*/ 21529 w 574457"/>
                <a:gd name="connsiteY24" fmla="*/ 472845 h 670503"/>
                <a:gd name="connsiteX25" fmla="*/ 0 w 574457"/>
                <a:gd name="connsiteY25" fmla="*/ 335562 h 670503"/>
                <a:gd name="connsiteX26" fmla="*/ 22151 w 574457"/>
                <a:gd name="connsiteY26" fmla="*/ 194400 h 670503"/>
                <a:gd name="connsiteX27" fmla="*/ 82931 w 574457"/>
                <a:gd name="connsiteY27" fmla="*/ 88857 h 670503"/>
                <a:gd name="connsiteX28" fmla="*/ 174024 w 574457"/>
                <a:gd name="connsiteY28" fmla="*/ 22738 h 670503"/>
                <a:gd name="connsiteX29" fmla="*/ 287579 w 574457"/>
                <a:gd name="connsiteY29" fmla="*/ 0 h 670503"/>
                <a:gd name="connsiteX30" fmla="*/ 401678 w 574457"/>
                <a:gd name="connsiteY30" fmla="*/ 23669 h 670503"/>
                <a:gd name="connsiteX31" fmla="*/ 492459 w 574457"/>
                <a:gd name="connsiteY31" fmla="*/ 90642 h 670503"/>
                <a:gd name="connsiteX32" fmla="*/ 552617 w 574457"/>
                <a:gd name="connsiteY32" fmla="*/ 195331 h 670503"/>
                <a:gd name="connsiteX33" fmla="*/ 574458 w 574457"/>
                <a:gd name="connsiteY33" fmla="*/ 33199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74457" h="670503">
                  <a:moveTo>
                    <a:pt x="446913" y="335485"/>
                  </a:moveTo>
                  <a:cubicBezTo>
                    <a:pt x="446913" y="302813"/>
                    <a:pt x="443105" y="273168"/>
                    <a:pt x="435487" y="246628"/>
                  </a:cubicBezTo>
                  <a:cubicBezTo>
                    <a:pt x="427871" y="220164"/>
                    <a:pt x="416989" y="197504"/>
                    <a:pt x="402843" y="178724"/>
                  </a:cubicBezTo>
                  <a:cubicBezTo>
                    <a:pt x="388698" y="160021"/>
                    <a:pt x="371365" y="145509"/>
                    <a:pt x="351001" y="135342"/>
                  </a:cubicBezTo>
                  <a:cubicBezTo>
                    <a:pt x="330638" y="125176"/>
                    <a:pt x="307631" y="120132"/>
                    <a:pt x="282138" y="120132"/>
                  </a:cubicBezTo>
                  <a:cubicBezTo>
                    <a:pt x="258199" y="120132"/>
                    <a:pt x="236670" y="125176"/>
                    <a:pt x="217705" y="135342"/>
                  </a:cubicBezTo>
                  <a:cubicBezTo>
                    <a:pt x="198740" y="145509"/>
                    <a:pt x="182574" y="159866"/>
                    <a:pt x="169205" y="178413"/>
                  </a:cubicBezTo>
                  <a:cubicBezTo>
                    <a:pt x="155837" y="196960"/>
                    <a:pt x="145577" y="219233"/>
                    <a:pt x="138349" y="245153"/>
                  </a:cubicBezTo>
                  <a:cubicBezTo>
                    <a:pt x="131120" y="271073"/>
                    <a:pt x="127623" y="300019"/>
                    <a:pt x="127623" y="331837"/>
                  </a:cubicBezTo>
                  <a:cubicBezTo>
                    <a:pt x="127623" y="367303"/>
                    <a:pt x="131509" y="398655"/>
                    <a:pt x="139281" y="425739"/>
                  </a:cubicBezTo>
                  <a:cubicBezTo>
                    <a:pt x="147054" y="452901"/>
                    <a:pt x="158013" y="475561"/>
                    <a:pt x="172236" y="493953"/>
                  </a:cubicBezTo>
                  <a:cubicBezTo>
                    <a:pt x="186382" y="512268"/>
                    <a:pt x="203404" y="526237"/>
                    <a:pt x="223145" y="535782"/>
                  </a:cubicBezTo>
                  <a:cubicBezTo>
                    <a:pt x="242888" y="545328"/>
                    <a:pt x="264728" y="550139"/>
                    <a:pt x="288744" y="550139"/>
                  </a:cubicBezTo>
                  <a:cubicBezTo>
                    <a:pt x="312761" y="550139"/>
                    <a:pt x="334368" y="544474"/>
                    <a:pt x="353722" y="533066"/>
                  </a:cubicBezTo>
                  <a:cubicBezTo>
                    <a:pt x="373075" y="521658"/>
                    <a:pt x="389708" y="506293"/>
                    <a:pt x="403465" y="486969"/>
                  </a:cubicBezTo>
                  <a:cubicBezTo>
                    <a:pt x="417222" y="467645"/>
                    <a:pt x="427948" y="444907"/>
                    <a:pt x="435487" y="418755"/>
                  </a:cubicBezTo>
                  <a:cubicBezTo>
                    <a:pt x="443027" y="392602"/>
                    <a:pt x="446913" y="364819"/>
                    <a:pt x="446913" y="335330"/>
                  </a:cubicBezTo>
                  <a:moveTo>
                    <a:pt x="574458" y="331915"/>
                  </a:moveTo>
                  <a:cubicBezTo>
                    <a:pt x="574458" y="385384"/>
                    <a:pt x="567074" y="433034"/>
                    <a:pt x="552307" y="474863"/>
                  </a:cubicBezTo>
                  <a:cubicBezTo>
                    <a:pt x="537539" y="516769"/>
                    <a:pt x="517175" y="552234"/>
                    <a:pt x="491216" y="581336"/>
                  </a:cubicBezTo>
                  <a:cubicBezTo>
                    <a:pt x="465256" y="610438"/>
                    <a:pt x="434477" y="632555"/>
                    <a:pt x="398957" y="647766"/>
                  </a:cubicBezTo>
                  <a:cubicBezTo>
                    <a:pt x="363438" y="662899"/>
                    <a:pt x="325042" y="670504"/>
                    <a:pt x="283926" y="670504"/>
                  </a:cubicBezTo>
                  <a:cubicBezTo>
                    <a:pt x="242810" y="670504"/>
                    <a:pt x="205502" y="662511"/>
                    <a:pt x="170993" y="646602"/>
                  </a:cubicBezTo>
                  <a:cubicBezTo>
                    <a:pt x="136483" y="630693"/>
                    <a:pt x="106482" y="608032"/>
                    <a:pt x="81144" y="578698"/>
                  </a:cubicBezTo>
                  <a:cubicBezTo>
                    <a:pt x="55728" y="549363"/>
                    <a:pt x="35908" y="514130"/>
                    <a:pt x="21529" y="472845"/>
                  </a:cubicBezTo>
                  <a:cubicBezTo>
                    <a:pt x="7150" y="431559"/>
                    <a:pt x="0" y="385850"/>
                    <a:pt x="0" y="335562"/>
                  </a:cubicBezTo>
                  <a:cubicBezTo>
                    <a:pt x="0" y="285275"/>
                    <a:pt x="7384" y="235840"/>
                    <a:pt x="22151" y="194400"/>
                  </a:cubicBezTo>
                  <a:cubicBezTo>
                    <a:pt x="36919" y="152959"/>
                    <a:pt x="57205" y="117726"/>
                    <a:pt x="82931" y="88857"/>
                  </a:cubicBezTo>
                  <a:cubicBezTo>
                    <a:pt x="108658" y="59988"/>
                    <a:pt x="139048" y="37949"/>
                    <a:pt x="174024" y="22738"/>
                  </a:cubicBezTo>
                  <a:cubicBezTo>
                    <a:pt x="208999" y="7605"/>
                    <a:pt x="246774" y="0"/>
                    <a:pt x="287579" y="0"/>
                  </a:cubicBezTo>
                  <a:cubicBezTo>
                    <a:pt x="328384" y="0"/>
                    <a:pt x="366702" y="7916"/>
                    <a:pt x="401678" y="23669"/>
                  </a:cubicBezTo>
                  <a:cubicBezTo>
                    <a:pt x="436653" y="39423"/>
                    <a:pt x="466888" y="61773"/>
                    <a:pt x="492459" y="90642"/>
                  </a:cubicBezTo>
                  <a:cubicBezTo>
                    <a:pt x="518030" y="119589"/>
                    <a:pt x="538083" y="154433"/>
                    <a:pt x="552617" y="195331"/>
                  </a:cubicBezTo>
                  <a:cubicBezTo>
                    <a:pt x="567152" y="236151"/>
                    <a:pt x="574458" y="281782"/>
                    <a:pt x="574458" y="331993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5AC610CE-65FA-EBC5-49E9-77A890D10C9F}"/>
                </a:ext>
              </a:extLst>
            </p:cNvPr>
            <p:cNvSpPr/>
            <p:nvPr/>
          </p:nvSpPr>
          <p:spPr bwMode="invGray">
            <a:xfrm>
              <a:off x="8577920" y="3191752"/>
              <a:ext cx="517641" cy="656845"/>
            </a:xfrm>
            <a:custGeom>
              <a:avLst/>
              <a:gdLst>
                <a:gd name="connsiteX0" fmla="*/ 391262 w 517641"/>
                <a:gd name="connsiteY0" fmla="*/ 656690 h 656845"/>
                <a:gd name="connsiteX1" fmla="*/ 391262 w 517641"/>
                <a:gd name="connsiteY1" fmla="*/ 293035 h 656845"/>
                <a:gd name="connsiteX2" fmla="*/ 360095 w 517641"/>
                <a:gd name="connsiteY2" fmla="*/ 161107 h 656845"/>
                <a:gd name="connsiteX3" fmla="*/ 258821 w 517641"/>
                <a:gd name="connsiteY3" fmla="*/ 116562 h 656845"/>
                <a:gd name="connsiteX4" fmla="*/ 202549 w 517641"/>
                <a:gd name="connsiteY4" fmla="*/ 127349 h 656845"/>
                <a:gd name="connsiteX5" fmla="*/ 159412 w 517641"/>
                <a:gd name="connsiteY5" fmla="*/ 160874 h 656845"/>
                <a:gd name="connsiteX6" fmla="*/ 134230 w 517641"/>
                <a:gd name="connsiteY6" fmla="*/ 214421 h 656845"/>
                <a:gd name="connsiteX7" fmla="*/ 126457 w 517641"/>
                <a:gd name="connsiteY7" fmla="*/ 280541 h 656845"/>
                <a:gd name="connsiteX8" fmla="*/ 126457 w 517641"/>
                <a:gd name="connsiteY8" fmla="*/ 656768 h 656845"/>
                <a:gd name="connsiteX9" fmla="*/ 0 w 517641"/>
                <a:gd name="connsiteY9" fmla="*/ 656768 h 656845"/>
                <a:gd name="connsiteX10" fmla="*/ 0 w 517641"/>
                <a:gd name="connsiteY10" fmla="*/ 13736 h 656845"/>
                <a:gd name="connsiteX11" fmla="*/ 126457 w 517641"/>
                <a:gd name="connsiteY11" fmla="*/ 13736 h 656845"/>
                <a:gd name="connsiteX12" fmla="*/ 126457 w 517641"/>
                <a:gd name="connsiteY12" fmla="*/ 74733 h 656845"/>
                <a:gd name="connsiteX13" fmla="*/ 155837 w 517641"/>
                <a:gd name="connsiteY13" fmla="*/ 43381 h 656845"/>
                <a:gd name="connsiteX14" fmla="*/ 194154 w 517641"/>
                <a:gd name="connsiteY14" fmla="*/ 19789 h 656845"/>
                <a:gd name="connsiteX15" fmla="*/ 239079 w 517641"/>
                <a:gd name="connsiteY15" fmla="*/ 5122 h 656845"/>
                <a:gd name="connsiteX16" fmla="*/ 288201 w 517641"/>
                <a:gd name="connsiteY16" fmla="*/ 0 h 656845"/>
                <a:gd name="connsiteX17" fmla="*/ 389164 w 517641"/>
                <a:gd name="connsiteY17" fmla="*/ 18858 h 656845"/>
                <a:gd name="connsiteX18" fmla="*/ 460437 w 517641"/>
                <a:gd name="connsiteY18" fmla="*/ 73026 h 656845"/>
                <a:gd name="connsiteX19" fmla="*/ 503263 w 517641"/>
                <a:gd name="connsiteY19" fmla="*/ 162194 h 656845"/>
                <a:gd name="connsiteX20" fmla="*/ 517642 w 517641"/>
                <a:gd name="connsiteY20" fmla="*/ 288379 h 656845"/>
                <a:gd name="connsiteX21" fmla="*/ 517642 w 517641"/>
                <a:gd name="connsiteY21" fmla="*/ 656845 h 656845"/>
                <a:gd name="connsiteX22" fmla="*/ 391262 w 517641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1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549" y="127349"/>
                  </a:cubicBezTo>
                  <a:cubicBezTo>
                    <a:pt x="185372" y="134566"/>
                    <a:pt x="170993" y="145664"/>
                    <a:pt x="159412" y="160874"/>
                  </a:cubicBezTo>
                  <a:cubicBezTo>
                    <a:pt x="147831" y="176007"/>
                    <a:pt x="139437" y="193856"/>
                    <a:pt x="134230" y="214421"/>
                  </a:cubicBezTo>
                  <a:cubicBezTo>
                    <a:pt x="129022" y="234987"/>
                    <a:pt x="126457" y="257027"/>
                    <a:pt x="126457" y="280541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4462" y="63170"/>
                    <a:pt x="144178" y="52693"/>
                    <a:pt x="155837" y="43381"/>
                  </a:cubicBezTo>
                  <a:cubicBezTo>
                    <a:pt x="167417" y="33991"/>
                    <a:pt x="180164" y="26153"/>
                    <a:pt x="194154" y="19789"/>
                  </a:cubicBezTo>
                  <a:cubicBezTo>
                    <a:pt x="208145" y="13426"/>
                    <a:pt x="223146" y="8537"/>
                    <a:pt x="239079" y="5122"/>
                  </a:cubicBezTo>
                  <a:cubicBezTo>
                    <a:pt x="255012" y="1707"/>
                    <a:pt x="271412" y="0"/>
                    <a:pt x="288201" y="0"/>
                  </a:cubicBezTo>
                  <a:cubicBezTo>
                    <a:pt x="326985" y="0"/>
                    <a:pt x="360562" y="6286"/>
                    <a:pt x="389164" y="18858"/>
                  </a:cubicBezTo>
                  <a:cubicBezTo>
                    <a:pt x="417689" y="31430"/>
                    <a:pt x="441472" y="49434"/>
                    <a:pt x="460437" y="73026"/>
                  </a:cubicBezTo>
                  <a:cubicBezTo>
                    <a:pt x="479402" y="96540"/>
                    <a:pt x="493703" y="126263"/>
                    <a:pt x="503263" y="162194"/>
                  </a:cubicBezTo>
                  <a:cubicBezTo>
                    <a:pt x="512823" y="198125"/>
                    <a:pt x="517642" y="240186"/>
                    <a:pt x="517642" y="288379"/>
                  </a:cubicBezTo>
                  <a:lnTo>
                    <a:pt x="517642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8455CD92-B6DA-D9A0-FB0E-1DC7D14F81DA}"/>
                </a:ext>
              </a:extLst>
            </p:cNvPr>
            <p:cNvSpPr/>
            <p:nvPr/>
          </p:nvSpPr>
          <p:spPr bwMode="invGray">
            <a:xfrm>
              <a:off x="1333500" y="1365250"/>
              <a:ext cx="2432217" cy="886244"/>
            </a:xfrm>
            <a:custGeom>
              <a:avLst/>
              <a:gdLst>
                <a:gd name="connsiteX0" fmla="*/ 2431984 w 2432217"/>
                <a:gd name="connsiteY0" fmla="*/ 0 h 886244"/>
                <a:gd name="connsiteX1" fmla="*/ 0 w 2432217"/>
                <a:gd name="connsiteY1" fmla="*/ 886245 h 886244"/>
                <a:gd name="connsiteX2" fmla="*/ 2432217 w 2432217"/>
                <a:gd name="connsiteY2" fmla="*/ 457246 h 886244"/>
                <a:gd name="connsiteX3" fmla="*/ 2432217 w 2432217"/>
                <a:gd name="connsiteY3" fmla="*/ 0 h 886244"/>
                <a:gd name="connsiteX4" fmla="*/ 2431984 w 2432217"/>
                <a:gd name="connsiteY4" fmla="*/ 0 h 886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2217" h="886244">
                  <a:moveTo>
                    <a:pt x="2431984" y="0"/>
                  </a:moveTo>
                  <a:lnTo>
                    <a:pt x="0" y="886245"/>
                  </a:lnTo>
                  <a:lnTo>
                    <a:pt x="2432217" y="457246"/>
                  </a:lnTo>
                  <a:lnTo>
                    <a:pt x="2432217" y="0"/>
                  </a:lnTo>
                  <a:lnTo>
                    <a:pt x="2431984" y="0"/>
                  </a:lnTo>
                  <a:close/>
                </a:path>
              </a:pathLst>
            </a:custGeom>
            <a:solidFill>
              <a:srgbClr val="FFE600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920189C9-F04A-4D91-6D33-40328A2BF5E5}"/>
                </a:ext>
              </a:extLst>
            </p:cNvPr>
            <p:cNvSpPr/>
            <p:nvPr/>
          </p:nvSpPr>
          <p:spPr bwMode="invGray">
            <a:xfrm>
              <a:off x="1354718" y="2619961"/>
              <a:ext cx="2042042" cy="1228558"/>
            </a:xfrm>
            <a:custGeom>
              <a:avLst/>
              <a:gdLst>
                <a:gd name="connsiteX0" fmla="*/ 1639277 w 2042042"/>
                <a:gd name="connsiteY0" fmla="*/ 78 h 1228558"/>
                <a:gd name="connsiteX1" fmla="*/ 1430277 w 2042042"/>
                <a:gd name="connsiteY1" fmla="*/ 400983 h 1228558"/>
                <a:gd name="connsiteX2" fmla="*/ 1221821 w 2042042"/>
                <a:gd name="connsiteY2" fmla="*/ 78 h 1228558"/>
                <a:gd name="connsiteX3" fmla="*/ 813848 w 2042042"/>
                <a:gd name="connsiteY3" fmla="*/ 78 h 1228558"/>
                <a:gd name="connsiteX4" fmla="*/ 1243662 w 2042042"/>
                <a:gd name="connsiteY4" fmla="*/ 743297 h 1228558"/>
                <a:gd name="connsiteX5" fmla="*/ 1243662 w 2042042"/>
                <a:gd name="connsiteY5" fmla="*/ 1228559 h 1228558"/>
                <a:gd name="connsiteX6" fmla="*/ 1611607 w 2042042"/>
                <a:gd name="connsiteY6" fmla="*/ 1228559 h 1228558"/>
                <a:gd name="connsiteX7" fmla="*/ 1611607 w 2042042"/>
                <a:gd name="connsiteY7" fmla="*/ 743297 h 1228558"/>
                <a:gd name="connsiteX8" fmla="*/ 2042043 w 2042042"/>
                <a:gd name="connsiteY8" fmla="*/ 78 h 1228558"/>
                <a:gd name="connsiteX9" fmla="*/ 1639277 w 2042042"/>
                <a:gd name="connsiteY9" fmla="*/ 78 h 1228558"/>
                <a:gd name="connsiteX10" fmla="*/ 0 w 2042042"/>
                <a:gd name="connsiteY10" fmla="*/ 78 h 1228558"/>
                <a:gd name="connsiteX11" fmla="*/ 0 w 2042042"/>
                <a:gd name="connsiteY11" fmla="*/ 1228481 h 1228558"/>
                <a:gd name="connsiteX12" fmla="*/ 984219 w 2042042"/>
                <a:gd name="connsiteY12" fmla="*/ 1228481 h 1228558"/>
                <a:gd name="connsiteX13" fmla="*/ 984219 w 2042042"/>
                <a:gd name="connsiteY13" fmla="*/ 945923 h 1228558"/>
                <a:gd name="connsiteX14" fmla="*/ 369034 w 2042042"/>
                <a:gd name="connsiteY14" fmla="*/ 945923 h 1228558"/>
                <a:gd name="connsiteX15" fmla="*/ 369034 w 2042042"/>
                <a:gd name="connsiteY15" fmla="*/ 743220 h 1228558"/>
                <a:gd name="connsiteX16" fmla="*/ 813848 w 2042042"/>
                <a:gd name="connsiteY16" fmla="*/ 743220 h 1228558"/>
                <a:gd name="connsiteX17" fmla="*/ 813848 w 2042042"/>
                <a:gd name="connsiteY17" fmla="*/ 485339 h 1228558"/>
                <a:gd name="connsiteX18" fmla="*/ 369034 w 2042042"/>
                <a:gd name="connsiteY18" fmla="*/ 485339 h 1228558"/>
                <a:gd name="connsiteX19" fmla="*/ 369034 w 2042042"/>
                <a:gd name="connsiteY19" fmla="*/ 282558 h 1228558"/>
                <a:gd name="connsiteX20" fmla="*/ 861182 w 2042042"/>
                <a:gd name="connsiteY20" fmla="*/ 282558 h 1228558"/>
                <a:gd name="connsiteX21" fmla="*/ 697884 w 2042042"/>
                <a:gd name="connsiteY21" fmla="*/ 0 h 1228558"/>
                <a:gd name="connsiteX22" fmla="*/ 0 w 2042042"/>
                <a:gd name="connsiteY22" fmla="*/ 0 h 122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2042" h="1228558">
                  <a:moveTo>
                    <a:pt x="1639277" y="78"/>
                  </a:moveTo>
                  <a:lnTo>
                    <a:pt x="1430277" y="400983"/>
                  </a:lnTo>
                  <a:lnTo>
                    <a:pt x="1221821" y="78"/>
                  </a:lnTo>
                  <a:lnTo>
                    <a:pt x="813848" y="78"/>
                  </a:lnTo>
                  <a:lnTo>
                    <a:pt x="1243662" y="743297"/>
                  </a:lnTo>
                  <a:lnTo>
                    <a:pt x="1243662" y="1228559"/>
                  </a:lnTo>
                  <a:lnTo>
                    <a:pt x="1611607" y="1228559"/>
                  </a:lnTo>
                  <a:lnTo>
                    <a:pt x="1611607" y="743297"/>
                  </a:lnTo>
                  <a:lnTo>
                    <a:pt x="2042043" y="78"/>
                  </a:lnTo>
                  <a:lnTo>
                    <a:pt x="1639277" y="78"/>
                  </a:lnTo>
                  <a:close/>
                  <a:moveTo>
                    <a:pt x="0" y="78"/>
                  </a:moveTo>
                  <a:lnTo>
                    <a:pt x="0" y="1228481"/>
                  </a:lnTo>
                  <a:lnTo>
                    <a:pt x="984219" y="1228481"/>
                  </a:lnTo>
                  <a:lnTo>
                    <a:pt x="984219" y="945923"/>
                  </a:lnTo>
                  <a:lnTo>
                    <a:pt x="369034" y="945923"/>
                  </a:lnTo>
                  <a:lnTo>
                    <a:pt x="369034" y="743220"/>
                  </a:lnTo>
                  <a:lnTo>
                    <a:pt x="813848" y="743220"/>
                  </a:lnTo>
                  <a:lnTo>
                    <a:pt x="813848" y="485339"/>
                  </a:lnTo>
                  <a:lnTo>
                    <a:pt x="369034" y="485339"/>
                  </a:lnTo>
                  <a:lnTo>
                    <a:pt x="369034" y="282558"/>
                  </a:lnTo>
                  <a:lnTo>
                    <a:pt x="861182" y="282558"/>
                  </a:lnTo>
                  <a:lnTo>
                    <a:pt x="6978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ABC815E-C082-5FFE-FD94-7BD78DD79F51}"/>
                </a:ext>
              </a:extLst>
            </p:cNvPr>
            <p:cNvSpPr/>
            <p:nvPr/>
          </p:nvSpPr>
          <p:spPr bwMode="invGray">
            <a:xfrm>
              <a:off x="5925900" y="4251210"/>
              <a:ext cx="200839" cy="388178"/>
            </a:xfrm>
            <a:custGeom>
              <a:avLst/>
              <a:gdLst>
                <a:gd name="connsiteX0" fmla="*/ 119151 w 200839"/>
                <a:gd name="connsiteY0" fmla="*/ 286749 h 388178"/>
                <a:gd name="connsiteX1" fmla="*/ 119151 w 200839"/>
                <a:gd name="connsiteY1" fmla="*/ 173679 h 388178"/>
                <a:gd name="connsiteX2" fmla="*/ 199751 w 200839"/>
                <a:gd name="connsiteY2" fmla="*/ 173679 h 388178"/>
                <a:gd name="connsiteX3" fmla="*/ 199751 w 200839"/>
                <a:gd name="connsiteY3" fmla="*/ 107250 h 388178"/>
                <a:gd name="connsiteX4" fmla="*/ 119151 w 200839"/>
                <a:gd name="connsiteY4" fmla="*/ 107250 h 388178"/>
                <a:gd name="connsiteX5" fmla="*/ 119151 w 200839"/>
                <a:gd name="connsiteY5" fmla="*/ 0 h 388178"/>
                <a:gd name="connsiteX6" fmla="*/ 47878 w 200839"/>
                <a:gd name="connsiteY6" fmla="*/ 35543 h 388178"/>
                <a:gd name="connsiteX7" fmla="*/ 47878 w 200839"/>
                <a:gd name="connsiteY7" fmla="*/ 107250 h 388178"/>
                <a:gd name="connsiteX8" fmla="*/ 0 w 200839"/>
                <a:gd name="connsiteY8" fmla="*/ 107250 h 388178"/>
                <a:gd name="connsiteX9" fmla="*/ 0 w 200839"/>
                <a:gd name="connsiteY9" fmla="*/ 173679 h 388178"/>
                <a:gd name="connsiteX10" fmla="*/ 47878 w 200839"/>
                <a:gd name="connsiteY10" fmla="*/ 173679 h 388178"/>
                <a:gd name="connsiteX11" fmla="*/ 47878 w 200839"/>
                <a:gd name="connsiteY11" fmla="*/ 305995 h 388178"/>
                <a:gd name="connsiteX12" fmla="*/ 122027 w 200839"/>
                <a:gd name="connsiteY12" fmla="*/ 388178 h 388178"/>
                <a:gd name="connsiteX13" fmla="*/ 190346 w 200839"/>
                <a:gd name="connsiteY13" fmla="*/ 371260 h 388178"/>
                <a:gd name="connsiteX14" fmla="*/ 200839 w 200839"/>
                <a:gd name="connsiteY14" fmla="*/ 299554 h 388178"/>
                <a:gd name="connsiteX15" fmla="*/ 145344 w 200839"/>
                <a:gd name="connsiteY15" fmla="*/ 319964 h 388178"/>
                <a:gd name="connsiteX16" fmla="*/ 119073 w 200839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9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1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10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D7601E8-9EBD-5866-44A4-C6196B5F1789}"/>
                </a:ext>
              </a:extLst>
            </p:cNvPr>
            <p:cNvSpPr/>
            <p:nvPr/>
          </p:nvSpPr>
          <p:spPr bwMode="invGray">
            <a:xfrm>
              <a:off x="4293307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E42B5C-958A-491A-1E8E-7BC3F5B150EA}"/>
                </a:ext>
              </a:extLst>
            </p:cNvPr>
            <p:cNvSpPr/>
            <p:nvPr/>
          </p:nvSpPr>
          <p:spPr bwMode="invGray">
            <a:xfrm>
              <a:off x="617057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2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79 w 238379"/>
                <a:gd name="connsiteY10" fmla="*/ 382436 h 382435"/>
                <a:gd name="connsiteX11" fmla="*/ 238379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2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79" y="382436"/>
                  </a:lnTo>
                  <a:lnTo>
                    <a:pt x="238379" y="226761"/>
                  </a:lnTo>
                  <a:cubicBezTo>
                    <a:pt x="238379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9A5CE39-46BA-25BD-E0DE-31C9960BA7F7}"/>
                </a:ext>
              </a:extLst>
            </p:cNvPr>
            <p:cNvSpPr/>
            <p:nvPr/>
          </p:nvSpPr>
          <p:spPr bwMode="invGray">
            <a:xfrm>
              <a:off x="167820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1BFE142-DF55-3821-D886-496CEF71605E}"/>
                </a:ext>
              </a:extLst>
            </p:cNvPr>
            <p:cNvSpPr/>
            <p:nvPr/>
          </p:nvSpPr>
          <p:spPr bwMode="invGray">
            <a:xfrm>
              <a:off x="2898939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8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64FADC2-247B-0888-8EC4-96D15778BF7A}"/>
                </a:ext>
              </a:extLst>
            </p:cNvPr>
            <p:cNvSpPr/>
            <p:nvPr/>
          </p:nvSpPr>
          <p:spPr bwMode="invGray">
            <a:xfrm>
              <a:off x="3143614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4C491FA-85CC-7002-11FC-E953FA9256EF}"/>
                </a:ext>
              </a:extLst>
            </p:cNvPr>
            <p:cNvSpPr/>
            <p:nvPr/>
          </p:nvSpPr>
          <p:spPr bwMode="invGray">
            <a:xfrm>
              <a:off x="2242171" y="4352251"/>
              <a:ext cx="237602" cy="382513"/>
            </a:xfrm>
            <a:custGeom>
              <a:avLst/>
              <a:gdLst>
                <a:gd name="connsiteX0" fmla="*/ 131354 w 237602"/>
                <a:gd name="connsiteY0" fmla="*/ 0 h 382513"/>
                <a:gd name="connsiteX1" fmla="*/ 68863 w 237602"/>
                <a:gd name="connsiteY1" fmla="*/ 24523 h 382513"/>
                <a:gd name="connsiteX2" fmla="*/ 68863 w 237602"/>
                <a:gd name="connsiteY2" fmla="*/ 5898 h 382513"/>
                <a:gd name="connsiteX3" fmla="*/ 0 w 237602"/>
                <a:gd name="connsiteY3" fmla="*/ 5898 h 382513"/>
                <a:gd name="connsiteX4" fmla="*/ 0 w 237602"/>
                <a:gd name="connsiteY4" fmla="*/ 382513 h 382513"/>
                <a:gd name="connsiteX5" fmla="*/ 68863 w 237602"/>
                <a:gd name="connsiteY5" fmla="*/ 348134 h 382513"/>
                <a:gd name="connsiteX6" fmla="*/ 68863 w 237602"/>
                <a:gd name="connsiteY6" fmla="*/ 264166 h 382513"/>
                <a:gd name="connsiteX7" fmla="*/ 130188 w 237602"/>
                <a:gd name="connsiteY7" fmla="*/ 286904 h 382513"/>
                <a:gd name="connsiteX8" fmla="*/ 237602 w 237602"/>
                <a:gd name="connsiteY8" fmla="*/ 144034 h 382513"/>
                <a:gd name="connsiteX9" fmla="*/ 131354 w 237602"/>
                <a:gd name="connsiteY9" fmla="*/ 0 h 382513"/>
                <a:gd name="connsiteX10" fmla="*/ 118529 w 237602"/>
                <a:gd name="connsiteY10" fmla="*/ 220940 h 382513"/>
                <a:gd name="connsiteX11" fmla="*/ 68863 w 237602"/>
                <a:gd name="connsiteY11" fmla="*/ 195874 h 382513"/>
                <a:gd name="connsiteX12" fmla="*/ 68863 w 237602"/>
                <a:gd name="connsiteY12" fmla="*/ 90953 h 382513"/>
                <a:gd name="connsiteX13" fmla="*/ 114410 w 237602"/>
                <a:gd name="connsiteY13" fmla="*/ 66430 h 382513"/>
                <a:gd name="connsiteX14" fmla="*/ 166407 w 237602"/>
                <a:gd name="connsiteY14" fmla="*/ 147449 h 382513"/>
                <a:gd name="connsiteX15" fmla="*/ 118529 w 237602"/>
                <a:gd name="connsiteY15" fmla="*/ 220940 h 382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7602" h="382513">
                  <a:moveTo>
                    <a:pt x="131354" y="0"/>
                  </a:moveTo>
                  <a:cubicBezTo>
                    <a:pt x="105627" y="0"/>
                    <a:pt x="86973" y="8149"/>
                    <a:pt x="68863" y="24523"/>
                  </a:cubicBezTo>
                  <a:lnTo>
                    <a:pt x="68863" y="5898"/>
                  </a:lnTo>
                  <a:lnTo>
                    <a:pt x="0" y="5898"/>
                  </a:lnTo>
                  <a:lnTo>
                    <a:pt x="0" y="382513"/>
                  </a:lnTo>
                  <a:lnTo>
                    <a:pt x="68863" y="348134"/>
                  </a:lnTo>
                  <a:lnTo>
                    <a:pt x="68863" y="264166"/>
                  </a:lnTo>
                  <a:cubicBezTo>
                    <a:pt x="81144" y="275807"/>
                    <a:pt x="99798" y="286904"/>
                    <a:pt x="130188" y="286904"/>
                  </a:cubicBezTo>
                  <a:cubicBezTo>
                    <a:pt x="208456" y="286904"/>
                    <a:pt x="237602" y="214577"/>
                    <a:pt x="237602" y="144034"/>
                  </a:cubicBezTo>
                  <a:cubicBezTo>
                    <a:pt x="237602" y="70000"/>
                    <a:pt x="205502" y="0"/>
                    <a:pt x="131354" y="0"/>
                  </a:cubicBezTo>
                  <a:close/>
                  <a:moveTo>
                    <a:pt x="118529" y="220940"/>
                  </a:moveTo>
                  <a:cubicBezTo>
                    <a:pt x="98709" y="220940"/>
                    <a:pt x="79978" y="211628"/>
                    <a:pt x="68863" y="195874"/>
                  </a:cubicBezTo>
                  <a:lnTo>
                    <a:pt x="68863" y="90953"/>
                  </a:lnTo>
                  <a:cubicBezTo>
                    <a:pt x="79978" y="75199"/>
                    <a:pt x="95134" y="66430"/>
                    <a:pt x="114410" y="66430"/>
                  </a:cubicBezTo>
                  <a:cubicBezTo>
                    <a:pt x="155837" y="66430"/>
                    <a:pt x="166407" y="107250"/>
                    <a:pt x="166407" y="147449"/>
                  </a:cubicBezTo>
                  <a:cubicBezTo>
                    <a:pt x="166407" y="187648"/>
                    <a:pt x="157080" y="220940"/>
                    <a:pt x="118529" y="22094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D95D9E6-540F-E825-A6D2-C318651D4EBF}"/>
                </a:ext>
              </a:extLst>
            </p:cNvPr>
            <p:cNvSpPr/>
            <p:nvPr/>
          </p:nvSpPr>
          <p:spPr bwMode="invGray">
            <a:xfrm>
              <a:off x="1958323" y="4352251"/>
              <a:ext cx="230063" cy="286826"/>
            </a:xfrm>
            <a:custGeom>
              <a:avLst/>
              <a:gdLst>
                <a:gd name="connsiteX0" fmla="*/ 230063 w 230063"/>
                <a:gd name="connsiteY0" fmla="*/ 281006 h 286826"/>
                <a:gd name="connsiteX1" fmla="*/ 230063 w 230063"/>
                <a:gd name="connsiteY1" fmla="*/ 96230 h 286826"/>
                <a:gd name="connsiteX2" fmla="*/ 117985 w 230063"/>
                <a:gd name="connsiteY2" fmla="*/ 0 h 286826"/>
                <a:gd name="connsiteX3" fmla="*/ 22773 w 230063"/>
                <a:gd name="connsiteY3" fmla="*/ 28015 h 286826"/>
                <a:gd name="connsiteX4" fmla="*/ 50210 w 230063"/>
                <a:gd name="connsiteY4" fmla="*/ 76984 h 286826"/>
                <a:gd name="connsiteX5" fmla="*/ 113866 w 230063"/>
                <a:gd name="connsiteY5" fmla="*/ 58902 h 286826"/>
                <a:gd name="connsiteX6" fmla="*/ 161122 w 230063"/>
                <a:gd name="connsiteY6" fmla="*/ 95066 h 286826"/>
                <a:gd name="connsiteX7" fmla="*/ 161122 w 230063"/>
                <a:gd name="connsiteY7" fmla="*/ 109655 h 286826"/>
                <a:gd name="connsiteX8" fmla="*/ 107415 w 230063"/>
                <a:gd name="connsiteY8" fmla="*/ 98558 h 286826"/>
                <a:gd name="connsiteX9" fmla="*/ 0 w 230063"/>
                <a:gd name="connsiteY9" fmla="*/ 191218 h 286826"/>
                <a:gd name="connsiteX10" fmla="*/ 96922 w 230063"/>
                <a:gd name="connsiteY10" fmla="*/ 286827 h 286826"/>
                <a:gd name="connsiteX11" fmla="*/ 161122 w 230063"/>
                <a:gd name="connsiteY11" fmla="*/ 261760 h 286826"/>
                <a:gd name="connsiteX12" fmla="*/ 161122 w 230063"/>
                <a:gd name="connsiteY12" fmla="*/ 281006 h 286826"/>
                <a:gd name="connsiteX13" fmla="*/ 229985 w 230063"/>
                <a:gd name="connsiteY13" fmla="*/ 281006 h 286826"/>
                <a:gd name="connsiteX14" fmla="*/ 109202 w 230063"/>
                <a:gd name="connsiteY14" fmla="*/ 227382 h 286826"/>
                <a:gd name="connsiteX15" fmla="*/ 70107 w 230063"/>
                <a:gd name="connsiteY15" fmla="*/ 189511 h 286826"/>
                <a:gd name="connsiteX16" fmla="*/ 115032 w 230063"/>
                <a:gd name="connsiteY16" fmla="*/ 153968 h 286826"/>
                <a:gd name="connsiteX17" fmla="*/ 161122 w 230063"/>
                <a:gd name="connsiteY17" fmla="*/ 165608 h 286826"/>
                <a:gd name="connsiteX18" fmla="*/ 161122 w 230063"/>
                <a:gd name="connsiteY18" fmla="*/ 200608 h 286826"/>
                <a:gd name="connsiteX19" fmla="*/ 109125 w 230063"/>
                <a:gd name="connsiteY19" fmla="*/ 22745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0063" h="286826">
                  <a:moveTo>
                    <a:pt x="230063" y="281006"/>
                  </a:moveTo>
                  <a:lnTo>
                    <a:pt x="230063" y="96230"/>
                  </a:lnTo>
                  <a:cubicBezTo>
                    <a:pt x="230063" y="33836"/>
                    <a:pt x="187470" y="0"/>
                    <a:pt x="117985" y="0"/>
                  </a:cubicBezTo>
                  <a:cubicBezTo>
                    <a:pt x="81222" y="0"/>
                    <a:pt x="52619" y="9313"/>
                    <a:pt x="22773" y="28015"/>
                  </a:cubicBezTo>
                  <a:lnTo>
                    <a:pt x="50210" y="76984"/>
                  </a:lnTo>
                  <a:cubicBezTo>
                    <a:pt x="71817" y="64179"/>
                    <a:pt x="92258" y="58902"/>
                    <a:pt x="113866" y="58902"/>
                  </a:cubicBezTo>
                  <a:cubicBezTo>
                    <a:pt x="144256" y="58902"/>
                    <a:pt x="161122" y="69379"/>
                    <a:pt x="161122" y="95066"/>
                  </a:cubicBezTo>
                  <a:lnTo>
                    <a:pt x="161122" y="109655"/>
                  </a:lnTo>
                  <a:cubicBezTo>
                    <a:pt x="143012" y="100886"/>
                    <a:pt x="124902" y="98558"/>
                    <a:pt x="107415" y="98558"/>
                  </a:cubicBezTo>
                  <a:cubicBezTo>
                    <a:pt x="41427" y="98558"/>
                    <a:pt x="0" y="131229"/>
                    <a:pt x="0" y="191218"/>
                  </a:cubicBezTo>
                  <a:cubicBezTo>
                    <a:pt x="0" y="251206"/>
                    <a:pt x="42593" y="286827"/>
                    <a:pt x="96922" y="286827"/>
                  </a:cubicBezTo>
                  <a:cubicBezTo>
                    <a:pt x="123814" y="286827"/>
                    <a:pt x="144800" y="278057"/>
                    <a:pt x="161122" y="261760"/>
                  </a:cubicBezTo>
                  <a:lnTo>
                    <a:pt x="161122" y="281006"/>
                  </a:lnTo>
                  <a:lnTo>
                    <a:pt x="229985" y="281006"/>
                  </a:lnTo>
                  <a:close/>
                  <a:moveTo>
                    <a:pt x="109202" y="227382"/>
                  </a:moveTo>
                  <a:cubicBezTo>
                    <a:pt x="83476" y="227382"/>
                    <a:pt x="70107" y="210464"/>
                    <a:pt x="70107" y="189511"/>
                  </a:cubicBezTo>
                  <a:cubicBezTo>
                    <a:pt x="70107" y="167393"/>
                    <a:pt x="84719" y="153968"/>
                    <a:pt x="115032" y="153968"/>
                  </a:cubicBezTo>
                  <a:cubicBezTo>
                    <a:pt x="129022" y="153968"/>
                    <a:pt x="147132" y="156917"/>
                    <a:pt x="161122" y="165608"/>
                  </a:cubicBezTo>
                  <a:lnTo>
                    <a:pt x="161122" y="200608"/>
                  </a:lnTo>
                  <a:cubicBezTo>
                    <a:pt x="145966" y="222725"/>
                    <a:pt x="122571" y="227459"/>
                    <a:pt x="109125" y="22745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61F9B3A-08B2-29DB-85FF-A4F8C2DC3F8D}"/>
                </a:ext>
              </a:extLst>
            </p:cNvPr>
            <p:cNvSpPr/>
            <p:nvPr/>
          </p:nvSpPr>
          <p:spPr bwMode="invGray">
            <a:xfrm>
              <a:off x="1340728" y="4260755"/>
              <a:ext cx="284392" cy="378322"/>
            </a:xfrm>
            <a:custGeom>
              <a:avLst/>
              <a:gdLst>
                <a:gd name="connsiteX0" fmla="*/ 144800 w 284392"/>
                <a:gd name="connsiteY0" fmla="*/ 308944 h 378322"/>
                <a:gd name="connsiteX1" fmla="*/ 51376 w 284392"/>
                <a:gd name="connsiteY1" fmla="*/ 266960 h 378322"/>
                <a:gd name="connsiteX2" fmla="*/ 0 w 284392"/>
                <a:gd name="connsiteY2" fmla="*/ 312436 h 378322"/>
                <a:gd name="connsiteX3" fmla="*/ 146587 w 284392"/>
                <a:gd name="connsiteY3" fmla="*/ 378322 h 378322"/>
                <a:gd name="connsiteX4" fmla="*/ 284392 w 284392"/>
                <a:gd name="connsiteY4" fmla="*/ 262304 h 378322"/>
                <a:gd name="connsiteX5" fmla="*/ 251126 w 284392"/>
                <a:gd name="connsiteY5" fmla="*/ 185941 h 378322"/>
                <a:gd name="connsiteX6" fmla="*/ 161821 w 284392"/>
                <a:gd name="connsiteY6" fmla="*/ 149234 h 378322"/>
                <a:gd name="connsiteX7" fmla="*/ 102829 w 284392"/>
                <a:gd name="connsiteY7" fmla="*/ 129988 h 378322"/>
                <a:gd name="connsiteX8" fmla="*/ 87673 w 284392"/>
                <a:gd name="connsiteY8" fmla="*/ 104922 h 378322"/>
                <a:gd name="connsiteX9" fmla="*/ 141380 w 284392"/>
                <a:gd name="connsiteY9" fmla="*/ 69379 h 378322"/>
                <a:gd name="connsiteX10" fmla="*/ 224856 w 284392"/>
                <a:gd name="connsiteY10" fmla="*/ 106706 h 378322"/>
                <a:gd name="connsiteX11" fmla="*/ 276231 w 284392"/>
                <a:gd name="connsiteY11" fmla="*/ 56574 h 378322"/>
                <a:gd name="connsiteX12" fmla="*/ 146043 w 284392"/>
                <a:gd name="connsiteY12" fmla="*/ 0 h 378322"/>
                <a:gd name="connsiteX13" fmla="*/ 14068 w 284392"/>
                <a:gd name="connsiteY13" fmla="*/ 109035 h 378322"/>
                <a:gd name="connsiteX14" fmla="*/ 45624 w 284392"/>
                <a:gd name="connsiteY14" fmla="*/ 182526 h 378322"/>
                <a:gd name="connsiteX15" fmla="*/ 129100 w 284392"/>
                <a:gd name="connsiteY15" fmla="*/ 216362 h 378322"/>
                <a:gd name="connsiteX16" fmla="*/ 188636 w 284392"/>
                <a:gd name="connsiteY16" fmla="*/ 234444 h 378322"/>
                <a:gd name="connsiteX17" fmla="*/ 210243 w 284392"/>
                <a:gd name="connsiteY17" fmla="*/ 264166 h 378322"/>
                <a:gd name="connsiteX18" fmla="*/ 144878 w 284392"/>
                <a:gd name="connsiteY18" fmla="*/ 309022 h 378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84392" h="378322">
                  <a:moveTo>
                    <a:pt x="144800" y="308944"/>
                  </a:moveTo>
                  <a:cubicBezTo>
                    <a:pt x="109746" y="308944"/>
                    <a:pt x="75315" y="295518"/>
                    <a:pt x="51376" y="266960"/>
                  </a:cubicBezTo>
                  <a:lnTo>
                    <a:pt x="0" y="312436"/>
                  </a:lnTo>
                  <a:cubicBezTo>
                    <a:pt x="33266" y="361405"/>
                    <a:pt x="92802" y="378322"/>
                    <a:pt x="146587" y="378322"/>
                  </a:cubicBezTo>
                  <a:cubicBezTo>
                    <a:pt x="221358" y="378322"/>
                    <a:pt x="284392" y="345108"/>
                    <a:pt x="284392" y="262304"/>
                  </a:cubicBezTo>
                  <a:cubicBezTo>
                    <a:pt x="284392" y="227925"/>
                    <a:pt x="273278" y="204023"/>
                    <a:pt x="251126" y="185941"/>
                  </a:cubicBezTo>
                  <a:cubicBezTo>
                    <a:pt x="226021" y="165531"/>
                    <a:pt x="195087" y="157925"/>
                    <a:pt x="161821" y="149234"/>
                  </a:cubicBezTo>
                  <a:cubicBezTo>
                    <a:pt x="133763" y="142249"/>
                    <a:pt x="115731" y="136972"/>
                    <a:pt x="102829" y="129988"/>
                  </a:cubicBezTo>
                  <a:cubicBezTo>
                    <a:pt x="91714" y="123547"/>
                    <a:pt x="87673" y="116019"/>
                    <a:pt x="87673" y="104922"/>
                  </a:cubicBezTo>
                  <a:cubicBezTo>
                    <a:pt x="87673" y="79234"/>
                    <a:pt x="110446" y="69379"/>
                    <a:pt x="141380" y="69379"/>
                  </a:cubicBezTo>
                  <a:cubicBezTo>
                    <a:pt x="177599" y="69379"/>
                    <a:pt x="200917" y="82804"/>
                    <a:pt x="224856" y="106706"/>
                  </a:cubicBezTo>
                  <a:lnTo>
                    <a:pt x="276231" y="56574"/>
                  </a:lnTo>
                  <a:cubicBezTo>
                    <a:pt x="243509" y="23359"/>
                    <a:pt x="202626" y="0"/>
                    <a:pt x="146043" y="0"/>
                  </a:cubicBezTo>
                  <a:cubicBezTo>
                    <a:pt x="80678" y="0"/>
                    <a:pt x="14068" y="31508"/>
                    <a:pt x="14068" y="109035"/>
                  </a:cubicBezTo>
                  <a:cubicBezTo>
                    <a:pt x="14068" y="134101"/>
                    <a:pt x="21063" y="162659"/>
                    <a:pt x="45624" y="182526"/>
                  </a:cubicBezTo>
                  <a:cubicBezTo>
                    <a:pt x="70185" y="202315"/>
                    <a:pt x="109824" y="211706"/>
                    <a:pt x="129100" y="216362"/>
                  </a:cubicBezTo>
                  <a:cubicBezTo>
                    <a:pt x="160034" y="223967"/>
                    <a:pt x="175812" y="228002"/>
                    <a:pt x="188636" y="234444"/>
                  </a:cubicBezTo>
                  <a:cubicBezTo>
                    <a:pt x="206124" y="243213"/>
                    <a:pt x="210243" y="253689"/>
                    <a:pt x="210243" y="264166"/>
                  </a:cubicBezTo>
                  <a:cubicBezTo>
                    <a:pt x="210243" y="290397"/>
                    <a:pt x="186304" y="309022"/>
                    <a:pt x="144878" y="309022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9B84F03-B032-8A43-4CB3-4E05F6500F1C}"/>
                </a:ext>
              </a:extLst>
            </p:cNvPr>
            <p:cNvSpPr/>
            <p:nvPr/>
          </p:nvSpPr>
          <p:spPr bwMode="invGray">
            <a:xfrm>
              <a:off x="4818877" y="4352329"/>
              <a:ext cx="177521" cy="281006"/>
            </a:xfrm>
            <a:custGeom>
              <a:avLst/>
              <a:gdLst>
                <a:gd name="connsiteX0" fmla="*/ 68864 w 177521"/>
                <a:gd name="connsiteY0" fmla="*/ 131074 h 281006"/>
                <a:gd name="connsiteX1" fmla="*/ 109669 w 177521"/>
                <a:gd name="connsiteY1" fmla="*/ 70465 h 281006"/>
                <a:gd name="connsiteX2" fmla="*/ 149386 w 177521"/>
                <a:gd name="connsiteY2" fmla="*/ 87383 h 281006"/>
                <a:gd name="connsiteX3" fmla="*/ 177522 w 177521"/>
                <a:gd name="connsiteY3" fmla="*/ 18625 h 281006"/>
                <a:gd name="connsiteX4" fmla="*/ 126690 w 177521"/>
                <a:gd name="connsiteY4" fmla="*/ 0 h 281006"/>
                <a:gd name="connsiteX5" fmla="*/ 68864 w 177521"/>
                <a:gd name="connsiteY5" fmla="*/ 25066 h 281006"/>
                <a:gd name="connsiteX6" fmla="*/ 68864 w 177521"/>
                <a:gd name="connsiteY6" fmla="*/ 5820 h 281006"/>
                <a:gd name="connsiteX7" fmla="*/ 0 w 177521"/>
                <a:gd name="connsiteY7" fmla="*/ 5820 h 281006"/>
                <a:gd name="connsiteX8" fmla="*/ 0 w 177521"/>
                <a:gd name="connsiteY8" fmla="*/ 281006 h 281006"/>
                <a:gd name="connsiteX9" fmla="*/ 68864 w 177521"/>
                <a:gd name="connsiteY9" fmla="*/ 281006 h 281006"/>
                <a:gd name="connsiteX10" fmla="*/ 68864 w 177521"/>
                <a:gd name="connsiteY10" fmla="*/ 131152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7521" h="281006">
                  <a:moveTo>
                    <a:pt x="68864" y="131074"/>
                  </a:moveTo>
                  <a:cubicBezTo>
                    <a:pt x="68864" y="97859"/>
                    <a:pt x="76947" y="70465"/>
                    <a:pt x="109669" y="70465"/>
                  </a:cubicBezTo>
                  <a:cubicBezTo>
                    <a:pt x="126612" y="70465"/>
                    <a:pt x="138893" y="77449"/>
                    <a:pt x="149386" y="87383"/>
                  </a:cubicBezTo>
                  <a:lnTo>
                    <a:pt x="177522" y="18625"/>
                  </a:lnTo>
                  <a:cubicBezTo>
                    <a:pt x="162910" y="5820"/>
                    <a:pt x="145966" y="0"/>
                    <a:pt x="126690" y="0"/>
                  </a:cubicBezTo>
                  <a:cubicBezTo>
                    <a:pt x="104539" y="0"/>
                    <a:pt x="84642" y="9312"/>
                    <a:pt x="68864" y="25066"/>
                  </a:cubicBezTo>
                  <a:lnTo>
                    <a:pt x="68864" y="5820"/>
                  </a:lnTo>
                  <a:lnTo>
                    <a:pt x="0" y="5820"/>
                  </a:lnTo>
                  <a:lnTo>
                    <a:pt x="0" y="281006"/>
                  </a:lnTo>
                  <a:lnTo>
                    <a:pt x="68864" y="281006"/>
                  </a:lnTo>
                  <a:lnTo>
                    <a:pt x="68864" y="131152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E00327E9-DCE6-247C-BBE1-1EB173B02AD2}"/>
                </a:ext>
              </a:extLst>
            </p:cNvPr>
            <p:cNvSpPr/>
            <p:nvPr/>
          </p:nvSpPr>
          <p:spPr bwMode="invGray">
            <a:xfrm>
              <a:off x="5810324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367B59A-4EEB-FA3F-36FE-33F072C629BD}"/>
                </a:ext>
              </a:extLst>
            </p:cNvPr>
            <p:cNvSpPr/>
            <p:nvPr/>
          </p:nvSpPr>
          <p:spPr bwMode="invGray">
            <a:xfrm>
              <a:off x="5379966" y="4358382"/>
              <a:ext cx="398257" cy="275185"/>
            </a:xfrm>
            <a:custGeom>
              <a:avLst/>
              <a:gdLst>
                <a:gd name="connsiteX0" fmla="*/ 279107 w 398257"/>
                <a:gd name="connsiteY0" fmla="*/ 159710 h 275185"/>
                <a:gd name="connsiteX1" fmla="*/ 232395 w 398257"/>
                <a:gd name="connsiteY1" fmla="*/ 0 h 275185"/>
                <a:gd name="connsiteX2" fmla="*/ 167651 w 398257"/>
                <a:gd name="connsiteY2" fmla="*/ 0 h 275185"/>
                <a:gd name="connsiteX3" fmla="*/ 120939 w 398257"/>
                <a:gd name="connsiteY3" fmla="*/ 159710 h 275185"/>
                <a:gd name="connsiteX4" fmla="*/ 79434 w 398257"/>
                <a:gd name="connsiteY4" fmla="*/ 0 h 275185"/>
                <a:gd name="connsiteX5" fmla="*/ 0 w 398257"/>
                <a:gd name="connsiteY5" fmla="*/ 0 h 275185"/>
                <a:gd name="connsiteX6" fmla="*/ 86429 w 398257"/>
                <a:gd name="connsiteY6" fmla="*/ 275186 h 275185"/>
                <a:gd name="connsiteX7" fmla="*/ 151873 w 398257"/>
                <a:gd name="connsiteY7" fmla="*/ 275186 h 275185"/>
                <a:gd name="connsiteX8" fmla="*/ 199129 w 398257"/>
                <a:gd name="connsiteY8" fmla="*/ 107870 h 275185"/>
                <a:gd name="connsiteX9" fmla="*/ 245841 w 398257"/>
                <a:gd name="connsiteY9" fmla="*/ 275186 h 275185"/>
                <a:gd name="connsiteX10" fmla="*/ 311285 w 398257"/>
                <a:gd name="connsiteY10" fmla="*/ 275186 h 275185"/>
                <a:gd name="connsiteX11" fmla="*/ 398258 w 398257"/>
                <a:gd name="connsiteY11" fmla="*/ 0 h 275185"/>
                <a:gd name="connsiteX12" fmla="*/ 321156 w 398257"/>
                <a:gd name="connsiteY12" fmla="*/ 0 h 275185"/>
                <a:gd name="connsiteX13" fmla="*/ 279107 w 398257"/>
                <a:gd name="connsiteY13" fmla="*/ 159710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8257" h="275185">
                  <a:moveTo>
                    <a:pt x="279107" y="159710"/>
                  </a:moveTo>
                  <a:lnTo>
                    <a:pt x="232395" y="0"/>
                  </a:lnTo>
                  <a:lnTo>
                    <a:pt x="167651" y="0"/>
                  </a:lnTo>
                  <a:lnTo>
                    <a:pt x="120939" y="159710"/>
                  </a:lnTo>
                  <a:lnTo>
                    <a:pt x="79434" y="0"/>
                  </a:lnTo>
                  <a:lnTo>
                    <a:pt x="0" y="0"/>
                  </a:lnTo>
                  <a:lnTo>
                    <a:pt x="86429" y="275186"/>
                  </a:lnTo>
                  <a:lnTo>
                    <a:pt x="151873" y="275186"/>
                  </a:lnTo>
                  <a:lnTo>
                    <a:pt x="199129" y="107870"/>
                  </a:lnTo>
                  <a:lnTo>
                    <a:pt x="245841" y="275186"/>
                  </a:lnTo>
                  <a:lnTo>
                    <a:pt x="311285" y="275186"/>
                  </a:lnTo>
                  <a:lnTo>
                    <a:pt x="398258" y="0"/>
                  </a:lnTo>
                  <a:lnTo>
                    <a:pt x="321156" y="0"/>
                  </a:lnTo>
                  <a:lnTo>
                    <a:pt x="279107" y="15971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28319E6-EA49-AB93-08E2-565728F9B32A}"/>
                </a:ext>
              </a:extLst>
            </p:cNvPr>
            <p:cNvSpPr/>
            <p:nvPr/>
          </p:nvSpPr>
          <p:spPr bwMode="invGray">
            <a:xfrm>
              <a:off x="5815609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0249C70E-24F4-ED95-FE7C-8871A3C216B6}"/>
                </a:ext>
              </a:extLst>
            </p:cNvPr>
            <p:cNvSpPr/>
            <p:nvPr/>
          </p:nvSpPr>
          <p:spPr bwMode="invGray">
            <a:xfrm>
              <a:off x="6582279" y="4352561"/>
              <a:ext cx="240555" cy="286904"/>
            </a:xfrm>
            <a:custGeom>
              <a:avLst/>
              <a:gdLst>
                <a:gd name="connsiteX0" fmla="*/ 131975 w 240555"/>
                <a:gd name="connsiteY0" fmla="*/ 218069 h 286904"/>
                <a:gd name="connsiteX1" fmla="*/ 73605 w 240555"/>
                <a:gd name="connsiteY1" fmla="*/ 142870 h 286904"/>
                <a:gd name="connsiteX2" fmla="*/ 131431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5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5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5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1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19" y="0"/>
                    <a:pt x="131975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5" y="204721"/>
                    <a:pt x="157080" y="218146"/>
                    <a:pt x="131975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28707D4C-14C1-8AAC-6664-7BD149D9299A}"/>
                </a:ext>
              </a:extLst>
            </p:cNvPr>
            <p:cNvSpPr/>
            <p:nvPr/>
          </p:nvSpPr>
          <p:spPr bwMode="invGray">
            <a:xfrm>
              <a:off x="7751870" y="4251132"/>
              <a:ext cx="247007" cy="388255"/>
            </a:xfrm>
            <a:custGeom>
              <a:avLst/>
              <a:gdLst>
                <a:gd name="connsiteX0" fmla="*/ 175734 w 247007"/>
                <a:gd name="connsiteY0" fmla="*/ 123547 h 388255"/>
                <a:gd name="connsiteX1" fmla="*/ 111534 w 247007"/>
                <a:gd name="connsiteY1" fmla="*/ 101429 h 388255"/>
                <a:gd name="connsiteX2" fmla="*/ 0 w 247007"/>
                <a:gd name="connsiteY2" fmla="*/ 242514 h 388255"/>
                <a:gd name="connsiteX3" fmla="*/ 113244 w 247007"/>
                <a:gd name="connsiteY3" fmla="*/ 388256 h 388255"/>
                <a:gd name="connsiteX4" fmla="*/ 175734 w 247007"/>
                <a:gd name="connsiteY4" fmla="*/ 364354 h 388255"/>
                <a:gd name="connsiteX5" fmla="*/ 175734 w 247007"/>
                <a:gd name="connsiteY5" fmla="*/ 382436 h 388255"/>
                <a:gd name="connsiteX6" fmla="*/ 247007 w 247007"/>
                <a:gd name="connsiteY6" fmla="*/ 382436 h 388255"/>
                <a:gd name="connsiteX7" fmla="*/ 247007 w 247007"/>
                <a:gd name="connsiteY7" fmla="*/ 0 h 388255"/>
                <a:gd name="connsiteX8" fmla="*/ 175734 w 247007"/>
                <a:gd name="connsiteY8" fmla="*/ 35543 h 388255"/>
                <a:gd name="connsiteX9" fmla="*/ 175734 w 247007"/>
                <a:gd name="connsiteY9" fmla="*/ 123547 h 388255"/>
                <a:gd name="connsiteX10" fmla="*/ 175734 w 247007"/>
                <a:gd name="connsiteY10" fmla="*/ 297303 h 388255"/>
                <a:gd name="connsiteX11" fmla="*/ 127856 w 247007"/>
                <a:gd name="connsiteY11" fmla="*/ 321206 h 388255"/>
                <a:gd name="connsiteX12" fmla="*/ 74693 w 247007"/>
                <a:gd name="connsiteY12" fmla="*/ 240186 h 388255"/>
                <a:gd name="connsiteX13" fmla="*/ 126069 w 247007"/>
                <a:gd name="connsiteY13" fmla="*/ 168480 h 388255"/>
                <a:gd name="connsiteX14" fmla="*/ 175734 w 247007"/>
                <a:gd name="connsiteY14" fmla="*/ 192382 h 388255"/>
                <a:gd name="connsiteX15" fmla="*/ 175734 w 247007"/>
                <a:gd name="connsiteY15" fmla="*/ 297303 h 388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7007" h="388255">
                  <a:moveTo>
                    <a:pt x="175734" y="123547"/>
                  </a:moveTo>
                  <a:cubicBezTo>
                    <a:pt x="158246" y="107793"/>
                    <a:pt x="135473" y="101429"/>
                    <a:pt x="111534" y="101429"/>
                  </a:cubicBezTo>
                  <a:cubicBezTo>
                    <a:pt x="39717" y="101429"/>
                    <a:pt x="0" y="159167"/>
                    <a:pt x="0" y="242514"/>
                  </a:cubicBezTo>
                  <a:cubicBezTo>
                    <a:pt x="0" y="319498"/>
                    <a:pt x="33888" y="388256"/>
                    <a:pt x="113244" y="388256"/>
                  </a:cubicBezTo>
                  <a:cubicBezTo>
                    <a:pt x="138349" y="388256"/>
                    <a:pt x="152339" y="381271"/>
                    <a:pt x="175734" y="364354"/>
                  </a:cubicBezTo>
                  <a:lnTo>
                    <a:pt x="175734" y="382436"/>
                  </a:lnTo>
                  <a:lnTo>
                    <a:pt x="247007" y="382436"/>
                  </a:lnTo>
                  <a:lnTo>
                    <a:pt x="247007" y="0"/>
                  </a:lnTo>
                  <a:lnTo>
                    <a:pt x="175734" y="35543"/>
                  </a:lnTo>
                  <a:lnTo>
                    <a:pt x="175734" y="123547"/>
                  </a:lnTo>
                  <a:close/>
                  <a:moveTo>
                    <a:pt x="175734" y="297303"/>
                  </a:moveTo>
                  <a:cubicBezTo>
                    <a:pt x="161744" y="312436"/>
                    <a:pt x="147676" y="321206"/>
                    <a:pt x="127856" y="321206"/>
                  </a:cubicBezTo>
                  <a:cubicBezTo>
                    <a:pt x="87595" y="321206"/>
                    <a:pt x="74693" y="284499"/>
                    <a:pt x="74693" y="240186"/>
                  </a:cubicBezTo>
                  <a:cubicBezTo>
                    <a:pt x="74693" y="201151"/>
                    <a:pt x="84642" y="168480"/>
                    <a:pt x="126069" y="168480"/>
                  </a:cubicBezTo>
                  <a:cubicBezTo>
                    <a:pt x="145888" y="168480"/>
                    <a:pt x="160500" y="176085"/>
                    <a:pt x="175734" y="192382"/>
                  </a:cubicBezTo>
                  <a:lnTo>
                    <a:pt x="175734" y="297303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C0D29B89-F71B-E1A8-1180-FB21EF64116F}"/>
                </a:ext>
              </a:extLst>
            </p:cNvPr>
            <p:cNvSpPr/>
            <p:nvPr/>
          </p:nvSpPr>
          <p:spPr bwMode="invGray">
            <a:xfrm>
              <a:off x="8325162" y="4352561"/>
              <a:ext cx="237757" cy="281083"/>
            </a:xfrm>
            <a:custGeom>
              <a:avLst/>
              <a:gdLst>
                <a:gd name="connsiteX0" fmla="*/ 138426 w 237757"/>
                <a:gd name="connsiteY0" fmla="*/ 0 h 281083"/>
                <a:gd name="connsiteX1" fmla="*/ 71273 w 237757"/>
                <a:gd name="connsiteY1" fmla="*/ 24523 h 281083"/>
                <a:gd name="connsiteX2" fmla="*/ 71273 w 237757"/>
                <a:gd name="connsiteY2" fmla="*/ 5898 h 281083"/>
                <a:gd name="connsiteX3" fmla="*/ 0 w 237757"/>
                <a:gd name="connsiteY3" fmla="*/ 5898 h 281083"/>
                <a:gd name="connsiteX4" fmla="*/ 0 w 237757"/>
                <a:gd name="connsiteY4" fmla="*/ 281084 h 281083"/>
                <a:gd name="connsiteX5" fmla="*/ 71273 w 237757"/>
                <a:gd name="connsiteY5" fmla="*/ 281084 h 281083"/>
                <a:gd name="connsiteX6" fmla="*/ 71273 w 237757"/>
                <a:gd name="connsiteY6" fmla="*/ 129522 h 281083"/>
                <a:gd name="connsiteX7" fmla="*/ 119151 w 237757"/>
                <a:gd name="connsiteY7" fmla="*/ 67128 h 281083"/>
                <a:gd name="connsiteX8" fmla="*/ 166485 w 237757"/>
                <a:gd name="connsiteY8" fmla="*/ 131229 h 281083"/>
                <a:gd name="connsiteX9" fmla="*/ 166485 w 237757"/>
                <a:gd name="connsiteY9" fmla="*/ 281084 h 281083"/>
                <a:gd name="connsiteX10" fmla="*/ 237758 w 237757"/>
                <a:gd name="connsiteY10" fmla="*/ 281084 h 281083"/>
                <a:gd name="connsiteX11" fmla="*/ 237758 w 237757"/>
                <a:gd name="connsiteY11" fmla="*/ 125409 h 281083"/>
                <a:gd name="connsiteX12" fmla="*/ 138504 w 237757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757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85" y="92815"/>
                    <a:pt x="166485" y="131229"/>
                  </a:cubicBezTo>
                  <a:lnTo>
                    <a:pt x="166485" y="281084"/>
                  </a:lnTo>
                  <a:lnTo>
                    <a:pt x="237758" y="281084"/>
                  </a:lnTo>
                  <a:lnTo>
                    <a:pt x="237758" y="125409"/>
                  </a:lnTo>
                  <a:cubicBezTo>
                    <a:pt x="237758" y="57816"/>
                    <a:pt x="213197" y="78"/>
                    <a:pt x="138504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CFA74B54-B8CC-9C6C-AF50-234F8ACD1791}"/>
                </a:ext>
              </a:extLst>
            </p:cNvPr>
            <p:cNvSpPr/>
            <p:nvPr/>
          </p:nvSpPr>
          <p:spPr bwMode="invGray">
            <a:xfrm>
              <a:off x="8041469" y="4352561"/>
              <a:ext cx="238846" cy="286904"/>
            </a:xfrm>
            <a:custGeom>
              <a:avLst/>
              <a:gdLst>
                <a:gd name="connsiteX0" fmla="*/ 122027 w 238846"/>
                <a:gd name="connsiteY0" fmla="*/ 0 h 286904"/>
                <a:gd name="connsiteX1" fmla="*/ 0 w 238846"/>
                <a:gd name="connsiteY1" fmla="*/ 144034 h 286904"/>
                <a:gd name="connsiteX2" fmla="*/ 126690 w 238846"/>
                <a:gd name="connsiteY2" fmla="*/ 286904 h 286904"/>
                <a:gd name="connsiteX3" fmla="*/ 226566 w 238846"/>
                <a:gd name="connsiteY3" fmla="*/ 243213 h 286904"/>
                <a:gd name="connsiteX4" fmla="*/ 177522 w 238846"/>
                <a:gd name="connsiteY4" fmla="*/ 201850 h 286904"/>
                <a:gd name="connsiteX5" fmla="*/ 129644 w 238846"/>
                <a:gd name="connsiteY5" fmla="*/ 221095 h 286904"/>
                <a:gd name="connsiteX6" fmla="*/ 70651 w 238846"/>
                <a:gd name="connsiteY6" fmla="*/ 166850 h 286904"/>
                <a:gd name="connsiteX7" fmla="*/ 237680 w 238846"/>
                <a:gd name="connsiteY7" fmla="*/ 166850 h 286904"/>
                <a:gd name="connsiteX8" fmla="*/ 238846 w 238846"/>
                <a:gd name="connsiteY8" fmla="*/ 142948 h 286904"/>
                <a:gd name="connsiteX9" fmla="*/ 122027 w 238846"/>
                <a:gd name="connsiteY9" fmla="*/ 78 h 286904"/>
                <a:gd name="connsiteX10" fmla="*/ 71817 w 238846"/>
                <a:gd name="connsiteY10" fmla="*/ 113070 h 286904"/>
                <a:gd name="connsiteX11" fmla="*/ 119695 w 238846"/>
                <a:gd name="connsiteY11" fmla="*/ 61152 h 286904"/>
                <a:gd name="connsiteX12" fmla="*/ 169905 w 238846"/>
                <a:gd name="connsiteY12" fmla="*/ 113070 h 286904"/>
                <a:gd name="connsiteX13" fmla="*/ 71817 w 238846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6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2" y="215818"/>
                    <a:pt x="147131" y="221095"/>
                    <a:pt x="129644" y="221095"/>
                  </a:cubicBezTo>
                  <a:cubicBezTo>
                    <a:pt x="99876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6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553B07F4-8296-7AE9-CDB4-5436C437E419}"/>
                </a:ext>
              </a:extLst>
            </p:cNvPr>
            <p:cNvSpPr/>
            <p:nvPr/>
          </p:nvSpPr>
          <p:spPr bwMode="invGray">
            <a:xfrm>
              <a:off x="8867054" y="4352561"/>
              <a:ext cx="238845" cy="286904"/>
            </a:xfrm>
            <a:custGeom>
              <a:avLst/>
              <a:gdLst>
                <a:gd name="connsiteX0" fmla="*/ 122026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1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6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6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1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4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6" y="78"/>
                  </a:cubicBezTo>
                  <a:close/>
                  <a:moveTo>
                    <a:pt x="71817" y="113070"/>
                  </a:moveTo>
                  <a:cubicBezTo>
                    <a:pt x="73604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47CB7790-A1C0-1BB1-EB89-BB3629DF374A}"/>
                </a:ext>
              </a:extLst>
            </p:cNvPr>
            <p:cNvSpPr/>
            <p:nvPr/>
          </p:nvSpPr>
          <p:spPr bwMode="invGray">
            <a:xfrm>
              <a:off x="4999974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5F497963-C00B-0FB8-A487-18ED098E8449}"/>
                </a:ext>
              </a:extLst>
            </p:cNvPr>
            <p:cNvSpPr/>
            <p:nvPr/>
          </p:nvSpPr>
          <p:spPr bwMode="invGray">
            <a:xfrm>
              <a:off x="3424508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1AA4F1C5-CBD3-F68C-3586-409492F65AC8}"/>
                </a:ext>
              </a:extLst>
            </p:cNvPr>
            <p:cNvSpPr/>
            <p:nvPr/>
          </p:nvSpPr>
          <p:spPr bwMode="invGray">
            <a:xfrm>
              <a:off x="2512417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6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1" y="215818"/>
                    <a:pt x="147132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F59CE74D-BD52-E11F-6F05-74B250430C7B}"/>
                </a:ext>
              </a:extLst>
            </p:cNvPr>
            <p:cNvSpPr/>
            <p:nvPr/>
          </p:nvSpPr>
          <p:spPr bwMode="invGray">
            <a:xfrm>
              <a:off x="4536739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B1F73BF4-D874-99B2-654D-8A98D50EA6F7}"/>
                </a:ext>
              </a:extLst>
            </p:cNvPr>
            <p:cNvSpPr/>
            <p:nvPr/>
          </p:nvSpPr>
          <p:spPr bwMode="invGray">
            <a:xfrm>
              <a:off x="4026014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161B7CE8-A2D3-65D9-91C9-35A22DECC422}"/>
                </a:ext>
              </a:extLst>
            </p:cNvPr>
            <p:cNvSpPr/>
            <p:nvPr/>
          </p:nvSpPr>
          <p:spPr bwMode="invGray">
            <a:xfrm>
              <a:off x="8604890" y="4352561"/>
              <a:ext cx="240555" cy="286904"/>
            </a:xfrm>
            <a:custGeom>
              <a:avLst/>
              <a:gdLst>
                <a:gd name="connsiteX0" fmla="*/ 131976 w 240555"/>
                <a:gd name="connsiteY0" fmla="*/ 218069 h 286904"/>
                <a:gd name="connsiteX1" fmla="*/ 73605 w 240555"/>
                <a:gd name="connsiteY1" fmla="*/ 142870 h 286904"/>
                <a:gd name="connsiteX2" fmla="*/ 131432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6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6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6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2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20" y="0"/>
                    <a:pt x="131976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6" y="204721"/>
                    <a:pt x="157080" y="218146"/>
                    <a:pt x="131976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CB194DCE-EE51-E242-D9F9-C28D2921768E}"/>
                </a:ext>
              </a:extLst>
            </p:cNvPr>
            <p:cNvSpPr/>
            <p:nvPr/>
          </p:nvSpPr>
          <p:spPr bwMode="invGray">
            <a:xfrm>
              <a:off x="6846230" y="4352561"/>
              <a:ext cx="258043" cy="286826"/>
            </a:xfrm>
            <a:custGeom>
              <a:avLst/>
              <a:gdLst>
                <a:gd name="connsiteX0" fmla="*/ 129022 w 258043"/>
                <a:gd name="connsiteY0" fmla="*/ 0 h 286826"/>
                <a:gd name="connsiteX1" fmla="*/ 0 w 258043"/>
                <a:gd name="connsiteY1" fmla="*/ 143413 h 286826"/>
                <a:gd name="connsiteX2" fmla="*/ 129022 w 258043"/>
                <a:gd name="connsiteY2" fmla="*/ 286827 h 286826"/>
                <a:gd name="connsiteX3" fmla="*/ 258043 w 258043"/>
                <a:gd name="connsiteY3" fmla="*/ 143413 h 286826"/>
                <a:gd name="connsiteX4" fmla="*/ 129022 w 258043"/>
                <a:gd name="connsiteY4" fmla="*/ 0 h 286826"/>
                <a:gd name="connsiteX5" fmla="*/ 129022 w 258043"/>
                <a:gd name="connsiteY5" fmla="*/ 218069 h 286826"/>
                <a:gd name="connsiteX6" fmla="*/ 73527 w 258043"/>
                <a:gd name="connsiteY6" fmla="*/ 143413 h 286826"/>
                <a:gd name="connsiteX7" fmla="*/ 129022 w 258043"/>
                <a:gd name="connsiteY7" fmla="*/ 68215 h 286826"/>
                <a:gd name="connsiteX8" fmla="*/ 184517 w 258043"/>
                <a:gd name="connsiteY8" fmla="*/ 143413 h 286826"/>
                <a:gd name="connsiteX9" fmla="*/ 129022 w 258043"/>
                <a:gd name="connsiteY9" fmla="*/ 21806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8043" h="286826">
                  <a:moveTo>
                    <a:pt x="129022" y="0"/>
                  </a:moveTo>
                  <a:cubicBezTo>
                    <a:pt x="49588" y="0"/>
                    <a:pt x="0" y="62394"/>
                    <a:pt x="0" y="143413"/>
                  </a:cubicBezTo>
                  <a:cubicBezTo>
                    <a:pt x="0" y="228546"/>
                    <a:pt x="54329" y="286827"/>
                    <a:pt x="129022" y="286827"/>
                  </a:cubicBezTo>
                  <a:cubicBezTo>
                    <a:pt x="203714" y="286827"/>
                    <a:pt x="258043" y="228546"/>
                    <a:pt x="258043" y="143413"/>
                  </a:cubicBezTo>
                  <a:cubicBezTo>
                    <a:pt x="258043" y="58281"/>
                    <a:pt x="208378" y="0"/>
                    <a:pt x="129022" y="0"/>
                  </a:cubicBezTo>
                  <a:close/>
                  <a:moveTo>
                    <a:pt x="129022" y="218069"/>
                  </a:moveTo>
                  <a:cubicBezTo>
                    <a:pt x="83476" y="218069"/>
                    <a:pt x="73527" y="174378"/>
                    <a:pt x="73527" y="143413"/>
                  </a:cubicBezTo>
                  <a:cubicBezTo>
                    <a:pt x="73527" y="100886"/>
                    <a:pt x="91015" y="68215"/>
                    <a:pt x="129022" y="68215"/>
                  </a:cubicBezTo>
                  <a:cubicBezTo>
                    <a:pt x="167029" y="68215"/>
                    <a:pt x="184517" y="100886"/>
                    <a:pt x="184517" y="143413"/>
                  </a:cubicBezTo>
                  <a:cubicBezTo>
                    <a:pt x="184517" y="174300"/>
                    <a:pt x="174568" y="218069"/>
                    <a:pt x="129022" y="21806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3D1DEE59-92C7-1DB0-CBCB-2855C165D620}"/>
                </a:ext>
              </a:extLst>
            </p:cNvPr>
            <p:cNvSpPr/>
            <p:nvPr/>
          </p:nvSpPr>
          <p:spPr bwMode="invGray">
            <a:xfrm>
              <a:off x="7419599" y="4252917"/>
              <a:ext cx="174646" cy="380573"/>
            </a:xfrm>
            <a:custGeom>
              <a:avLst/>
              <a:gdLst>
                <a:gd name="connsiteX0" fmla="*/ 38551 w 174646"/>
                <a:gd name="connsiteY0" fmla="*/ 72250 h 380573"/>
                <a:gd name="connsiteX1" fmla="*/ 38551 w 174646"/>
                <a:gd name="connsiteY1" fmla="*/ 105465 h 380573"/>
                <a:gd name="connsiteX2" fmla="*/ 0 w 174646"/>
                <a:gd name="connsiteY2" fmla="*/ 105465 h 380573"/>
                <a:gd name="connsiteX3" fmla="*/ 0 w 174646"/>
                <a:gd name="connsiteY3" fmla="*/ 171894 h 380573"/>
                <a:gd name="connsiteX4" fmla="*/ 38551 w 174646"/>
                <a:gd name="connsiteY4" fmla="*/ 171894 h 380573"/>
                <a:gd name="connsiteX5" fmla="*/ 38551 w 174646"/>
                <a:gd name="connsiteY5" fmla="*/ 380573 h 380573"/>
                <a:gd name="connsiteX6" fmla="*/ 109824 w 174646"/>
                <a:gd name="connsiteY6" fmla="*/ 380573 h 380573"/>
                <a:gd name="connsiteX7" fmla="*/ 109824 w 174646"/>
                <a:gd name="connsiteY7" fmla="*/ 171894 h 380573"/>
                <a:gd name="connsiteX8" fmla="*/ 168817 w 174646"/>
                <a:gd name="connsiteY8" fmla="*/ 171894 h 380573"/>
                <a:gd name="connsiteX9" fmla="*/ 168817 w 174646"/>
                <a:gd name="connsiteY9" fmla="*/ 105465 h 380573"/>
                <a:gd name="connsiteX10" fmla="*/ 109824 w 174646"/>
                <a:gd name="connsiteY10" fmla="*/ 105465 h 380573"/>
                <a:gd name="connsiteX11" fmla="*/ 109824 w 174646"/>
                <a:gd name="connsiteY11" fmla="*/ 83347 h 380573"/>
                <a:gd name="connsiteX12" fmla="*/ 139592 w 174646"/>
                <a:gd name="connsiteY12" fmla="*/ 59445 h 380573"/>
                <a:gd name="connsiteX13" fmla="*/ 174646 w 174646"/>
                <a:gd name="connsiteY13" fmla="*/ 64722 h 380573"/>
                <a:gd name="connsiteX14" fmla="*/ 174646 w 174646"/>
                <a:gd name="connsiteY14" fmla="*/ 7605 h 380573"/>
                <a:gd name="connsiteX15" fmla="*/ 122649 w 174646"/>
                <a:gd name="connsiteY15" fmla="*/ 0 h 380573"/>
                <a:gd name="connsiteX16" fmla="*/ 38551 w 174646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6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3" y="0"/>
                    <a:pt x="122649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88909FD4-5500-417D-2FE2-A90ED51367F4}"/>
                </a:ext>
              </a:extLst>
            </p:cNvPr>
            <p:cNvSpPr/>
            <p:nvPr/>
          </p:nvSpPr>
          <p:spPr bwMode="invGray">
            <a:xfrm>
              <a:off x="3814838" y="4252917"/>
              <a:ext cx="174645" cy="380573"/>
            </a:xfrm>
            <a:custGeom>
              <a:avLst/>
              <a:gdLst>
                <a:gd name="connsiteX0" fmla="*/ 38551 w 174645"/>
                <a:gd name="connsiteY0" fmla="*/ 72250 h 380573"/>
                <a:gd name="connsiteX1" fmla="*/ 38551 w 174645"/>
                <a:gd name="connsiteY1" fmla="*/ 105465 h 380573"/>
                <a:gd name="connsiteX2" fmla="*/ 0 w 174645"/>
                <a:gd name="connsiteY2" fmla="*/ 105465 h 380573"/>
                <a:gd name="connsiteX3" fmla="*/ 0 w 174645"/>
                <a:gd name="connsiteY3" fmla="*/ 171894 h 380573"/>
                <a:gd name="connsiteX4" fmla="*/ 38551 w 174645"/>
                <a:gd name="connsiteY4" fmla="*/ 171894 h 380573"/>
                <a:gd name="connsiteX5" fmla="*/ 38551 w 174645"/>
                <a:gd name="connsiteY5" fmla="*/ 380573 h 380573"/>
                <a:gd name="connsiteX6" fmla="*/ 109824 w 174645"/>
                <a:gd name="connsiteY6" fmla="*/ 380573 h 380573"/>
                <a:gd name="connsiteX7" fmla="*/ 109824 w 174645"/>
                <a:gd name="connsiteY7" fmla="*/ 171894 h 380573"/>
                <a:gd name="connsiteX8" fmla="*/ 168817 w 174645"/>
                <a:gd name="connsiteY8" fmla="*/ 171894 h 380573"/>
                <a:gd name="connsiteX9" fmla="*/ 168817 w 174645"/>
                <a:gd name="connsiteY9" fmla="*/ 105465 h 380573"/>
                <a:gd name="connsiteX10" fmla="*/ 109824 w 174645"/>
                <a:gd name="connsiteY10" fmla="*/ 105465 h 380573"/>
                <a:gd name="connsiteX11" fmla="*/ 109824 w 174645"/>
                <a:gd name="connsiteY11" fmla="*/ 83347 h 380573"/>
                <a:gd name="connsiteX12" fmla="*/ 139592 w 174645"/>
                <a:gd name="connsiteY12" fmla="*/ 59445 h 380573"/>
                <a:gd name="connsiteX13" fmla="*/ 174646 w 174645"/>
                <a:gd name="connsiteY13" fmla="*/ 64722 h 380573"/>
                <a:gd name="connsiteX14" fmla="*/ 174646 w 174645"/>
                <a:gd name="connsiteY14" fmla="*/ 7605 h 380573"/>
                <a:gd name="connsiteX15" fmla="*/ 122648 w 174645"/>
                <a:gd name="connsiteY15" fmla="*/ 0 h 380573"/>
                <a:gd name="connsiteX16" fmla="*/ 38551 w 174645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5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2" y="0"/>
                    <a:pt x="122648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526F8177-9B40-0E74-AB3E-A0F40DDC6076}"/>
                </a:ext>
              </a:extLst>
            </p:cNvPr>
            <p:cNvSpPr/>
            <p:nvPr/>
          </p:nvSpPr>
          <p:spPr bwMode="invGray">
            <a:xfrm>
              <a:off x="7146866" y="4352561"/>
              <a:ext cx="237680" cy="281083"/>
            </a:xfrm>
            <a:custGeom>
              <a:avLst/>
              <a:gdLst>
                <a:gd name="connsiteX0" fmla="*/ 138426 w 237680"/>
                <a:gd name="connsiteY0" fmla="*/ 0 h 281083"/>
                <a:gd name="connsiteX1" fmla="*/ 71273 w 237680"/>
                <a:gd name="connsiteY1" fmla="*/ 24523 h 281083"/>
                <a:gd name="connsiteX2" fmla="*/ 71273 w 237680"/>
                <a:gd name="connsiteY2" fmla="*/ 5898 h 281083"/>
                <a:gd name="connsiteX3" fmla="*/ 0 w 237680"/>
                <a:gd name="connsiteY3" fmla="*/ 5898 h 281083"/>
                <a:gd name="connsiteX4" fmla="*/ 0 w 237680"/>
                <a:gd name="connsiteY4" fmla="*/ 281084 h 281083"/>
                <a:gd name="connsiteX5" fmla="*/ 71273 w 237680"/>
                <a:gd name="connsiteY5" fmla="*/ 281084 h 281083"/>
                <a:gd name="connsiteX6" fmla="*/ 71273 w 237680"/>
                <a:gd name="connsiteY6" fmla="*/ 129522 h 281083"/>
                <a:gd name="connsiteX7" fmla="*/ 119151 w 237680"/>
                <a:gd name="connsiteY7" fmla="*/ 67128 h 281083"/>
                <a:gd name="connsiteX8" fmla="*/ 166407 w 237680"/>
                <a:gd name="connsiteY8" fmla="*/ 131229 h 281083"/>
                <a:gd name="connsiteX9" fmla="*/ 166407 w 237680"/>
                <a:gd name="connsiteY9" fmla="*/ 281084 h 281083"/>
                <a:gd name="connsiteX10" fmla="*/ 237680 w 237680"/>
                <a:gd name="connsiteY10" fmla="*/ 281084 h 281083"/>
                <a:gd name="connsiteX11" fmla="*/ 237680 w 237680"/>
                <a:gd name="connsiteY11" fmla="*/ 125409 h 281083"/>
                <a:gd name="connsiteX12" fmla="*/ 138426 w 237680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680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07" y="92815"/>
                    <a:pt x="166407" y="131229"/>
                  </a:cubicBezTo>
                  <a:lnTo>
                    <a:pt x="166407" y="281084"/>
                  </a:lnTo>
                  <a:lnTo>
                    <a:pt x="237680" y="281084"/>
                  </a:lnTo>
                  <a:lnTo>
                    <a:pt x="237680" y="125409"/>
                  </a:lnTo>
                  <a:cubicBezTo>
                    <a:pt x="237680" y="57816"/>
                    <a:pt x="213119" y="78"/>
                    <a:pt x="138426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AAE2FE32-6206-C535-DAFF-ECF1743690EE}"/>
                </a:ext>
              </a:extLst>
            </p:cNvPr>
            <p:cNvSpPr/>
            <p:nvPr/>
          </p:nvSpPr>
          <p:spPr bwMode="invGray">
            <a:xfrm>
              <a:off x="7635595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ACD2A05D-0DA1-037F-CBA1-5978A361478A}"/>
                </a:ext>
              </a:extLst>
            </p:cNvPr>
            <p:cNvSpPr/>
            <p:nvPr/>
          </p:nvSpPr>
          <p:spPr bwMode="invGray">
            <a:xfrm>
              <a:off x="7630931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589E517-8520-D725-DE8B-CABEAF44095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  <a:gradFill>
            <a:gsLst>
              <a:gs pos="39000">
                <a:srgbClr val="1A9AFA"/>
              </a:gs>
              <a:gs pos="72000">
                <a:srgbClr val="7815EF"/>
              </a:gs>
              <a:gs pos="100000">
                <a:srgbClr val="FF32FF"/>
              </a:gs>
            </a:gsLst>
            <a:lin ang="18720000" scaled="0"/>
          </a:gradFill>
        </p:grpSpPr>
        <p:sp>
          <p:nvSpPr>
            <p:cNvPr id="3" name="Freeform 298">
              <a:extLst>
                <a:ext uri="{FF2B5EF4-FFF2-40B4-BE49-F238E27FC236}">
                  <a16:creationId xmlns:a16="http://schemas.microsoft.com/office/drawing/2014/main" id="{D036EC97-4F69-1380-5AD9-DD7147148623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grpFill/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292">
              <a:extLst>
                <a:ext uri="{FF2B5EF4-FFF2-40B4-BE49-F238E27FC236}">
                  <a16:creationId xmlns:a16="http://schemas.microsoft.com/office/drawing/2014/main" id="{DC85561D-0E2A-05DB-6095-2557AEA5E586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pFill/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271542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pectru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E0F752-0F37-5C14-91EB-EF32C3ED2A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FB16D98-C784-FAB9-BCBC-EA53480E5BA8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788DF65-E85A-7EA9-F2BB-B439D5C7EB16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1A9AFA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B6421F7-1BA7-70C3-4C7B-0694CD3F9A6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4CE2B77E-5DDA-CC5C-A575-69779E5794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2C2EB3B4-62C2-DB27-F905-7B5310DF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200" b="1" i="0" kern="1200" dirty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41B1F747-977A-C01C-9182-B92C691E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5537F6-5C4E-63FC-429B-CF99D919BC03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9345224" y="5422966"/>
            <a:ext cx="2437200" cy="1056582"/>
            <a:chOff x="1333500" y="1365250"/>
            <a:chExt cx="7772399" cy="3369514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AE139B0C-68EE-AC65-BE41-119026669C1F}"/>
                </a:ext>
              </a:extLst>
            </p:cNvPr>
            <p:cNvSpPr/>
            <p:nvPr/>
          </p:nvSpPr>
          <p:spPr bwMode="invGray">
            <a:xfrm>
              <a:off x="3765639" y="2990756"/>
              <a:ext cx="635704" cy="857763"/>
            </a:xfrm>
            <a:custGeom>
              <a:avLst/>
              <a:gdLst>
                <a:gd name="connsiteX0" fmla="*/ 504506 w 635704"/>
                <a:gd name="connsiteY0" fmla="*/ 268512 h 857763"/>
                <a:gd name="connsiteX1" fmla="*/ 494014 w 635704"/>
                <a:gd name="connsiteY1" fmla="*/ 205730 h 857763"/>
                <a:gd name="connsiteX2" fmla="*/ 464323 w 635704"/>
                <a:gd name="connsiteY2" fmla="*/ 159400 h 857763"/>
                <a:gd name="connsiteX3" fmla="*/ 417922 w 635704"/>
                <a:gd name="connsiteY3" fmla="*/ 130997 h 857763"/>
                <a:gd name="connsiteX4" fmla="*/ 357142 w 635704"/>
                <a:gd name="connsiteY4" fmla="*/ 121374 h 857763"/>
                <a:gd name="connsiteX5" fmla="*/ 126457 w 635704"/>
                <a:gd name="connsiteY5" fmla="*/ 121374 h 857763"/>
                <a:gd name="connsiteX6" fmla="*/ 126457 w 635704"/>
                <a:gd name="connsiteY6" fmla="*/ 416892 h 857763"/>
                <a:gd name="connsiteX7" fmla="*/ 357142 w 635704"/>
                <a:gd name="connsiteY7" fmla="*/ 416892 h 857763"/>
                <a:gd name="connsiteX8" fmla="*/ 467976 w 635704"/>
                <a:gd name="connsiteY8" fmla="*/ 377391 h 857763"/>
                <a:gd name="connsiteX9" fmla="*/ 504506 w 635704"/>
                <a:gd name="connsiteY9" fmla="*/ 268512 h 857763"/>
                <a:gd name="connsiteX10" fmla="*/ 635704 w 635704"/>
                <a:gd name="connsiteY10" fmla="*/ 268512 h 857763"/>
                <a:gd name="connsiteX11" fmla="*/ 614719 w 635704"/>
                <a:gd name="connsiteY11" fmla="*/ 385152 h 857763"/>
                <a:gd name="connsiteX12" fmla="*/ 556037 w 635704"/>
                <a:gd name="connsiteY12" fmla="*/ 469198 h 857763"/>
                <a:gd name="connsiteX13" fmla="*/ 466111 w 635704"/>
                <a:gd name="connsiteY13" fmla="*/ 520339 h 857763"/>
                <a:gd name="connsiteX14" fmla="*/ 351079 w 635704"/>
                <a:gd name="connsiteY14" fmla="*/ 537722 h 857763"/>
                <a:gd name="connsiteX15" fmla="*/ 126379 w 635704"/>
                <a:gd name="connsiteY15" fmla="*/ 537722 h 857763"/>
                <a:gd name="connsiteX16" fmla="*/ 126379 w 635704"/>
                <a:gd name="connsiteY16" fmla="*/ 857764 h 857763"/>
                <a:gd name="connsiteX17" fmla="*/ 0 w 635704"/>
                <a:gd name="connsiteY17" fmla="*/ 857764 h 857763"/>
                <a:gd name="connsiteX18" fmla="*/ 0 w 635704"/>
                <a:gd name="connsiteY18" fmla="*/ 0 h 857763"/>
                <a:gd name="connsiteX19" fmla="*/ 359474 w 635704"/>
                <a:gd name="connsiteY19" fmla="*/ 0 h 857763"/>
                <a:gd name="connsiteX20" fmla="*/ 469375 w 635704"/>
                <a:gd name="connsiteY20" fmla="*/ 17073 h 857763"/>
                <a:gd name="connsiteX21" fmla="*/ 556815 w 635704"/>
                <a:gd name="connsiteY21" fmla="*/ 67594 h 857763"/>
                <a:gd name="connsiteX22" fmla="*/ 614641 w 635704"/>
                <a:gd name="connsiteY22" fmla="*/ 151639 h 857763"/>
                <a:gd name="connsiteX23" fmla="*/ 635627 w 635704"/>
                <a:gd name="connsiteY23" fmla="*/ 268590 h 857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35704" h="857763">
                  <a:moveTo>
                    <a:pt x="504506" y="268512"/>
                  </a:moveTo>
                  <a:cubicBezTo>
                    <a:pt x="504506" y="244998"/>
                    <a:pt x="501009" y="224044"/>
                    <a:pt x="494014" y="205730"/>
                  </a:cubicBezTo>
                  <a:cubicBezTo>
                    <a:pt x="487018" y="187415"/>
                    <a:pt x="477148" y="171972"/>
                    <a:pt x="464323" y="159400"/>
                  </a:cubicBezTo>
                  <a:cubicBezTo>
                    <a:pt x="451576" y="146828"/>
                    <a:pt x="436031" y="137360"/>
                    <a:pt x="417922" y="130997"/>
                  </a:cubicBezTo>
                  <a:cubicBezTo>
                    <a:pt x="399734" y="124633"/>
                    <a:pt x="379448" y="121374"/>
                    <a:pt x="357142" y="121374"/>
                  </a:cubicBezTo>
                  <a:lnTo>
                    <a:pt x="126457" y="121374"/>
                  </a:lnTo>
                  <a:lnTo>
                    <a:pt x="126457" y="416892"/>
                  </a:lnTo>
                  <a:lnTo>
                    <a:pt x="357142" y="416892"/>
                  </a:lnTo>
                  <a:cubicBezTo>
                    <a:pt x="406652" y="416892"/>
                    <a:pt x="443571" y="403699"/>
                    <a:pt x="467976" y="377391"/>
                  </a:cubicBezTo>
                  <a:cubicBezTo>
                    <a:pt x="492304" y="351083"/>
                    <a:pt x="504506" y="314764"/>
                    <a:pt x="504506" y="268512"/>
                  </a:cubicBezTo>
                  <a:moveTo>
                    <a:pt x="635704" y="268512"/>
                  </a:moveTo>
                  <a:cubicBezTo>
                    <a:pt x="635704" y="312746"/>
                    <a:pt x="628709" y="351626"/>
                    <a:pt x="614719" y="385152"/>
                  </a:cubicBezTo>
                  <a:cubicBezTo>
                    <a:pt x="600729" y="418677"/>
                    <a:pt x="581220" y="446692"/>
                    <a:pt x="556037" y="469198"/>
                  </a:cubicBezTo>
                  <a:cubicBezTo>
                    <a:pt x="530855" y="491703"/>
                    <a:pt x="500931" y="508776"/>
                    <a:pt x="466111" y="520339"/>
                  </a:cubicBezTo>
                  <a:cubicBezTo>
                    <a:pt x="431368" y="531902"/>
                    <a:pt x="393050" y="537722"/>
                    <a:pt x="351079" y="537722"/>
                  </a:cubicBezTo>
                  <a:lnTo>
                    <a:pt x="126379" y="537722"/>
                  </a:lnTo>
                  <a:lnTo>
                    <a:pt x="126379" y="857764"/>
                  </a:lnTo>
                  <a:lnTo>
                    <a:pt x="0" y="857764"/>
                  </a:lnTo>
                  <a:lnTo>
                    <a:pt x="0" y="0"/>
                  </a:lnTo>
                  <a:lnTo>
                    <a:pt x="359474" y="0"/>
                  </a:lnTo>
                  <a:cubicBezTo>
                    <a:pt x="398957" y="0"/>
                    <a:pt x="435643" y="5665"/>
                    <a:pt x="469375" y="17073"/>
                  </a:cubicBezTo>
                  <a:cubicBezTo>
                    <a:pt x="503107" y="28481"/>
                    <a:pt x="532254" y="45321"/>
                    <a:pt x="556815" y="67594"/>
                  </a:cubicBezTo>
                  <a:cubicBezTo>
                    <a:pt x="581375" y="89944"/>
                    <a:pt x="600651" y="117959"/>
                    <a:pt x="614641" y="151639"/>
                  </a:cubicBezTo>
                  <a:cubicBezTo>
                    <a:pt x="628632" y="185320"/>
                    <a:pt x="635627" y="224277"/>
                    <a:pt x="635627" y="268590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4280FC7B-4F89-B8F9-CD4B-E0786CB3FB2A}"/>
                </a:ext>
              </a:extLst>
            </p:cNvPr>
            <p:cNvSpPr/>
            <p:nvPr/>
          </p:nvSpPr>
          <p:spPr bwMode="invGray">
            <a:xfrm>
              <a:off x="4442770" y="3191752"/>
              <a:ext cx="524092" cy="670503"/>
            </a:xfrm>
            <a:custGeom>
              <a:avLst/>
              <a:gdLst>
                <a:gd name="connsiteX0" fmla="*/ 400201 w 524092"/>
                <a:gd name="connsiteY0" fmla="*/ 382125 h 670503"/>
                <a:gd name="connsiteX1" fmla="*/ 367868 w 524092"/>
                <a:gd name="connsiteY1" fmla="*/ 369243 h 670503"/>
                <a:gd name="connsiteX2" fmla="*/ 337944 w 524092"/>
                <a:gd name="connsiteY2" fmla="*/ 361482 h 670503"/>
                <a:gd name="connsiteX3" fmla="*/ 300559 w 524092"/>
                <a:gd name="connsiteY3" fmla="*/ 356128 h 670503"/>
                <a:gd name="connsiteX4" fmla="*/ 252914 w 524092"/>
                <a:gd name="connsiteY4" fmla="*/ 354032 h 670503"/>
                <a:gd name="connsiteX5" fmla="*/ 156225 w 524092"/>
                <a:gd name="connsiteY5" fmla="*/ 379719 h 670503"/>
                <a:gd name="connsiteX6" fmla="*/ 120550 w 524092"/>
                <a:gd name="connsiteY6" fmla="*/ 449719 h 670503"/>
                <a:gd name="connsiteX7" fmla="*/ 130732 w 524092"/>
                <a:gd name="connsiteY7" fmla="*/ 498454 h 670503"/>
                <a:gd name="connsiteX8" fmla="*/ 156458 w 524092"/>
                <a:gd name="connsiteY8" fmla="*/ 531048 h 670503"/>
                <a:gd name="connsiteX9" fmla="*/ 193300 w 524092"/>
                <a:gd name="connsiteY9" fmla="*/ 549906 h 670503"/>
                <a:gd name="connsiteX10" fmla="*/ 244520 w 524092"/>
                <a:gd name="connsiteY10" fmla="*/ 556192 h 670503"/>
                <a:gd name="connsiteX11" fmla="*/ 293019 w 524092"/>
                <a:gd name="connsiteY11" fmla="*/ 548975 h 670503"/>
                <a:gd name="connsiteX12" fmla="*/ 336778 w 524092"/>
                <a:gd name="connsiteY12" fmla="*/ 530117 h 670503"/>
                <a:gd name="connsiteX13" fmla="*/ 373308 w 524092"/>
                <a:gd name="connsiteY13" fmla="*/ 503809 h 670503"/>
                <a:gd name="connsiteX14" fmla="*/ 400279 w 524092"/>
                <a:gd name="connsiteY14" fmla="*/ 474164 h 670503"/>
                <a:gd name="connsiteX15" fmla="*/ 400279 w 524092"/>
                <a:gd name="connsiteY15" fmla="*/ 382047 h 670503"/>
                <a:gd name="connsiteX16" fmla="*/ 400201 w 524092"/>
                <a:gd name="connsiteY16" fmla="*/ 656690 h 670503"/>
                <a:gd name="connsiteX17" fmla="*/ 400201 w 524092"/>
                <a:gd name="connsiteY17" fmla="*/ 593287 h 670503"/>
                <a:gd name="connsiteX18" fmla="*/ 359474 w 524092"/>
                <a:gd name="connsiteY18" fmla="*/ 626502 h 670503"/>
                <a:gd name="connsiteX19" fmla="*/ 325897 w 524092"/>
                <a:gd name="connsiteY19" fmla="*/ 646291 h 670503"/>
                <a:gd name="connsiteX20" fmla="*/ 281905 w 524092"/>
                <a:gd name="connsiteY20" fmla="*/ 663054 h 670503"/>
                <a:gd name="connsiteX21" fmla="*/ 223534 w 524092"/>
                <a:gd name="connsiteY21" fmla="*/ 670504 h 670503"/>
                <a:gd name="connsiteX22" fmla="*/ 144722 w 524092"/>
                <a:gd name="connsiteY22" fmla="*/ 658863 h 670503"/>
                <a:gd name="connsiteX23" fmla="*/ 72827 w 524092"/>
                <a:gd name="connsiteY23" fmla="*/ 621225 h 670503"/>
                <a:gd name="connsiteX24" fmla="*/ 20364 w 524092"/>
                <a:gd name="connsiteY24" fmla="*/ 553942 h 670503"/>
                <a:gd name="connsiteX25" fmla="*/ 0 w 524092"/>
                <a:gd name="connsiteY25" fmla="*/ 453444 h 670503"/>
                <a:gd name="connsiteX26" fmla="*/ 19431 w 524092"/>
                <a:gd name="connsiteY26" fmla="*/ 360473 h 670503"/>
                <a:gd name="connsiteX27" fmla="*/ 73371 w 524092"/>
                <a:gd name="connsiteY27" fmla="*/ 295596 h 670503"/>
                <a:gd name="connsiteX28" fmla="*/ 154826 w 524092"/>
                <a:gd name="connsiteY28" fmla="*/ 257570 h 670503"/>
                <a:gd name="connsiteX29" fmla="*/ 256334 w 524092"/>
                <a:gd name="connsiteY29" fmla="*/ 245308 h 670503"/>
                <a:gd name="connsiteX30" fmla="*/ 341986 w 524092"/>
                <a:gd name="connsiteY30" fmla="*/ 252215 h 670503"/>
                <a:gd name="connsiteX31" fmla="*/ 400123 w 524092"/>
                <a:gd name="connsiteY31" fmla="*/ 269831 h 670503"/>
                <a:gd name="connsiteX32" fmla="*/ 400123 w 524092"/>
                <a:gd name="connsiteY32" fmla="*/ 221949 h 670503"/>
                <a:gd name="connsiteX33" fmla="*/ 368956 w 524092"/>
                <a:gd name="connsiteY33" fmla="*/ 141240 h 670503"/>
                <a:gd name="connsiteX34" fmla="*/ 278485 w 524092"/>
                <a:gd name="connsiteY34" fmla="*/ 113148 h 670503"/>
                <a:gd name="connsiteX35" fmla="*/ 188636 w 524092"/>
                <a:gd name="connsiteY35" fmla="*/ 122693 h 670503"/>
                <a:gd name="connsiteX36" fmla="*/ 110757 w 524092"/>
                <a:gd name="connsiteY36" fmla="*/ 153192 h 670503"/>
                <a:gd name="connsiteX37" fmla="*/ 61635 w 524092"/>
                <a:gd name="connsiteY37" fmla="*/ 58048 h 670503"/>
                <a:gd name="connsiteX38" fmla="*/ 160733 w 524092"/>
                <a:gd name="connsiteY38" fmla="*/ 14667 h 670503"/>
                <a:gd name="connsiteX39" fmla="*/ 282060 w 524092"/>
                <a:gd name="connsiteY39" fmla="*/ 0 h 670503"/>
                <a:gd name="connsiteX40" fmla="*/ 380614 w 524092"/>
                <a:gd name="connsiteY40" fmla="*/ 13193 h 670503"/>
                <a:gd name="connsiteX41" fmla="*/ 457017 w 524092"/>
                <a:gd name="connsiteY41" fmla="*/ 53314 h 670503"/>
                <a:gd name="connsiteX42" fmla="*/ 506450 w 524092"/>
                <a:gd name="connsiteY42" fmla="*/ 120908 h 670503"/>
                <a:gd name="connsiteX43" fmla="*/ 524093 w 524092"/>
                <a:gd name="connsiteY43" fmla="*/ 216051 h 670503"/>
                <a:gd name="connsiteX44" fmla="*/ 524093 w 524092"/>
                <a:gd name="connsiteY44" fmla="*/ 656923 h 670503"/>
                <a:gd name="connsiteX45" fmla="*/ 400123 w 524092"/>
                <a:gd name="connsiteY45" fmla="*/ 65692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24092" h="670503">
                  <a:moveTo>
                    <a:pt x="400201" y="382125"/>
                  </a:moveTo>
                  <a:cubicBezTo>
                    <a:pt x="388231" y="376538"/>
                    <a:pt x="377428" y="372269"/>
                    <a:pt x="367868" y="369243"/>
                  </a:cubicBezTo>
                  <a:cubicBezTo>
                    <a:pt x="358308" y="366216"/>
                    <a:pt x="348359" y="363655"/>
                    <a:pt x="337944" y="361482"/>
                  </a:cubicBezTo>
                  <a:cubicBezTo>
                    <a:pt x="327607" y="359309"/>
                    <a:pt x="315093" y="357524"/>
                    <a:pt x="300559" y="356128"/>
                  </a:cubicBezTo>
                  <a:cubicBezTo>
                    <a:pt x="285946" y="354731"/>
                    <a:pt x="270091" y="354032"/>
                    <a:pt x="252914" y="354032"/>
                  </a:cubicBezTo>
                  <a:cubicBezTo>
                    <a:pt x="212186" y="354032"/>
                    <a:pt x="179931" y="362646"/>
                    <a:pt x="156225" y="379719"/>
                  </a:cubicBezTo>
                  <a:cubicBezTo>
                    <a:pt x="132442" y="396870"/>
                    <a:pt x="120550" y="420229"/>
                    <a:pt x="120550" y="449719"/>
                  </a:cubicBezTo>
                  <a:cubicBezTo>
                    <a:pt x="120550" y="468809"/>
                    <a:pt x="123892" y="485106"/>
                    <a:pt x="130732" y="498454"/>
                  </a:cubicBezTo>
                  <a:cubicBezTo>
                    <a:pt x="137494" y="511802"/>
                    <a:pt x="146121" y="522667"/>
                    <a:pt x="156458" y="531048"/>
                  </a:cubicBezTo>
                  <a:cubicBezTo>
                    <a:pt x="166796" y="539430"/>
                    <a:pt x="179154" y="545716"/>
                    <a:pt x="193300" y="549906"/>
                  </a:cubicBezTo>
                  <a:cubicBezTo>
                    <a:pt x="207523" y="554097"/>
                    <a:pt x="224545" y="556192"/>
                    <a:pt x="244520" y="556192"/>
                  </a:cubicBezTo>
                  <a:cubicBezTo>
                    <a:pt x="261308" y="556192"/>
                    <a:pt x="277475" y="553787"/>
                    <a:pt x="293019" y="548975"/>
                  </a:cubicBezTo>
                  <a:cubicBezTo>
                    <a:pt x="308642" y="544164"/>
                    <a:pt x="323176" y="537955"/>
                    <a:pt x="336778" y="530117"/>
                  </a:cubicBezTo>
                  <a:cubicBezTo>
                    <a:pt x="350380" y="522357"/>
                    <a:pt x="362505" y="513587"/>
                    <a:pt x="373308" y="503809"/>
                  </a:cubicBezTo>
                  <a:cubicBezTo>
                    <a:pt x="384112" y="494031"/>
                    <a:pt x="393050" y="484175"/>
                    <a:pt x="400279" y="474164"/>
                  </a:cubicBezTo>
                  <a:lnTo>
                    <a:pt x="400279" y="382047"/>
                  </a:lnTo>
                  <a:close/>
                  <a:moveTo>
                    <a:pt x="400201" y="656690"/>
                  </a:moveTo>
                  <a:lnTo>
                    <a:pt x="400201" y="593287"/>
                  </a:lnTo>
                  <a:cubicBezTo>
                    <a:pt x="383801" y="608498"/>
                    <a:pt x="370277" y="619518"/>
                    <a:pt x="359474" y="626502"/>
                  </a:cubicBezTo>
                  <a:cubicBezTo>
                    <a:pt x="348670" y="633486"/>
                    <a:pt x="337555" y="640083"/>
                    <a:pt x="325897" y="646291"/>
                  </a:cubicBezTo>
                  <a:cubicBezTo>
                    <a:pt x="314316" y="652422"/>
                    <a:pt x="299626" y="658009"/>
                    <a:pt x="281905" y="663054"/>
                  </a:cubicBezTo>
                  <a:cubicBezTo>
                    <a:pt x="264106" y="668021"/>
                    <a:pt x="244675" y="670504"/>
                    <a:pt x="223534" y="670504"/>
                  </a:cubicBezTo>
                  <a:cubicBezTo>
                    <a:pt x="197574" y="670504"/>
                    <a:pt x="171304" y="666624"/>
                    <a:pt x="144722" y="658863"/>
                  </a:cubicBezTo>
                  <a:cubicBezTo>
                    <a:pt x="118140" y="651103"/>
                    <a:pt x="94201" y="638531"/>
                    <a:pt x="72827" y="621225"/>
                  </a:cubicBezTo>
                  <a:cubicBezTo>
                    <a:pt x="51453" y="603842"/>
                    <a:pt x="33965" y="581414"/>
                    <a:pt x="20364" y="553942"/>
                  </a:cubicBezTo>
                  <a:cubicBezTo>
                    <a:pt x="6762" y="526470"/>
                    <a:pt x="0" y="492945"/>
                    <a:pt x="0" y="453444"/>
                  </a:cubicBezTo>
                  <a:cubicBezTo>
                    <a:pt x="0" y="417591"/>
                    <a:pt x="6451" y="386549"/>
                    <a:pt x="19431" y="360473"/>
                  </a:cubicBezTo>
                  <a:cubicBezTo>
                    <a:pt x="32411" y="334321"/>
                    <a:pt x="50365" y="312747"/>
                    <a:pt x="73371" y="295596"/>
                  </a:cubicBezTo>
                  <a:cubicBezTo>
                    <a:pt x="96378" y="278445"/>
                    <a:pt x="123503" y="265796"/>
                    <a:pt x="154826" y="257570"/>
                  </a:cubicBezTo>
                  <a:cubicBezTo>
                    <a:pt x="186149" y="249421"/>
                    <a:pt x="220037" y="245308"/>
                    <a:pt x="256334" y="245308"/>
                  </a:cubicBezTo>
                  <a:cubicBezTo>
                    <a:pt x="290299" y="245308"/>
                    <a:pt x="318824" y="247636"/>
                    <a:pt x="341986" y="252215"/>
                  </a:cubicBezTo>
                  <a:cubicBezTo>
                    <a:pt x="365147" y="256794"/>
                    <a:pt x="384501" y="262692"/>
                    <a:pt x="400123" y="269831"/>
                  </a:cubicBezTo>
                  <a:lnTo>
                    <a:pt x="400123" y="221949"/>
                  </a:lnTo>
                  <a:cubicBezTo>
                    <a:pt x="400123" y="186872"/>
                    <a:pt x="389786" y="159943"/>
                    <a:pt x="368956" y="141240"/>
                  </a:cubicBezTo>
                  <a:cubicBezTo>
                    <a:pt x="348203" y="122538"/>
                    <a:pt x="317969" y="113148"/>
                    <a:pt x="278485" y="113148"/>
                  </a:cubicBezTo>
                  <a:cubicBezTo>
                    <a:pt x="245297" y="113148"/>
                    <a:pt x="215373" y="116329"/>
                    <a:pt x="188636" y="122693"/>
                  </a:cubicBezTo>
                  <a:cubicBezTo>
                    <a:pt x="161899" y="129057"/>
                    <a:pt x="135939" y="139223"/>
                    <a:pt x="110757" y="153192"/>
                  </a:cubicBezTo>
                  <a:lnTo>
                    <a:pt x="61635" y="58048"/>
                  </a:lnTo>
                  <a:cubicBezTo>
                    <a:pt x="92414" y="38880"/>
                    <a:pt x="125446" y="24445"/>
                    <a:pt x="160733" y="14667"/>
                  </a:cubicBezTo>
                  <a:cubicBezTo>
                    <a:pt x="196098" y="4889"/>
                    <a:pt x="236514" y="0"/>
                    <a:pt x="282060" y="0"/>
                  </a:cubicBezTo>
                  <a:cubicBezTo>
                    <a:pt x="317969" y="0"/>
                    <a:pt x="350846" y="4423"/>
                    <a:pt x="380614" y="13193"/>
                  </a:cubicBezTo>
                  <a:cubicBezTo>
                    <a:pt x="410383" y="21962"/>
                    <a:pt x="435798" y="35310"/>
                    <a:pt x="457017" y="53314"/>
                  </a:cubicBezTo>
                  <a:cubicBezTo>
                    <a:pt x="478158" y="71241"/>
                    <a:pt x="494635" y="93746"/>
                    <a:pt x="506450" y="120908"/>
                  </a:cubicBezTo>
                  <a:cubicBezTo>
                    <a:pt x="518264" y="148070"/>
                    <a:pt x="524093" y="179732"/>
                    <a:pt x="524093" y="216051"/>
                  </a:cubicBezTo>
                  <a:lnTo>
                    <a:pt x="524093" y="656923"/>
                  </a:lnTo>
                  <a:lnTo>
                    <a:pt x="400123" y="656923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B6BD050A-A69F-C389-F706-064A20FB2611}"/>
                </a:ext>
              </a:extLst>
            </p:cNvPr>
            <p:cNvSpPr/>
            <p:nvPr/>
          </p:nvSpPr>
          <p:spPr bwMode="invGray">
            <a:xfrm>
              <a:off x="5089745" y="3191596"/>
              <a:ext cx="382790" cy="656767"/>
            </a:xfrm>
            <a:custGeom>
              <a:avLst/>
              <a:gdLst>
                <a:gd name="connsiteX0" fmla="*/ 349369 w 382790"/>
                <a:gd name="connsiteY0" fmla="*/ 147216 h 656767"/>
                <a:gd name="connsiteX1" fmla="*/ 306543 w 382790"/>
                <a:gd name="connsiteY1" fmla="*/ 129833 h 656767"/>
                <a:gd name="connsiteX2" fmla="*/ 252914 w 382790"/>
                <a:gd name="connsiteY2" fmla="*/ 123857 h 656767"/>
                <a:gd name="connsiteX3" fmla="*/ 159412 w 382790"/>
                <a:gd name="connsiteY3" fmla="*/ 165375 h 656767"/>
                <a:gd name="connsiteX4" fmla="*/ 126457 w 382790"/>
                <a:gd name="connsiteY4" fmla="*/ 289465 h 656767"/>
                <a:gd name="connsiteX5" fmla="*/ 126457 w 382790"/>
                <a:gd name="connsiteY5" fmla="*/ 656768 h 656767"/>
                <a:gd name="connsiteX6" fmla="*/ 0 w 382790"/>
                <a:gd name="connsiteY6" fmla="*/ 656768 h 656767"/>
                <a:gd name="connsiteX7" fmla="*/ 0 w 382790"/>
                <a:gd name="connsiteY7" fmla="*/ 13736 h 656767"/>
                <a:gd name="connsiteX8" fmla="*/ 126457 w 382790"/>
                <a:gd name="connsiteY8" fmla="*/ 13736 h 656767"/>
                <a:gd name="connsiteX9" fmla="*/ 126457 w 382790"/>
                <a:gd name="connsiteY9" fmla="*/ 74733 h 656767"/>
                <a:gd name="connsiteX10" fmla="*/ 152805 w 382790"/>
                <a:gd name="connsiteY10" fmla="*/ 45088 h 656767"/>
                <a:gd name="connsiteX11" fmla="*/ 187237 w 382790"/>
                <a:gd name="connsiteY11" fmla="*/ 21497 h 656767"/>
                <a:gd name="connsiteX12" fmla="*/ 227654 w 382790"/>
                <a:gd name="connsiteY12" fmla="*/ 5665 h 656767"/>
                <a:gd name="connsiteX13" fmla="*/ 273200 w 382790"/>
                <a:gd name="connsiteY13" fmla="*/ 0 h 656767"/>
                <a:gd name="connsiteX14" fmla="*/ 337866 w 382790"/>
                <a:gd name="connsiteY14" fmla="*/ 7217 h 656767"/>
                <a:gd name="connsiteX15" fmla="*/ 382791 w 382790"/>
                <a:gd name="connsiteY15" fmla="*/ 26929 h 656767"/>
                <a:gd name="connsiteX16" fmla="*/ 349214 w 382790"/>
                <a:gd name="connsiteY16" fmla="*/ 147138 h 65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2790" h="656767">
                  <a:moveTo>
                    <a:pt x="349369" y="147216"/>
                  </a:moveTo>
                  <a:cubicBezTo>
                    <a:pt x="335768" y="139611"/>
                    <a:pt x="321467" y="133868"/>
                    <a:pt x="306543" y="129833"/>
                  </a:cubicBezTo>
                  <a:cubicBezTo>
                    <a:pt x="291543" y="125875"/>
                    <a:pt x="273666" y="123857"/>
                    <a:pt x="252914" y="123857"/>
                  </a:cubicBezTo>
                  <a:cubicBezTo>
                    <a:pt x="212575" y="123857"/>
                    <a:pt x="181408" y="137671"/>
                    <a:pt x="159412" y="165375"/>
                  </a:cubicBezTo>
                  <a:cubicBezTo>
                    <a:pt x="137416" y="193158"/>
                    <a:pt x="126457" y="234443"/>
                    <a:pt x="126457" y="289465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3608" y="63946"/>
                    <a:pt x="142390" y="54090"/>
                    <a:pt x="152805" y="45088"/>
                  </a:cubicBezTo>
                  <a:cubicBezTo>
                    <a:pt x="163220" y="36164"/>
                    <a:pt x="174646" y="28248"/>
                    <a:pt x="187237" y="21497"/>
                  </a:cubicBezTo>
                  <a:cubicBezTo>
                    <a:pt x="199828" y="14745"/>
                    <a:pt x="213275" y="9468"/>
                    <a:pt x="227654" y="5665"/>
                  </a:cubicBezTo>
                  <a:cubicBezTo>
                    <a:pt x="242032" y="1863"/>
                    <a:pt x="257189" y="0"/>
                    <a:pt x="273200" y="0"/>
                  </a:cubicBezTo>
                  <a:cubicBezTo>
                    <a:pt x="299160" y="0"/>
                    <a:pt x="320689" y="2406"/>
                    <a:pt x="337866" y="7217"/>
                  </a:cubicBezTo>
                  <a:cubicBezTo>
                    <a:pt x="355043" y="12029"/>
                    <a:pt x="370044" y="18547"/>
                    <a:pt x="382791" y="26929"/>
                  </a:cubicBezTo>
                  <a:lnTo>
                    <a:pt x="349214" y="147138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6E31553-60D2-3E6A-78F0-B513C0385995}"/>
                </a:ext>
              </a:extLst>
            </p:cNvPr>
            <p:cNvSpPr/>
            <p:nvPr/>
          </p:nvSpPr>
          <p:spPr bwMode="invGray">
            <a:xfrm>
              <a:off x="5546296" y="2955446"/>
              <a:ext cx="375018" cy="906809"/>
            </a:xfrm>
            <a:custGeom>
              <a:avLst/>
              <a:gdLst>
                <a:gd name="connsiteX0" fmla="*/ 360639 w 375018"/>
                <a:gd name="connsiteY0" fmla="*/ 876854 h 906809"/>
                <a:gd name="connsiteX1" fmla="*/ 305844 w 375018"/>
                <a:gd name="connsiteY1" fmla="*/ 898428 h 906809"/>
                <a:gd name="connsiteX2" fmla="*/ 236669 w 375018"/>
                <a:gd name="connsiteY2" fmla="*/ 906810 h 906809"/>
                <a:gd name="connsiteX3" fmla="*/ 178843 w 375018"/>
                <a:gd name="connsiteY3" fmla="*/ 897575 h 906809"/>
                <a:gd name="connsiteX4" fmla="*/ 133608 w 375018"/>
                <a:gd name="connsiteY4" fmla="*/ 868240 h 906809"/>
                <a:gd name="connsiteX5" fmla="*/ 102440 w 375018"/>
                <a:gd name="connsiteY5" fmla="*/ 815625 h 906809"/>
                <a:gd name="connsiteX6" fmla="*/ 91636 w 375018"/>
                <a:gd name="connsiteY6" fmla="*/ 736390 h 906809"/>
                <a:gd name="connsiteX7" fmla="*/ 91636 w 375018"/>
                <a:gd name="connsiteY7" fmla="*/ 364897 h 906809"/>
                <a:gd name="connsiteX8" fmla="*/ 0 w 375018"/>
                <a:gd name="connsiteY8" fmla="*/ 364897 h 906809"/>
                <a:gd name="connsiteX9" fmla="*/ 0 w 375018"/>
                <a:gd name="connsiteY9" fmla="*/ 250042 h 906809"/>
                <a:gd name="connsiteX10" fmla="*/ 91636 w 375018"/>
                <a:gd name="connsiteY10" fmla="*/ 250042 h 906809"/>
                <a:gd name="connsiteX11" fmla="*/ 91636 w 375018"/>
                <a:gd name="connsiteY11" fmla="*/ 66430 h 906809"/>
                <a:gd name="connsiteX12" fmla="*/ 215606 w 375018"/>
                <a:gd name="connsiteY12" fmla="*/ 0 h 906809"/>
                <a:gd name="connsiteX13" fmla="*/ 215606 w 375018"/>
                <a:gd name="connsiteY13" fmla="*/ 250042 h 906809"/>
                <a:gd name="connsiteX14" fmla="*/ 375018 w 375018"/>
                <a:gd name="connsiteY14" fmla="*/ 250042 h 906809"/>
                <a:gd name="connsiteX15" fmla="*/ 375018 w 375018"/>
                <a:gd name="connsiteY15" fmla="*/ 364897 h 906809"/>
                <a:gd name="connsiteX16" fmla="*/ 215606 w 375018"/>
                <a:gd name="connsiteY16" fmla="*/ 364897 h 906809"/>
                <a:gd name="connsiteX17" fmla="*/ 215606 w 375018"/>
                <a:gd name="connsiteY17" fmla="*/ 714195 h 906809"/>
                <a:gd name="connsiteX18" fmla="*/ 219493 w 375018"/>
                <a:gd name="connsiteY18" fmla="*/ 751601 h 906809"/>
                <a:gd name="connsiteX19" fmla="*/ 231462 w 375018"/>
                <a:gd name="connsiteY19" fmla="*/ 775192 h 906809"/>
                <a:gd name="connsiteX20" fmla="*/ 252137 w 375018"/>
                <a:gd name="connsiteY20" fmla="*/ 787764 h 906809"/>
                <a:gd name="connsiteX21" fmla="*/ 282060 w 375018"/>
                <a:gd name="connsiteY21" fmla="*/ 791412 h 906809"/>
                <a:gd name="connsiteX22" fmla="*/ 332115 w 375018"/>
                <a:gd name="connsiteY22" fmla="*/ 783651 h 906809"/>
                <a:gd name="connsiteX23" fmla="*/ 374941 w 375018"/>
                <a:gd name="connsiteY23" fmla="*/ 765725 h 906809"/>
                <a:gd name="connsiteX24" fmla="*/ 360561 w 375018"/>
                <a:gd name="connsiteY24" fmla="*/ 877010 h 90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5018" h="906809">
                  <a:moveTo>
                    <a:pt x="360639" y="876854"/>
                  </a:moveTo>
                  <a:cubicBezTo>
                    <a:pt x="345094" y="885624"/>
                    <a:pt x="326752" y="892841"/>
                    <a:pt x="305844" y="898428"/>
                  </a:cubicBezTo>
                  <a:cubicBezTo>
                    <a:pt x="284858" y="904016"/>
                    <a:pt x="261774" y="906810"/>
                    <a:pt x="236669" y="906810"/>
                  </a:cubicBezTo>
                  <a:cubicBezTo>
                    <a:pt x="214674" y="906810"/>
                    <a:pt x="195398" y="903706"/>
                    <a:pt x="178843" y="897575"/>
                  </a:cubicBezTo>
                  <a:cubicBezTo>
                    <a:pt x="162288" y="891366"/>
                    <a:pt x="147209" y="881588"/>
                    <a:pt x="133608" y="868240"/>
                  </a:cubicBezTo>
                  <a:cubicBezTo>
                    <a:pt x="120006" y="854892"/>
                    <a:pt x="109668" y="837354"/>
                    <a:pt x="102440" y="815625"/>
                  </a:cubicBezTo>
                  <a:cubicBezTo>
                    <a:pt x="95212" y="793895"/>
                    <a:pt x="91636" y="767432"/>
                    <a:pt x="91636" y="736390"/>
                  </a:cubicBezTo>
                  <a:lnTo>
                    <a:pt x="91636" y="364897"/>
                  </a:lnTo>
                  <a:lnTo>
                    <a:pt x="0" y="364897"/>
                  </a:lnTo>
                  <a:lnTo>
                    <a:pt x="0" y="250042"/>
                  </a:lnTo>
                  <a:lnTo>
                    <a:pt x="91636" y="250042"/>
                  </a:lnTo>
                  <a:lnTo>
                    <a:pt x="91636" y="66430"/>
                  </a:lnTo>
                  <a:lnTo>
                    <a:pt x="215606" y="0"/>
                  </a:lnTo>
                  <a:lnTo>
                    <a:pt x="215606" y="250042"/>
                  </a:lnTo>
                  <a:lnTo>
                    <a:pt x="375018" y="250042"/>
                  </a:lnTo>
                  <a:lnTo>
                    <a:pt x="375018" y="364897"/>
                  </a:lnTo>
                  <a:lnTo>
                    <a:pt x="215606" y="364897"/>
                  </a:lnTo>
                  <a:lnTo>
                    <a:pt x="215606" y="714195"/>
                  </a:lnTo>
                  <a:cubicBezTo>
                    <a:pt x="215606" y="729328"/>
                    <a:pt x="216927" y="741822"/>
                    <a:pt x="219493" y="751601"/>
                  </a:cubicBezTo>
                  <a:cubicBezTo>
                    <a:pt x="222058" y="761379"/>
                    <a:pt x="226099" y="769217"/>
                    <a:pt x="231462" y="775192"/>
                  </a:cubicBezTo>
                  <a:cubicBezTo>
                    <a:pt x="236825" y="781168"/>
                    <a:pt x="243742" y="785359"/>
                    <a:pt x="252137" y="787764"/>
                  </a:cubicBezTo>
                  <a:cubicBezTo>
                    <a:pt x="260531" y="790170"/>
                    <a:pt x="270479" y="791412"/>
                    <a:pt x="282060" y="791412"/>
                  </a:cubicBezTo>
                  <a:cubicBezTo>
                    <a:pt x="298460" y="791412"/>
                    <a:pt x="315093" y="788851"/>
                    <a:pt x="332115" y="783651"/>
                  </a:cubicBezTo>
                  <a:cubicBezTo>
                    <a:pt x="349058" y="778452"/>
                    <a:pt x="363360" y="772476"/>
                    <a:pt x="374941" y="765725"/>
                  </a:cubicBezTo>
                  <a:lnTo>
                    <a:pt x="360561" y="877010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7CA42CE-733A-2798-E66D-DD70774B7411}"/>
                </a:ext>
              </a:extLst>
            </p:cNvPr>
            <p:cNvSpPr/>
            <p:nvPr/>
          </p:nvSpPr>
          <p:spPr bwMode="invGray">
            <a:xfrm>
              <a:off x="6038988" y="2955368"/>
              <a:ext cx="517642" cy="893073"/>
            </a:xfrm>
            <a:custGeom>
              <a:avLst/>
              <a:gdLst>
                <a:gd name="connsiteX0" fmla="*/ 391185 w 517642"/>
                <a:gd name="connsiteY0" fmla="*/ 893074 h 893073"/>
                <a:gd name="connsiteX1" fmla="*/ 391185 w 517642"/>
                <a:gd name="connsiteY1" fmla="*/ 529419 h 893073"/>
                <a:gd name="connsiteX2" fmla="*/ 359396 w 517642"/>
                <a:gd name="connsiteY2" fmla="*/ 396637 h 893073"/>
                <a:gd name="connsiteX3" fmla="*/ 258744 w 517642"/>
                <a:gd name="connsiteY3" fmla="*/ 352946 h 893073"/>
                <a:gd name="connsiteX4" fmla="*/ 204492 w 517642"/>
                <a:gd name="connsiteY4" fmla="*/ 362491 h 893073"/>
                <a:gd name="connsiteX5" fmla="*/ 161977 w 517642"/>
                <a:gd name="connsiteY5" fmla="*/ 394154 h 893073"/>
                <a:gd name="connsiteX6" fmla="*/ 135318 w 517642"/>
                <a:gd name="connsiteY6" fmla="*/ 446227 h 893073"/>
                <a:gd name="connsiteX7" fmla="*/ 126379 w 517642"/>
                <a:gd name="connsiteY7" fmla="*/ 516847 h 893073"/>
                <a:gd name="connsiteX8" fmla="*/ 126379 w 517642"/>
                <a:gd name="connsiteY8" fmla="*/ 893074 h 893073"/>
                <a:gd name="connsiteX9" fmla="*/ 0 w 517642"/>
                <a:gd name="connsiteY9" fmla="*/ 893074 h 893073"/>
                <a:gd name="connsiteX10" fmla="*/ 0 w 517642"/>
                <a:gd name="connsiteY10" fmla="*/ 66430 h 893073"/>
                <a:gd name="connsiteX11" fmla="*/ 126379 w 517642"/>
                <a:gd name="connsiteY11" fmla="*/ 0 h 893073"/>
                <a:gd name="connsiteX12" fmla="*/ 126379 w 517642"/>
                <a:gd name="connsiteY12" fmla="*/ 311039 h 893073"/>
                <a:gd name="connsiteX13" fmla="*/ 155759 w 517642"/>
                <a:gd name="connsiteY13" fmla="*/ 279687 h 893073"/>
                <a:gd name="connsiteX14" fmla="*/ 194155 w 517642"/>
                <a:gd name="connsiteY14" fmla="*/ 256095 h 893073"/>
                <a:gd name="connsiteX15" fmla="*/ 239079 w 517642"/>
                <a:gd name="connsiteY15" fmla="*/ 241428 h 893073"/>
                <a:gd name="connsiteX16" fmla="*/ 288201 w 517642"/>
                <a:gd name="connsiteY16" fmla="*/ 236306 h 893073"/>
                <a:gd name="connsiteX17" fmla="*/ 388853 w 517642"/>
                <a:gd name="connsiteY17" fmla="*/ 254854 h 893073"/>
                <a:gd name="connsiteX18" fmla="*/ 460437 w 517642"/>
                <a:gd name="connsiteY18" fmla="*/ 309565 h 893073"/>
                <a:gd name="connsiteX19" fmla="*/ 503574 w 517642"/>
                <a:gd name="connsiteY19" fmla="*/ 401682 h 893073"/>
                <a:gd name="connsiteX20" fmla="*/ 517642 w 517642"/>
                <a:gd name="connsiteY20" fmla="*/ 524607 h 893073"/>
                <a:gd name="connsiteX21" fmla="*/ 517642 w 517642"/>
                <a:gd name="connsiteY21" fmla="*/ 893074 h 893073"/>
                <a:gd name="connsiteX22" fmla="*/ 391263 w 517642"/>
                <a:gd name="connsiteY22" fmla="*/ 893074 h 893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2" h="893073">
                  <a:moveTo>
                    <a:pt x="391185" y="893074"/>
                  </a:moveTo>
                  <a:lnTo>
                    <a:pt x="391185" y="529419"/>
                  </a:lnTo>
                  <a:cubicBezTo>
                    <a:pt x="391185" y="469974"/>
                    <a:pt x="380615" y="425739"/>
                    <a:pt x="359396" y="396637"/>
                  </a:cubicBezTo>
                  <a:cubicBezTo>
                    <a:pt x="338255" y="367535"/>
                    <a:pt x="304678" y="352946"/>
                    <a:pt x="258744" y="352946"/>
                  </a:cubicBezTo>
                  <a:cubicBezTo>
                    <a:pt x="239157" y="352946"/>
                    <a:pt x="221125" y="356128"/>
                    <a:pt x="204492" y="362491"/>
                  </a:cubicBezTo>
                  <a:cubicBezTo>
                    <a:pt x="187937" y="368855"/>
                    <a:pt x="173713" y="379409"/>
                    <a:pt x="161977" y="394154"/>
                  </a:cubicBezTo>
                  <a:cubicBezTo>
                    <a:pt x="150163" y="408899"/>
                    <a:pt x="141303" y="426282"/>
                    <a:pt x="135318" y="446227"/>
                  </a:cubicBezTo>
                  <a:cubicBezTo>
                    <a:pt x="129333" y="466171"/>
                    <a:pt x="126379" y="489685"/>
                    <a:pt x="126379" y="516847"/>
                  </a:cubicBezTo>
                  <a:lnTo>
                    <a:pt x="126379" y="893074"/>
                  </a:lnTo>
                  <a:lnTo>
                    <a:pt x="0" y="893074"/>
                  </a:lnTo>
                  <a:lnTo>
                    <a:pt x="0" y="66430"/>
                  </a:lnTo>
                  <a:lnTo>
                    <a:pt x="126379" y="0"/>
                  </a:lnTo>
                  <a:lnTo>
                    <a:pt x="126379" y="311039"/>
                  </a:lnTo>
                  <a:cubicBezTo>
                    <a:pt x="134385" y="299476"/>
                    <a:pt x="144178" y="289000"/>
                    <a:pt x="155759" y="279687"/>
                  </a:cubicBezTo>
                  <a:cubicBezTo>
                    <a:pt x="167340" y="270297"/>
                    <a:pt x="180087" y="262459"/>
                    <a:pt x="194155" y="256095"/>
                  </a:cubicBezTo>
                  <a:cubicBezTo>
                    <a:pt x="208067" y="249732"/>
                    <a:pt x="223068" y="244843"/>
                    <a:pt x="239079" y="241428"/>
                  </a:cubicBezTo>
                  <a:cubicBezTo>
                    <a:pt x="255012" y="238013"/>
                    <a:pt x="271413" y="236306"/>
                    <a:pt x="288201" y="236306"/>
                  </a:cubicBezTo>
                  <a:cubicBezTo>
                    <a:pt x="326907" y="236306"/>
                    <a:pt x="360484" y="242514"/>
                    <a:pt x="388853" y="254854"/>
                  </a:cubicBezTo>
                  <a:cubicBezTo>
                    <a:pt x="417223" y="267193"/>
                    <a:pt x="441084" y="285430"/>
                    <a:pt x="460437" y="309565"/>
                  </a:cubicBezTo>
                  <a:cubicBezTo>
                    <a:pt x="479791" y="333700"/>
                    <a:pt x="494169" y="364431"/>
                    <a:pt x="503574" y="401682"/>
                  </a:cubicBezTo>
                  <a:cubicBezTo>
                    <a:pt x="512978" y="439009"/>
                    <a:pt x="517642" y="479985"/>
                    <a:pt x="517642" y="524607"/>
                  </a:cubicBezTo>
                  <a:lnTo>
                    <a:pt x="517642" y="893074"/>
                  </a:lnTo>
                  <a:lnTo>
                    <a:pt x="391263" y="893074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F019CB8-B574-BCFC-E6E4-8106D4F4148D}"/>
                </a:ext>
              </a:extLst>
            </p:cNvPr>
            <p:cNvSpPr/>
            <p:nvPr/>
          </p:nvSpPr>
          <p:spPr bwMode="invGray">
            <a:xfrm>
              <a:off x="6650598" y="3191674"/>
              <a:ext cx="553550" cy="670581"/>
            </a:xfrm>
            <a:custGeom>
              <a:avLst/>
              <a:gdLst>
                <a:gd name="connsiteX0" fmla="*/ 425850 w 553550"/>
                <a:gd name="connsiteY0" fmla="*/ 275729 h 670581"/>
                <a:gd name="connsiteX1" fmla="*/ 414192 w 553550"/>
                <a:gd name="connsiteY1" fmla="*/ 213568 h 670581"/>
                <a:gd name="connsiteX2" fmla="*/ 386600 w 553550"/>
                <a:gd name="connsiteY2" fmla="*/ 162116 h 670581"/>
                <a:gd name="connsiteX3" fmla="*/ 340509 w 553550"/>
                <a:gd name="connsiteY3" fmla="*/ 127116 h 670581"/>
                <a:gd name="connsiteX4" fmla="*/ 273666 w 553550"/>
                <a:gd name="connsiteY4" fmla="*/ 114234 h 670581"/>
                <a:gd name="connsiteX5" fmla="*/ 214907 w 553550"/>
                <a:gd name="connsiteY5" fmla="*/ 125331 h 670581"/>
                <a:gd name="connsiteX6" fmla="*/ 171770 w 553550"/>
                <a:gd name="connsiteY6" fmla="*/ 156761 h 670581"/>
                <a:gd name="connsiteX7" fmla="*/ 142080 w 553550"/>
                <a:gd name="connsiteY7" fmla="*/ 206739 h 670581"/>
                <a:gd name="connsiteX8" fmla="*/ 126224 w 553550"/>
                <a:gd name="connsiteY8" fmla="*/ 275807 h 670581"/>
                <a:gd name="connsiteX9" fmla="*/ 425772 w 553550"/>
                <a:gd name="connsiteY9" fmla="*/ 275807 h 670581"/>
                <a:gd name="connsiteX10" fmla="*/ 553473 w 553550"/>
                <a:gd name="connsiteY10" fmla="*/ 322447 h 670581"/>
                <a:gd name="connsiteX11" fmla="*/ 552229 w 553550"/>
                <a:gd name="connsiteY11" fmla="*/ 354731 h 670581"/>
                <a:gd name="connsiteX12" fmla="*/ 549820 w 553550"/>
                <a:gd name="connsiteY12" fmla="*/ 379797 h 670581"/>
                <a:gd name="connsiteX13" fmla="*/ 123892 w 553550"/>
                <a:gd name="connsiteY13" fmla="*/ 379797 h 670581"/>
                <a:gd name="connsiteX14" fmla="*/ 144256 w 553550"/>
                <a:gd name="connsiteY14" fmla="*/ 459652 h 670581"/>
                <a:gd name="connsiteX15" fmla="*/ 180786 w 553550"/>
                <a:gd name="connsiteY15" fmla="*/ 514363 h 670581"/>
                <a:gd name="connsiteX16" fmla="*/ 229675 w 553550"/>
                <a:gd name="connsiteY16" fmla="*/ 546104 h 670581"/>
                <a:gd name="connsiteX17" fmla="*/ 286258 w 553550"/>
                <a:gd name="connsiteY17" fmla="*/ 556270 h 670581"/>
                <a:gd name="connsiteX18" fmla="*/ 325819 w 553550"/>
                <a:gd name="connsiteY18" fmla="*/ 552700 h 670581"/>
                <a:gd name="connsiteX19" fmla="*/ 361494 w 553550"/>
                <a:gd name="connsiteY19" fmla="*/ 541913 h 670581"/>
                <a:gd name="connsiteX20" fmla="*/ 391807 w 553550"/>
                <a:gd name="connsiteY20" fmla="*/ 527246 h 670581"/>
                <a:gd name="connsiteX21" fmla="*/ 425928 w 553550"/>
                <a:gd name="connsiteY21" fmla="*/ 504818 h 670581"/>
                <a:gd name="connsiteX22" fmla="*/ 500853 w 553550"/>
                <a:gd name="connsiteY22" fmla="*/ 585604 h 670581"/>
                <a:gd name="connsiteX23" fmla="*/ 454997 w 553550"/>
                <a:gd name="connsiteY23" fmla="*/ 622389 h 670581"/>
                <a:gd name="connsiteX24" fmla="*/ 407662 w 553550"/>
                <a:gd name="connsiteY24" fmla="*/ 647533 h 670581"/>
                <a:gd name="connsiteX25" fmla="*/ 349836 w 553550"/>
                <a:gd name="connsiteY25" fmla="*/ 664606 h 670581"/>
                <a:gd name="connsiteX26" fmla="*/ 278563 w 553550"/>
                <a:gd name="connsiteY26" fmla="*/ 670581 h 670581"/>
                <a:gd name="connsiteX27" fmla="*/ 200062 w 553550"/>
                <a:gd name="connsiteY27" fmla="*/ 658941 h 670581"/>
                <a:gd name="connsiteX28" fmla="*/ 135396 w 553550"/>
                <a:gd name="connsiteY28" fmla="*/ 628442 h 670581"/>
                <a:gd name="connsiteX29" fmla="*/ 84797 w 553550"/>
                <a:gd name="connsiteY29" fmla="*/ 585372 h 670581"/>
                <a:gd name="connsiteX30" fmla="*/ 41971 w 553550"/>
                <a:gd name="connsiteY30" fmla="*/ 523133 h 670581"/>
                <a:gd name="connsiteX31" fmla="*/ 10804 w 553550"/>
                <a:gd name="connsiteY31" fmla="*/ 438233 h 670581"/>
                <a:gd name="connsiteX32" fmla="*/ 0 w 553550"/>
                <a:gd name="connsiteY32" fmla="*/ 335640 h 670581"/>
                <a:gd name="connsiteX33" fmla="*/ 20675 w 553550"/>
                <a:gd name="connsiteY33" fmla="*/ 191450 h 670581"/>
                <a:gd name="connsiteX34" fmla="*/ 78502 w 553550"/>
                <a:gd name="connsiteY34" fmla="*/ 86141 h 670581"/>
                <a:gd name="connsiteX35" fmla="*/ 167729 w 553550"/>
                <a:gd name="connsiteY35" fmla="*/ 21884 h 670581"/>
                <a:gd name="connsiteX36" fmla="*/ 282139 w 553550"/>
                <a:gd name="connsiteY36" fmla="*/ 0 h 670581"/>
                <a:gd name="connsiteX37" fmla="*/ 401989 w 553550"/>
                <a:gd name="connsiteY37" fmla="*/ 26075 h 670581"/>
                <a:gd name="connsiteX38" fmla="*/ 486475 w 553550"/>
                <a:gd name="connsiteY38" fmla="*/ 96074 h 670581"/>
                <a:gd name="connsiteX39" fmla="*/ 536762 w 553550"/>
                <a:gd name="connsiteY39" fmla="*/ 198668 h 670581"/>
                <a:gd name="connsiteX40" fmla="*/ 553551 w 553550"/>
                <a:gd name="connsiteY40" fmla="*/ 322447 h 67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53550" h="670581">
                  <a:moveTo>
                    <a:pt x="425850" y="275729"/>
                  </a:moveTo>
                  <a:cubicBezTo>
                    <a:pt x="424218" y="253767"/>
                    <a:pt x="420332" y="233047"/>
                    <a:pt x="414192" y="213568"/>
                  </a:cubicBezTo>
                  <a:cubicBezTo>
                    <a:pt x="407974" y="194012"/>
                    <a:pt x="398802" y="176861"/>
                    <a:pt x="386600" y="162116"/>
                  </a:cubicBezTo>
                  <a:cubicBezTo>
                    <a:pt x="374397" y="147371"/>
                    <a:pt x="359085" y="135730"/>
                    <a:pt x="340509" y="127116"/>
                  </a:cubicBezTo>
                  <a:cubicBezTo>
                    <a:pt x="321933" y="118580"/>
                    <a:pt x="299626" y="114234"/>
                    <a:pt x="273666" y="114234"/>
                  </a:cubicBezTo>
                  <a:cubicBezTo>
                    <a:pt x="251282" y="114234"/>
                    <a:pt x="231773" y="117959"/>
                    <a:pt x="214907" y="125331"/>
                  </a:cubicBezTo>
                  <a:cubicBezTo>
                    <a:pt x="198196" y="132704"/>
                    <a:pt x="183740" y="143180"/>
                    <a:pt x="171770" y="156761"/>
                  </a:cubicBezTo>
                  <a:cubicBezTo>
                    <a:pt x="159801" y="170342"/>
                    <a:pt x="149930" y="187027"/>
                    <a:pt x="142080" y="206739"/>
                  </a:cubicBezTo>
                  <a:cubicBezTo>
                    <a:pt x="134307" y="226528"/>
                    <a:pt x="129022" y="249499"/>
                    <a:pt x="126224" y="275807"/>
                  </a:cubicBezTo>
                  <a:lnTo>
                    <a:pt x="425772" y="275807"/>
                  </a:lnTo>
                  <a:close/>
                  <a:moveTo>
                    <a:pt x="553473" y="322447"/>
                  </a:moveTo>
                  <a:cubicBezTo>
                    <a:pt x="553473" y="334010"/>
                    <a:pt x="553084" y="344797"/>
                    <a:pt x="552229" y="354731"/>
                  </a:cubicBezTo>
                  <a:cubicBezTo>
                    <a:pt x="551452" y="364742"/>
                    <a:pt x="550597" y="373045"/>
                    <a:pt x="549820" y="379797"/>
                  </a:cubicBezTo>
                  <a:lnTo>
                    <a:pt x="123892" y="379797"/>
                  </a:lnTo>
                  <a:cubicBezTo>
                    <a:pt x="127468" y="410916"/>
                    <a:pt x="134307" y="437535"/>
                    <a:pt x="144256" y="459652"/>
                  </a:cubicBezTo>
                  <a:cubicBezTo>
                    <a:pt x="154205" y="481769"/>
                    <a:pt x="166407" y="500006"/>
                    <a:pt x="180786" y="514363"/>
                  </a:cubicBezTo>
                  <a:cubicBezTo>
                    <a:pt x="195165" y="528720"/>
                    <a:pt x="211487" y="539274"/>
                    <a:pt x="229675" y="546104"/>
                  </a:cubicBezTo>
                  <a:cubicBezTo>
                    <a:pt x="247862" y="552933"/>
                    <a:pt x="266671" y="556270"/>
                    <a:pt x="286258" y="556270"/>
                  </a:cubicBezTo>
                  <a:cubicBezTo>
                    <a:pt x="300248" y="556270"/>
                    <a:pt x="313383" y="555106"/>
                    <a:pt x="325819" y="552700"/>
                  </a:cubicBezTo>
                  <a:cubicBezTo>
                    <a:pt x="338177" y="550294"/>
                    <a:pt x="350069" y="546724"/>
                    <a:pt x="361494" y="541913"/>
                  </a:cubicBezTo>
                  <a:cubicBezTo>
                    <a:pt x="372920" y="537101"/>
                    <a:pt x="382946" y="532290"/>
                    <a:pt x="391807" y="527246"/>
                  </a:cubicBezTo>
                  <a:cubicBezTo>
                    <a:pt x="400590" y="522279"/>
                    <a:pt x="411937" y="514751"/>
                    <a:pt x="425928" y="504818"/>
                  </a:cubicBezTo>
                  <a:lnTo>
                    <a:pt x="500853" y="585604"/>
                  </a:lnTo>
                  <a:cubicBezTo>
                    <a:pt x="484842" y="600737"/>
                    <a:pt x="469609" y="612999"/>
                    <a:pt x="454997" y="622389"/>
                  </a:cubicBezTo>
                  <a:cubicBezTo>
                    <a:pt x="440384" y="631779"/>
                    <a:pt x="424684" y="640160"/>
                    <a:pt x="407662" y="647533"/>
                  </a:cubicBezTo>
                  <a:cubicBezTo>
                    <a:pt x="390719" y="654905"/>
                    <a:pt x="371443" y="660570"/>
                    <a:pt x="349836" y="664606"/>
                  </a:cubicBezTo>
                  <a:cubicBezTo>
                    <a:pt x="328307" y="668564"/>
                    <a:pt x="304445" y="670581"/>
                    <a:pt x="278563" y="670581"/>
                  </a:cubicBezTo>
                  <a:cubicBezTo>
                    <a:pt x="250583" y="670581"/>
                    <a:pt x="224467" y="666701"/>
                    <a:pt x="200062" y="658941"/>
                  </a:cubicBezTo>
                  <a:cubicBezTo>
                    <a:pt x="175734" y="651180"/>
                    <a:pt x="154127" y="641014"/>
                    <a:pt x="135396" y="628442"/>
                  </a:cubicBezTo>
                  <a:cubicBezTo>
                    <a:pt x="116586" y="615870"/>
                    <a:pt x="99720" y="601513"/>
                    <a:pt x="84797" y="585372"/>
                  </a:cubicBezTo>
                  <a:cubicBezTo>
                    <a:pt x="69796" y="569230"/>
                    <a:pt x="55573" y="548509"/>
                    <a:pt x="41971" y="523133"/>
                  </a:cubicBezTo>
                  <a:cubicBezTo>
                    <a:pt x="28369" y="497834"/>
                    <a:pt x="18032" y="469508"/>
                    <a:pt x="10804" y="438233"/>
                  </a:cubicBezTo>
                  <a:cubicBezTo>
                    <a:pt x="3575" y="406959"/>
                    <a:pt x="0" y="372735"/>
                    <a:pt x="0" y="335640"/>
                  </a:cubicBezTo>
                  <a:cubicBezTo>
                    <a:pt x="0" y="281394"/>
                    <a:pt x="6918" y="233357"/>
                    <a:pt x="20675" y="191450"/>
                  </a:cubicBezTo>
                  <a:cubicBezTo>
                    <a:pt x="34432" y="149622"/>
                    <a:pt x="53708" y="114467"/>
                    <a:pt x="78502" y="86141"/>
                  </a:cubicBezTo>
                  <a:cubicBezTo>
                    <a:pt x="103296" y="57815"/>
                    <a:pt x="132986" y="36396"/>
                    <a:pt x="167729" y="21884"/>
                  </a:cubicBezTo>
                  <a:cubicBezTo>
                    <a:pt x="202549" y="7295"/>
                    <a:pt x="240634" y="0"/>
                    <a:pt x="282139" y="0"/>
                  </a:cubicBezTo>
                  <a:cubicBezTo>
                    <a:pt x="328073" y="0"/>
                    <a:pt x="368023" y="8692"/>
                    <a:pt x="401989" y="26075"/>
                  </a:cubicBezTo>
                  <a:cubicBezTo>
                    <a:pt x="435954" y="43381"/>
                    <a:pt x="464090" y="66740"/>
                    <a:pt x="486475" y="96074"/>
                  </a:cubicBezTo>
                  <a:cubicBezTo>
                    <a:pt x="508859" y="125409"/>
                    <a:pt x="525570" y="159633"/>
                    <a:pt x="536762" y="198668"/>
                  </a:cubicBezTo>
                  <a:cubicBezTo>
                    <a:pt x="547954" y="237780"/>
                    <a:pt x="553551" y="278988"/>
                    <a:pt x="553551" y="322447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1AE0962-05F0-528C-A0D8-DCACB4ACDF48}"/>
                </a:ext>
              </a:extLst>
            </p:cNvPr>
            <p:cNvSpPr/>
            <p:nvPr/>
          </p:nvSpPr>
          <p:spPr bwMode="invGray">
            <a:xfrm>
              <a:off x="7297884" y="3191752"/>
              <a:ext cx="517719" cy="656845"/>
            </a:xfrm>
            <a:custGeom>
              <a:avLst/>
              <a:gdLst>
                <a:gd name="connsiteX0" fmla="*/ 391262 w 517719"/>
                <a:gd name="connsiteY0" fmla="*/ 656690 h 656845"/>
                <a:gd name="connsiteX1" fmla="*/ 391262 w 517719"/>
                <a:gd name="connsiteY1" fmla="*/ 293035 h 656845"/>
                <a:gd name="connsiteX2" fmla="*/ 360095 w 517719"/>
                <a:gd name="connsiteY2" fmla="*/ 161107 h 656845"/>
                <a:gd name="connsiteX3" fmla="*/ 258821 w 517719"/>
                <a:gd name="connsiteY3" fmla="*/ 116562 h 656845"/>
                <a:gd name="connsiteX4" fmla="*/ 202471 w 517719"/>
                <a:gd name="connsiteY4" fmla="*/ 127349 h 656845"/>
                <a:gd name="connsiteX5" fmla="*/ 159334 w 517719"/>
                <a:gd name="connsiteY5" fmla="*/ 160874 h 656845"/>
                <a:gd name="connsiteX6" fmla="*/ 134152 w 517719"/>
                <a:gd name="connsiteY6" fmla="*/ 214421 h 656845"/>
                <a:gd name="connsiteX7" fmla="*/ 126379 w 517719"/>
                <a:gd name="connsiteY7" fmla="*/ 280541 h 656845"/>
                <a:gd name="connsiteX8" fmla="*/ 126379 w 517719"/>
                <a:gd name="connsiteY8" fmla="*/ 656768 h 656845"/>
                <a:gd name="connsiteX9" fmla="*/ 0 w 517719"/>
                <a:gd name="connsiteY9" fmla="*/ 656768 h 656845"/>
                <a:gd name="connsiteX10" fmla="*/ 0 w 517719"/>
                <a:gd name="connsiteY10" fmla="*/ 13736 h 656845"/>
                <a:gd name="connsiteX11" fmla="*/ 126379 w 517719"/>
                <a:gd name="connsiteY11" fmla="*/ 13736 h 656845"/>
                <a:gd name="connsiteX12" fmla="*/ 126379 w 517719"/>
                <a:gd name="connsiteY12" fmla="*/ 74733 h 656845"/>
                <a:gd name="connsiteX13" fmla="*/ 155759 w 517719"/>
                <a:gd name="connsiteY13" fmla="*/ 43381 h 656845"/>
                <a:gd name="connsiteX14" fmla="*/ 194154 w 517719"/>
                <a:gd name="connsiteY14" fmla="*/ 19789 h 656845"/>
                <a:gd name="connsiteX15" fmla="*/ 239079 w 517719"/>
                <a:gd name="connsiteY15" fmla="*/ 5122 h 656845"/>
                <a:gd name="connsiteX16" fmla="*/ 288201 w 517719"/>
                <a:gd name="connsiteY16" fmla="*/ 0 h 656845"/>
                <a:gd name="connsiteX17" fmla="*/ 389164 w 517719"/>
                <a:gd name="connsiteY17" fmla="*/ 18858 h 656845"/>
                <a:gd name="connsiteX18" fmla="*/ 460515 w 517719"/>
                <a:gd name="connsiteY18" fmla="*/ 73026 h 656845"/>
                <a:gd name="connsiteX19" fmla="*/ 503341 w 517719"/>
                <a:gd name="connsiteY19" fmla="*/ 162194 h 656845"/>
                <a:gd name="connsiteX20" fmla="*/ 517719 w 517719"/>
                <a:gd name="connsiteY20" fmla="*/ 288379 h 656845"/>
                <a:gd name="connsiteX21" fmla="*/ 517719 w 517719"/>
                <a:gd name="connsiteY21" fmla="*/ 656845 h 656845"/>
                <a:gd name="connsiteX22" fmla="*/ 391262 w 517719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719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471" y="127349"/>
                  </a:cubicBezTo>
                  <a:cubicBezTo>
                    <a:pt x="185294" y="134566"/>
                    <a:pt x="170915" y="145664"/>
                    <a:pt x="159334" y="160874"/>
                  </a:cubicBezTo>
                  <a:cubicBezTo>
                    <a:pt x="147753" y="176007"/>
                    <a:pt x="139359" y="193856"/>
                    <a:pt x="134152" y="214421"/>
                  </a:cubicBezTo>
                  <a:cubicBezTo>
                    <a:pt x="128944" y="234987"/>
                    <a:pt x="126379" y="257027"/>
                    <a:pt x="126379" y="280541"/>
                  </a:cubicBezTo>
                  <a:lnTo>
                    <a:pt x="126379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379" y="13736"/>
                  </a:lnTo>
                  <a:lnTo>
                    <a:pt x="126379" y="74733"/>
                  </a:lnTo>
                  <a:cubicBezTo>
                    <a:pt x="134385" y="63170"/>
                    <a:pt x="144178" y="52693"/>
                    <a:pt x="155759" y="43381"/>
                  </a:cubicBezTo>
                  <a:cubicBezTo>
                    <a:pt x="167340" y="33991"/>
                    <a:pt x="180086" y="26153"/>
                    <a:pt x="194154" y="19789"/>
                  </a:cubicBezTo>
                  <a:cubicBezTo>
                    <a:pt x="208067" y="13426"/>
                    <a:pt x="223068" y="8537"/>
                    <a:pt x="239079" y="5122"/>
                  </a:cubicBezTo>
                  <a:cubicBezTo>
                    <a:pt x="255090" y="1707"/>
                    <a:pt x="271412" y="0"/>
                    <a:pt x="288201" y="0"/>
                  </a:cubicBezTo>
                  <a:cubicBezTo>
                    <a:pt x="326907" y="0"/>
                    <a:pt x="360562" y="6286"/>
                    <a:pt x="389164" y="18858"/>
                  </a:cubicBezTo>
                  <a:cubicBezTo>
                    <a:pt x="417767" y="31430"/>
                    <a:pt x="441472" y="49434"/>
                    <a:pt x="460515" y="73026"/>
                  </a:cubicBezTo>
                  <a:cubicBezTo>
                    <a:pt x="479479" y="96540"/>
                    <a:pt x="493703" y="126263"/>
                    <a:pt x="503341" y="162194"/>
                  </a:cubicBezTo>
                  <a:cubicBezTo>
                    <a:pt x="512901" y="198125"/>
                    <a:pt x="517719" y="240186"/>
                    <a:pt x="517719" y="288379"/>
                  </a:cubicBezTo>
                  <a:lnTo>
                    <a:pt x="517719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412DF6D-5FEC-0A33-51B1-ACEFD3390430}"/>
                </a:ext>
              </a:extLst>
            </p:cNvPr>
            <p:cNvSpPr/>
            <p:nvPr/>
          </p:nvSpPr>
          <p:spPr bwMode="invGray">
            <a:xfrm>
              <a:off x="7909572" y="3191752"/>
              <a:ext cx="574457" cy="670503"/>
            </a:xfrm>
            <a:custGeom>
              <a:avLst/>
              <a:gdLst>
                <a:gd name="connsiteX0" fmla="*/ 446913 w 574457"/>
                <a:gd name="connsiteY0" fmla="*/ 335485 h 670503"/>
                <a:gd name="connsiteX1" fmla="*/ 435487 w 574457"/>
                <a:gd name="connsiteY1" fmla="*/ 246628 h 670503"/>
                <a:gd name="connsiteX2" fmla="*/ 402843 w 574457"/>
                <a:gd name="connsiteY2" fmla="*/ 178724 h 670503"/>
                <a:gd name="connsiteX3" fmla="*/ 351001 w 574457"/>
                <a:gd name="connsiteY3" fmla="*/ 135342 h 670503"/>
                <a:gd name="connsiteX4" fmla="*/ 282138 w 574457"/>
                <a:gd name="connsiteY4" fmla="*/ 120132 h 670503"/>
                <a:gd name="connsiteX5" fmla="*/ 217705 w 574457"/>
                <a:gd name="connsiteY5" fmla="*/ 135342 h 670503"/>
                <a:gd name="connsiteX6" fmla="*/ 169205 w 574457"/>
                <a:gd name="connsiteY6" fmla="*/ 178413 h 670503"/>
                <a:gd name="connsiteX7" fmla="*/ 138349 w 574457"/>
                <a:gd name="connsiteY7" fmla="*/ 245153 h 670503"/>
                <a:gd name="connsiteX8" fmla="*/ 127623 w 574457"/>
                <a:gd name="connsiteY8" fmla="*/ 331837 h 670503"/>
                <a:gd name="connsiteX9" fmla="*/ 139281 w 574457"/>
                <a:gd name="connsiteY9" fmla="*/ 425739 h 670503"/>
                <a:gd name="connsiteX10" fmla="*/ 172236 w 574457"/>
                <a:gd name="connsiteY10" fmla="*/ 493953 h 670503"/>
                <a:gd name="connsiteX11" fmla="*/ 223145 w 574457"/>
                <a:gd name="connsiteY11" fmla="*/ 535782 h 670503"/>
                <a:gd name="connsiteX12" fmla="*/ 288744 w 574457"/>
                <a:gd name="connsiteY12" fmla="*/ 550139 h 670503"/>
                <a:gd name="connsiteX13" fmla="*/ 353722 w 574457"/>
                <a:gd name="connsiteY13" fmla="*/ 533066 h 670503"/>
                <a:gd name="connsiteX14" fmla="*/ 403465 w 574457"/>
                <a:gd name="connsiteY14" fmla="*/ 486969 h 670503"/>
                <a:gd name="connsiteX15" fmla="*/ 435487 w 574457"/>
                <a:gd name="connsiteY15" fmla="*/ 418755 h 670503"/>
                <a:gd name="connsiteX16" fmla="*/ 446913 w 574457"/>
                <a:gd name="connsiteY16" fmla="*/ 335330 h 670503"/>
                <a:gd name="connsiteX17" fmla="*/ 574458 w 574457"/>
                <a:gd name="connsiteY17" fmla="*/ 331915 h 670503"/>
                <a:gd name="connsiteX18" fmla="*/ 552307 w 574457"/>
                <a:gd name="connsiteY18" fmla="*/ 474863 h 670503"/>
                <a:gd name="connsiteX19" fmla="*/ 491216 w 574457"/>
                <a:gd name="connsiteY19" fmla="*/ 581336 h 670503"/>
                <a:gd name="connsiteX20" fmla="*/ 398957 w 574457"/>
                <a:gd name="connsiteY20" fmla="*/ 647766 h 670503"/>
                <a:gd name="connsiteX21" fmla="*/ 283926 w 574457"/>
                <a:gd name="connsiteY21" fmla="*/ 670504 h 670503"/>
                <a:gd name="connsiteX22" fmla="*/ 170993 w 574457"/>
                <a:gd name="connsiteY22" fmla="*/ 646602 h 670503"/>
                <a:gd name="connsiteX23" fmla="*/ 81144 w 574457"/>
                <a:gd name="connsiteY23" fmla="*/ 578698 h 670503"/>
                <a:gd name="connsiteX24" fmla="*/ 21529 w 574457"/>
                <a:gd name="connsiteY24" fmla="*/ 472845 h 670503"/>
                <a:gd name="connsiteX25" fmla="*/ 0 w 574457"/>
                <a:gd name="connsiteY25" fmla="*/ 335562 h 670503"/>
                <a:gd name="connsiteX26" fmla="*/ 22151 w 574457"/>
                <a:gd name="connsiteY26" fmla="*/ 194400 h 670503"/>
                <a:gd name="connsiteX27" fmla="*/ 82931 w 574457"/>
                <a:gd name="connsiteY27" fmla="*/ 88857 h 670503"/>
                <a:gd name="connsiteX28" fmla="*/ 174024 w 574457"/>
                <a:gd name="connsiteY28" fmla="*/ 22738 h 670503"/>
                <a:gd name="connsiteX29" fmla="*/ 287579 w 574457"/>
                <a:gd name="connsiteY29" fmla="*/ 0 h 670503"/>
                <a:gd name="connsiteX30" fmla="*/ 401678 w 574457"/>
                <a:gd name="connsiteY30" fmla="*/ 23669 h 670503"/>
                <a:gd name="connsiteX31" fmla="*/ 492459 w 574457"/>
                <a:gd name="connsiteY31" fmla="*/ 90642 h 670503"/>
                <a:gd name="connsiteX32" fmla="*/ 552617 w 574457"/>
                <a:gd name="connsiteY32" fmla="*/ 195331 h 670503"/>
                <a:gd name="connsiteX33" fmla="*/ 574458 w 574457"/>
                <a:gd name="connsiteY33" fmla="*/ 33199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74457" h="670503">
                  <a:moveTo>
                    <a:pt x="446913" y="335485"/>
                  </a:moveTo>
                  <a:cubicBezTo>
                    <a:pt x="446913" y="302813"/>
                    <a:pt x="443105" y="273168"/>
                    <a:pt x="435487" y="246628"/>
                  </a:cubicBezTo>
                  <a:cubicBezTo>
                    <a:pt x="427871" y="220164"/>
                    <a:pt x="416989" y="197504"/>
                    <a:pt x="402843" y="178724"/>
                  </a:cubicBezTo>
                  <a:cubicBezTo>
                    <a:pt x="388698" y="160021"/>
                    <a:pt x="371365" y="145509"/>
                    <a:pt x="351001" y="135342"/>
                  </a:cubicBezTo>
                  <a:cubicBezTo>
                    <a:pt x="330638" y="125176"/>
                    <a:pt x="307631" y="120132"/>
                    <a:pt x="282138" y="120132"/>
                  </a:cubicBezTo>
                  <a:cubicBezTo>
                    <a:pt x="258199" y="120132"/>
                    <a:pt x="236670" y="125176"/>
                    <a:pt x="217705" y="135342"/>
                  </a:cubicBezTo>
                  <a:cubicBezTo>
                    <a:pt x="198740" y="145509"/>
                    <a:pt x="182574" y="159866"/>
                    <a:pt x="169205" y="178413"/>
                  </a:cubicBezTo>
                  <a:cubicBezTo>
                    <a:pt x="155837" y="196960"/>
                    <a:pt x="145577" y="219233"/>
                    <a:pt x="138349" y="245153"/>
                  </a:cubicBezTo>
                  <a:cubicBezTo>
                    <a:pt x="131120" y="271073"/>
                    <a:pt x="127623" y="300019"/>
                    <a:pt x="127623" y="331837"/>
                  </a:cubicBezTo>
                  <a:cubicBezTo>
                    <a:pt x="127623" y="367303"/>
                    <a:pt x="131509" y="398655"/>
                    <a:pt x="139281" y="425739"/>
                  </a:cubicBezTo>
                  <a:cubicBezTo>
                    <a:pt x="147054" y="452901"/>
                    <a:pt x="158013" y="475561"/>
                    <a:pt x="172236" y="493953"/>
                  </a:cubicBezTo>
                  <a:cubicBezTo>
                    <a:pt x="186382" y="512268"/>
                    <a:pt x="203404" y="526237"/>
                    <a:pt x="223145" y="535782"/>
                  </a:cubicBezTo>
                  <a:cubicBezTo>
                    <a:pt x="242888" y="545328"/>
                    <a:pt x="264728" y="550139"/>
                    <a:pt x="288744" y="550139"/>
                  </a:cubicBezTo>
                  <a:cubicBezTo>
                    <a:pt x="312761" y="550139"/>
                    <a:pt x="334368" y="544474"/>
                    <a:pt x="353722" y="533066"/>
                  </a:cubicBezTo>
                  <a:cubicBezTo>
                    <a:pt x="373075" y="521658"/>
                    <a:pt x="389708" y="506293"/>
                    <a:pt x="403465" y="486969"/>
                  </a:cubicBezTo>
                  <a:cubicBezTo>
                    <a:pt x="417222" y="467645"/>
                    <a:pt x="427948" y="444907"/>
                    <a:pt x="435487" y="418755"/>
                  </a:cubicBezTo>
                  <a:cubicBezTo>
                    <a:pt x="443027" y="392602"/>
                    <a:pt x="446913" y="364819"/>
                    <a:pt x="446913" y="335330"/>
                  </a:cubicBezTo>
                  <a:moveTo>
                    <a:pt x="574458" y="331915"/>
                  </a:moveTo>
                  <a:cubicBezTo>
                    <a:pt x="574458" y="385384"/>
                    <a:pt x="567074" y="433034"/>
                    <a:pt x="552307" y="474863"/>
                  </a:cubicBezTo>
                  <a:cubicBezTo>
                    <a:pt x="537539" y="516769"/>
                    <a:pt x="517175" y="552234"/>
                    <a:pt x="491216" y="581336"/>
                  </a:cubicBezTo>
                  <a:cubicBezTo>
                    <a:pt x="465256" y="610438"/>
                    <a:pt x="434477" y="632555"/>
                    <a:pt x="398957" y="647766"/>
                  </a:cubicBezTo>
                  <a:cubicBezTo>
                    <a:pt x="363438" y="662899"/>
                    <a:pt x="325042" y="670504"/>
                    <a:pt x="283926" y="670504"/>
                  </a:cubicBezTo>
                  <a:cubicBezTo>
                    <a:pt x="242810" y="670504"/>
                    <a:pt x="205502" y="662511"/>
                    <a:pt x="170993" y="646602"/>
                  </a:cubicBezTo>
                  <a:cubicBezTo>
                    <a:pt x="136483" y="630693"/>
                    <a:pt x="106482" y="608032"/>
                    <a:pt x="81144" y="578698"/>
                  </a:cubicBezTo>
                  <a:cubicBezTo>
                    <a:pt x="55728" y="549363"/>
                    <a:pt x="35908" y="514130"/>
                    <a:pt x="21529" y="472845"/>
                  </a:cubicBezTo>
                  <a:cubicBezTo>
                    <a:pt x="7150" y="431559"/>
                    <a:pt x="0" y="385850"/>
                    <a:pt x="0" y="335562"/>
                  </a:cubicBezTo>
                  <a:cubicBezTo>
                    <a:pt x="0" y="285275"/>
                    <a:pt x="7384" y="235840"/>
                    <a:pt x="22151" y="194400"/>
                  </a:cubicBezTo>
                  <a:cubicBezTo>
                    <a:pt x="36919" y="152959"/>
                    <a:pt x="57205" y="117726"/>
                    <a:pt x="82931" y="88857"/>
                  </a:cubicBezTo>
                  <a:cubicBezTo>
                    <a:pt x="108658" y="59988"/>
                    <a:pt x="139048" y="37949"/>
                    <a:pt x="174024" y="22738"/>
                  </a:cubicBezTo>
                  <a:cubicBezTo>
                    <a:pt x="208999" y="7605"/>
                    <a:pt x="246774" y="0"/>
                    <a:pt x="287579" y="0"/>
                  </a:cubicBezTo>
                  <a:cubicBezTo>
                    <a:pt x="328384" y="0"/>
                    <a:pt x="366702" y="7916"/>
                    <a:pt x="401678" y="23669"/>
                  </a:cubicBezTo>
                  <a:cubicBezTo>
                    <a:pt x="436653" y="39423"/>
                    <a:pt x="466888" y="61773"/>
                    <a:pt x="492459" y="90642"/>
                  </a:cubicBezTo>
                  <a:cubicBezTo>
                    <a:pt x="518030" y="119589"/>
                    <a:pt x="538083" y="154433"/>
                    <a:pt x="552617" y="195331"/>
                  </a:cubicBezTo>
                  <a:cubicBezTo>
                    <a:pt x="567152" y="236151"/>
                    <a:pt x="574458" y="281782"/>
                    <a:pt x="574458" y="331993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D5AB3FE-FF25-34F2-E4F7-C83F081D92BA}"/>
                </a:ext>
              </a:extLst>
            </p:cNvPr>
            <p:cNvSpPr/>
            <p:nvPr/>
          </p:nvSpPr>
          <p:spPr bwMode="invGray">
            <a:xfrm>
              <a:off x="8577920" y="3191752"/>
              <a:ext cx="517641" cy="656845"/>
            </a:xfrm>
            <a:custGeom>
              <a:avLst/>
              <a:gdLst>
                <a:gd name="connsiteX0" fmla="*/ 391262 w 517641"/>
                <a:gd name="connsiteY0" fmla="*/ 656690 h 656845"/>
                <a:gd name="connsiteX1" fmla="*/ 391262 w 517641"/>
                <a:gd name="connsiteY1" fmla="*/ 293035 h 656845"/>
                <a:gd name="connsiteX2" fmla="*/ 360095 w 517641"/>
                <a:gd name="connsiteY2" fmla="*/ 161107 h 656845"/>
                <a:gd name="connsiteX3" fmla="*/ 258821 w 517641"/>
                <a:gd name="connsiteY3" fmla="*/ 116562 h 656845"/>
                <a:gd name="connsiteX4" fmla="*/ 202549 w 517641"/>
                <a:gd name="connsiteY4" fmla="*/ 127349 h 656845"/>
                <a:gd name="connsiteX5" fmla="*/ 159412 w 517641"/>
                <a:gd name="connsiteY5" fmla="*/ 160874 h 656845"/>
                <a:gd name="connsiteX6" fmla="*/ 134230 w 517641"/>
                <a:gd name="connsiteY6" fmla="*/ 214421 h 656845"/>
                <a:gd name="connsiteX7" fmla="*/ 126457 w 517641"/>
                <a:gd name="connsiteY7" fmla="*/ 280541 h 656845"/>
                <a:gd name="connsiteX8" fmla="*/ 126457 w 517641"/>
                <a:gd name="connsiteY8" fmla="*/ 656768 h 656845"/>
                <a:gd name="connsiteX9" fmla="*/ 0 w 517641"/>
                <a:gd name="connsiteY9" fmla="*/ 656768 h 656845"/>
                <a:gd name="connsiteX10" fmla="*/ 0 w 517641"/>
                <a:gd name="connsiteY10" fmla="*/ 13736 h 656845"/>
                <a:gd name="connsiteX11" fmla="*/ 126457 w 517641"/>
                <a:gd name="connsiteY11" fmla="*/ 13736 h 656845"/>
                <a:gd name="connsiteX12" fmla="*/ 126457 w 517641"/>
                <a:gd name="connsiteY12" fmla="*/ 74733 h 656845"/>
                <a:gd name="connsiteX13" fmla="*/ 155837 w 517641"/>
                <a:gd name="connsiteY13" fmla="*/ 43381 h 656845"/>
                <a:gd name="connsiteX14" fmla="*/ 194154 w 517641"/>
                <a:gd name="connsiteY14" fmla="*/ 19789 h 656845"/>
                <a:gd name="connsiteX15" fmla="*/ 239079 w 517641"/>
                <a:gd name="connsiteY15" fmla="*/ 5122 h 656845"/>
                <a:gd name="connsiteX16" fmla="*/ 288201 w 517641"/>
                <a:gd name="connsiteY16" fmla="*/ 0 h 656845"/>
                <a:gd name="connsiteX17" fmla="*/ 389164 w 517641"/>
                <a:gd name="connsiteY17" fmla="*/ 18858 h 656845"/>
                <a:gd name="connsiteX18" fmla="*/ 460437 w 517641"/>
                <a:gd name="connsiteY18" fmla="*/ 73026 h 656845"/>
                <a:gd name="connsiteX19" fmla="*/ 503263 w 517641"/>
                <a:gd name="connsiteY19" fmla="*/ 162194 h 656845"/>
                <a:gd name="connsiteX20" fmla="*/ 517642 w 517641"/>
                <a:gd name="connsiteY20" fmla="*/ 288379 h 656845"/>
                <a:gd name="connsiteX21" fmla="*/ 517642 w 517641"/>
                <a:gd name="connsiteY21" fmla="*/ 656845 h 656845"/>
                <a:gd name="connsiteX22" fmla="*/ 391262 w 517641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1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549" y="127349"/>
                  </a:cubicBezTo>
                  <a:cubicBezTo>
                    <a:pt x="185372" y="134566"/>
                    <a:pt x="170993" y="145664"/>
                    <a:pt x="159412" y="160874"/>
                  </a:cubicBezTo>
                  <a:cubicBezTo>
                    <a:pt x="147831" y="176007"/>
                    <a:pt x="139437" y="193856"/>
                    <a:pt x="134230" y="214421"/>
                  </a:cubicBezTo>
                  <a:cubicBezTo>
                    <a:pt x="129022" y="234987"/>
                    <a:pt x="126457" y="257027"/>
                    <a:pt x="126457" y="280541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4462" y="63170"/>
                    <a:pt x="144178" y="52693"/>
                    <a:pt x="155837" y="43381"/>
                  </a:cubicBezTo>
                  <a:cubicBezTo>
                    <a:pt x="167417" y="33991"/>
                    <a:pt x="180164" y="26153"/>
                    <a:pt x="194154" y="19789"/>
                  </a:cubicBezTo>
                  <a:cubicBezTo>
                    <a:pt x="208145" y="13426"/>
                    <a:pt x="223146" y="8537"/>
                    <a:pt x="239079" y="5122"/>
                  </a:cubicBezTo>
                  <a:cubicBezTo>
                    <a:pt x="255012" y="1707"/>
                    <a:pt x="271412" y="0"/>
                    <a:pt x="288201" y="0"/>
                  </a:cubicBezTo>
                  <a:cubicBezTo>
                    <a:pt x="326985" y="0"/>
                    <a:pt x="360562" y="6286"/>
                    <a:pt x="389164" y="18858"/>
                  </a:cubicBezTo>
                  <a:cubicBezTo>
                    <a:pt x="417689" y="31430"/>
                    <a:pt x="441472" y="49434"/>
                    <a:pt x="460437" y="73026"/>
                  </a:cubicBezTo>
                  <a:cubicBezTo>
                    <a:pt x="479402" y="96540"/>
                    <a:pt x="493703" y="126263"/>
                    <a:pt x="503263" y="162194"/>
                  </a:cubicBezTo>
                  <a:cubicBezTo>
                    <a:pt x="512823" y="198125"/>
                    <a:pt x="517642" y="240186"/>
                    <a:pt x="517642" y="288379"/>
                  </a:cubicBezTo>
                  <a:lnTo>
                    <a:pt x="517642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8F53EE63-858F-97EB-71E7-B93F38D10A84}"/>
                </a:ext>
              </a:extLst>
            </p:cNvPr>
            <p:cNvSpPr/>
            <p:nvPr/>
          </p:nvSpPr>
          <p:spPr bwMode="invGray">
            <a:xfrm>
              <a:off x="1333500" y="1365250"/>
              <a:ext cx="2432217" cy="886244"/>
            </a:xfrm>
            <a:custGeom>
              <a:avLst/>
              <a:gdLst>
                <a:gd name="connsiteX0" fmla="*/ 2431984 w 2432217"/>
                <a:gd name="connsiteY0" fmla="*/ 0 h 886244"/>
                <a:gd name="connsiteX1" fmla="*/ 0 w 2432217"/>
                <a:gd name="connsiteY1" fmla="*/ 886245 h 886244"/>
                <a:gd name="connsiteX2" fmla="*/ 2432217 w 2432217"/>
                <a:gd name="connsiteY2" fmla="*/ 457246 h 886244"/>
                <a:gd name="connsiteX3" fmla="*/ 2432217 w 2432217"/>
                <a:gd name="connsiteY3" fmla="*/ 0 h 886244"/>
                <a:gd name="connsiteX4" fmla="*/ 2431984 w 2432217"/>
                <a:gd name="connsiteY4" fmla="*/ 0 h 886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2217" h="886244">
                  <a:moveTo>
                    <a:pt x="2431984" y="0"/>
                  </a:moveTo>
                  <a:lnTo>
                    <a:pt x="0" y="886245"/>
                  </a:lnTo>
                  <a:lnTo>
                    <a:pt x="2432217" y="457246"/>
                  </a:lnTo>
                  <a:lnTo>
                    <a:pt x="2432217" y="0"/>
                  </a:lnTo>
                  <a:lnTo>
                    <a:pt x="2431984" y="0"/>
                  </a:lnTo>
                  <a:close/>
                </a:path>
              </a:pathLst>
            </a:custGeom>
            <a:solidFill>
              <a:srgbClr val="FFE600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1B50AD0B-D369-E3AD-40DB-C2EF05671AD2}"/>
                </a:ext>
              </a:extLst>
            </p:cNvPr>
            <p:cNvSpPr/>
            <p:nvPr/>
          </p:nvSpPr>
          <p:spPr bwMode="invGray">
            <a:xfrm>
              <a:off x="1354718" y="2619961"/>
              <a:ext cx="2042042" cy="1228558"/>
            </a:xfrm>
            <a:custGeom>
              <a:avLst/>
              <a:gdLst>
                <a:gd name="connsiteX0" fmla="*/ 1639277 w 2042042"/>
                <a:gd name="connsiteY0" fmla="*/ 78 h 1228558"/>
                <a:gd name="connsiteX1" fmla="*/ 1430277 w 2042042"/>
                <a:gd name="connsiteY1" fmla="*/ 400983 h 1228558"/>
                <a:gd name="connsiteX2" fmla="*/ 1221821 w 2042042"/>
                <a:gd name="connsiteY2" fmla="*/ 78 h 1228558"/>
                <a:gd name="connsiteX3" fmla="*/ 813848 w 2042042"/>
                <a:gd name="connsiteY3" fmla="*/ 78 h 1228558"/>
                <a:gd name="connsiteX4" fmla="*/ 1243662 w 2042042"/>
                <a:gd name="connsiteY4" fmla="*/ 743297 h 1228558"/>
                <a:gd name="connsiteX5" fmla="*/ 1243662 w 2042042"/>
                <a:gd name="connsiteY5" fmla="*/ 1228559 h 1228558"/>
                <a:gd name="connsiteX6" fmla="*/ 1611607 w 2042042"/>
                <a:gd name="connsiteY6" fmla="*/ 1228559 h 1228558"/>
                <a:gd name="connsiteX7" fmla="*/ 1611607 w 2042042"/>
                <a:gd name="connsiteY7" fmla="*/ 743297 h 1228558"/>
                <a:gd name="connsiteX8" fmla="*/ 2042043 w 2042042"/>
                <a:gd name="connsiteY8" fmla="*/ 78 h 1228558"/>
                <a:gd name="connsiteX9" fmla="*/ 1639277 w 2042042"/>
                <a:gd name="connsiteY9" fmla="*/ 78 h 1228558"/>
                <a:gd name="connsiteX10" fmla="*/ 0 w 2042042"/>
                <a:gd name="connsiteY10" fmla="*/ 78 h 1228558"/>
                <a:gd name="connsiteX11" fmla="*/ 0 w 2042042"/>
                <a:gd name="connsiteY11" fmla="*/ 1228481 h 1228558"/>
                <a:gd name="connsiteX12" fmla="*/ 984219 w 2042042"/>
                <a:gd name="connsiteY12" fmla="*/ 1228481 h 1228558"/>
                <a:gd name="connsiteX13" fmla="*/ 984219 w 2042042"/>
                <a:gd name="connsiteY13" fmla="*/ 945923 h 1228558"/>
                <a:gd name="connsiteX14" fmla="*/ 369034 w 2042042"/>
                <a:gd name="connsiteY14" fmla="*/ 945923 h 1228558"/>
                <a:gd name="connsiteX15" fmla="*/ 369034 w 2042042"/>
                <a:gd name="connsiteY15" fmla="*/ 743220 h 1228558"/>
                <a:gd name="connsiteX16" fmla="*/ 813848 w 2042042"/>
                <a:gd name="connsiteY16" fmla="*/ 743220 h 1228558"/>
                <a:gd name="connsiteX17" fmla="*/ 813848 w 2042042"/>
                <a:gd name="connsiteY17" fmla="*/ 485339 h 1228558"/>
                <a:gd name="connsiteX18" fmla="*/ 369034 w 2042042"/>
                <a:gd name="connsiteY18" fmla="*/ 485339 h 1228558"/>
                <a:gd name="connsiteX19" fmla="*/ 369034 w 2042042"/>
                <a:gd name="connsiteY19" fmla="*/ 282558 h 1228558"/>
                <a:gd name="connsiteX20" fmla="*/ 861182 w 2042042"/>
                <a:gd name="connsiteY20" fmla="*/ 282558 h 1228558"/>
                <a:gd name="connsiteX21" fmla="*/ 697884 w 2042042"/>
                <a:gd name="connsiteY21" fmla="*/ 0 h 1228558"/>
                <a:gd name="connsiteX22" fmla="*/ 0 w 2042042"/>
                <a:gd name="connsiteY22" fmla="*/ 0 h 122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2042" h="1228558">
                  <a:moveTo>
                    <a:pt x="1639277" y="78"/>
                  </a:moveTo>
                  <a:lnTo>
                    <a:pt x="1430277" y="400983"/>
                  </a:lnTo>
                  <a:lnTo>
                    <a:pt x="1221821" y="78"/>
                  </a:lnTo>
                  <a:lnTo>
                    <a:pt x="813848" y="78"/>
                  </a:lnTo>
                  <a:lnTo>
                    <a:pt x="1243662" y="743297"/>
                  </a:lnTo>
                  <a:lnTo>
                    <a:pt x="1243662" y="1228559"/>
                  </a:lnTo>
                  <a:lnTo>
                    <a:pt x="1611607" y="1228559"/>
                  </a:lnTo>
                  <a:lnTo>
                    <a:pt x="1611607" y="743297"/>
                  </a:lnTo>
                  <a:lnTo>
                    <a:pt x="2042043" y="78"/>
                  </a:lnTo>
                  <a:lnTo>
                    <a:pt x="1639277" y="78"/>
                  </a:lnTo>
                  <a:close/>
                  <a:moveTo>
                    <a:pt x="0" y="78"/>
                  </a:moveTo>
                  <a:lnTo>
                    <a:pt x="0" y="1228481"/>
                  </a:lnTo>
                  <a:lnTo>
                    <a:pt x="984219" y="1228481"/>
                  </a:lnTo>
                  <a:lnTo>
                    <a:pt x="984219" y="945923"/>
                  </a:lnTo>
                  <a:lnTo>
                    <a:pt x="369034" y="945923"/>
                  </a:lnTo>
                  <a:lnTo>
                    <a:pt x="369034" y="743220"/>
                  </a:lnTo>
                  <a:lnTo>
                    <a:pt x="813848" y="743220"/>
                  </a:lnTo>
                  <a:lnTo>
                    <a:pt x="813848" y="485339"/>
                  </a:lnTo>
                  <a:lnTo>
                    <a:pt x="369034" y="485339"/>
                  </a:lnTo>
                  <a:lnTo>
                    <a:pt x="369034" y="282558"/>
                  </a:lnTo>
                  <a:lnTo>
                    <a:pt x="861182" y="282558"/>
                  </a:lnTo>
                  <a:lnTo>
                    <a:pt x="6978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E65AE67-18D1-11F2-AFBC-11AED36F88CD}"/>
                </a:ext>
              </a:extLst>
            </p:cNvPr>
            <p:cNvSpPr/>
            <p:nvPr/>
          </p:nvSpPr>
          <p:spPr bwMode="invGray">
            <a:xfrm>
              <a:off x="5925900" y="4251210"/>
              <a:ext cx="200839" cy="388178"/>
            </a:xfrm>
            <a:custGeom>
              <a:avLst/>
              <a:gdLst>
                <a:gd name="connsiteX0" fmla="*/ 119151 w 200839"/>
                <a:gd name="connsiteY0" fmla="*/ 286749 h 388178"/>
                <a:gd name="connsiteX1" fmla="*/ 119151 w 200839"/>
                <a:gd name="connsiteY1" fmla="*/ 173679 h 388178"/>
                <a:gd name="connsiteX2" fmla="*/ 199751 w 200839"/>
                <a:gd name="connsiteY2" fmla="*/ 173679 h 388178"/>
                <a:gd name="connsiteX3" fmla="*/ 199751 w 200839"/>
                <a:gd name="connsiteY3" fmla="*/ 107250 h 388178"/>
                <a:gd name="connsiteX4" fmla="*/ 119151 w 200839"/>
                <a:gd name="connsiteY4" fmla="*/ 107250 h 388178"/>
                <a:gd name="connsiteX5" fmla="*/ 119151 w 200839"/>
                <a:gd name="connsiteY5" fmla="*/ 0 h 388178"/>
                <a:gd name="connsiteX6" fmla="*/ 47878 w 200839"/>
                <a:gd name="connsiteY6" fmla="*/ 35543 h 388178"/>
                <a:gd name="connsiteX7" fmla="*/ 47878 w 200839"/>
                <a:gd name="connsiteY7" fmla="*/ 107250 h 388178"/>
                <a:gd name="connsiteX8" fmla="*/ 0 w 200839"/>
                <a:gd name="connsiteY8" fmla="*/ 107250 h 388178"/>
                <a:gd name="connsiteX9" fmla="*/ 0 w 200839"/>
                <a:gd name="connsiteY9" fmla="*/ 173679 h 388178"/>
                <a:gd name="connsiteX10" fmla="*/ 47878 w 200839"/>
                <a:gd name="connsiteY10" fmla="*/ 173679 h 388178"/>
                <a:gd name="connsiteX11" fmla="*/ 47878 w 200839"/>
                <a:gd name="connsiteY11" fmla="*/ 305995 h 388178"/>
                <a:gd name="connsiteX12" fmla="*/ 122027 w 200839"/>
                <a:gd name="connsiteY12" fmla="*/ 388178 h 388178"/>
                <a:gd name="connsiteX13" fmla="*/ 190346 w 200839"/>
                <a:gd name="connsiteY13" fmla="*/ 371260 h 388178"/>
                <a:gd name="connsiteX14" fmla="*/ 200839 w 200839"/>
                <a:gd name="connsiteY14" fmla="*/ 299554 h 388178"/>
                <a:gd name="connsiteX15" fmla="*/ 145344 w 200839"/>
                <a:gd name="connsiteY15" fmla="*/ 319964 h 388178"/>
                <a:gd name="connsiteX16" fmla="*/ 119073 w 200839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9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1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10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1A46EA9-DEBC-2B47-ACFB-4AA14DE1D326}"/>
                </a:ext>
              </a:extLst>
            </p:cNvPr>
            <p:cNvSpPr/>
            <p:nvPr/>
          </p:nvSpPr>
          <p:spPr bwMode="invGray">
            <a:xfrm>
              <a:off x="4293307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CC4C3BB-7C3C-273A-2E5C-936FBFC3A89A}"/>
                </a:ext>
              </a:extLst>
            </p:cNvPr>
            <p:cNvSpPr/>
            <p:nvPr/>
          </p:nvSpPr>
          <p:spPr bwMode="invGray">
            <a:xfrm>
              <a:off x="617057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2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79 w 238379"/>
                <a:gd name="connsiteY10" fmla="*/ 382436 h 382435"/>
                <a:gd name="connsiteX11" fmla="*/ 238379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2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79" y="382436"/>
                  </a:lnTo>
                  <a:lnTo>
                    <a:pt x="238379" y="226761"/>
                  </a:lnTo>
                  <a:cubicBezTo>
                    <a:pt x="238379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2E2C5F1-3187-B599-8B9A-C91C7A971C94}"/>
                </a:ext>
              </a:extLst>
            </p:cNvPr>
            <p:cNvSpPr/>
            <p:nvPr/>
          </p:nvSpPr>
          <p:spPr bwMode="invGray">
            <a:xfrm>
              <a:off x="167820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290A547E-5D2F-6046-DECF-FA57DF037091}"/>
                </a:ext>
              </a:extLst>
            </p:cNvPr>
            <p:cNvSpPr/>
            <p:nvPr/>
          </p:nvSpPr>
          <p:spPr bwMode="invGray">
            <a:xfrm>
              <a:off x="2898939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8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769EB8AD-AB18-A174-983E-B829E76E918F}"/>
                </a:ext>
              </a:extLst>
            </p:cNvPr>
            <p:cNvSpPr/>
            <p:nvPr/>
          </p:nvSpPr>
          <p:spPr bwMode="invGray">
            <a:xfrm>
              <a:off x="3143614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3D30AB15-A5EC-5215-D26C-28E3EB10804F}"/>
                </a:ext>
              </a:extLst>
            </p:cNvPr>
            <p:cNvSpPr/>
            <p:nvPr/>
          </p:nvSpPr>
          <p:spPr bwMode="invGray">
            <a:xfrm>
              <a:off x="2242171" y="4352251"/>
              <a:ext cx="237602" cy="382513"/>
            </a:xfrm>
            <a:custGeom>
              <a:avLst/>
              <a:gdLst>
                <a:gd name="connsiteX0" fmla="*/ 131354 w 237602"/>
                <a:gd name="connsiteY0" fmla="*/ 0 h 382513"/>
                <a:gd name="connsiteX1" fmla="*/ 68863 w 237602"/>
                <a:gd name="connsiteY1" fmla="*/ 24523 h 382513"/>
                <a:gd name="connsiteX2" fmla="*/ 68863 w 237602"/>
                <a:gd name="connsiteY2" fmla="*/ 5898 h 382513"/>
                <a:gd name="connsiteX3" fmla="*/ 0 w 237602"/>
                <a:gd name="connsiteY3" fmla="*/ 5898 h 382513"/>
                <a:gd name="connsiteX4" fmla="*/ 0 w 237602"/>
                <a:gd name="connsiteY4" fmla="*/ 382513 h 382513"/>
                <a:gd name="connsiteX5" fmla="*/ 68863 w 237602"/>
                <a:gd name="connsiteY5" fmla="*/ 348134 h 382513"/>
                <a:gd name="connsiteX6" fmla="*/ 68863 w 237602"/>
                <a:gd name="connsiteY6" fmla="*/ 264166 h 382513"/>
                <a:gd name="connsiteX7" fmla="*/ 130188 w 237602"/>
                <a:gd name="connsiteY7" fmla="*/ 286904 h 382513"/>
                <a:gd name="connsiteX8" fmla="*/ 237602 w 237602"/>
                <a:gd name="connsiteY8" fmla="*/ 144034 h 382513"/>
                <a:gd name="connsiteX9" fmla="*/ 131354 w 237602"/>
                <a:gd name="connsiteY9" fmla="*/ 0 h 382513"/>
                <a:gd name="connsiteX10" fmla="*/ 118529 w 237602"/>
                <a:gd name="connsiteY10" fmla="*/ 220940 h 382513"/>
                <a:gd name="connsiteX11" fmla="*/ 68863 w 237602"/>
                <a:gd name="connsiteY11" fmla="*/ 195874 h 382513"/>
                <a:gd name="connsiteX12" fmla="*/ 68863 w 237602"/>
                <a:gd name="connsiteY12" fmla="*/ 90953 h 382513"/>
                <a:gd name="connsiteX13" fmla="*/ 114410 w 237602"/>
                <a:gd name="connsiteY13" fmla="*/ 66430 h 382513"/>
                <a:gd name="connsiteX14" fmla="*/ 166407 w 237602"/>
                <a:gd name="connsiteY14" fmla="*/ 147449 h 382513"/>
                <a:gd name="connsiteX15" fmla="*/ 118529 w 237602"/>
                <a:gd name="connsiteY15" fmla="*/ 220940 h 382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7602" h="382513">
                  <a:moveTo>
                    <a:pt x="131354" y="0"/>
                  </a:moveTo>
                  <a:cubicBezTo>
                    <a:pt x="105627" y="0"/>
                    <a:pt x="86973" y="8149"/>
                    <a:pt x="68863" y="24523"/>
                  </a:cubicBezTo>
                  <a:lnTo>
                    <a:pt x="68863" y="5898"/>
                  </a:lnTo>
                  <a:lnTo>
                    <a:pt x="0" y="5898"/>
                  </a:lnTo>
                  <a:lnTo>
                    <a:pt x="0" y="382513"/>
                  </a:lnTo>
                  <a:lnTo>
                    <a:pt x="68863" y="348134"/>
                  </a:lnTo>
                  <a:lnTo>
                    <a:pt x="68863" y="264166"/>
                  </a:lnTo>
                  <a:cubicBezTo>
                    <a:pt x="81144" y="275807"/>
                    <a:pt x="99798" y="286904"/>
                    <a:pt x="130188" y="286904"/>
                  </a:cubicBezTo>
                  <a:cubicBezTo>
                    <a:pt x="208456" y="286904"/>
                    <a:pt x="237602" y="214577"/>
                    <a:pt x="237602" y="144034"/>
                  </a:cubicBezTo>
                  <a:cubicBezTo>
                    <a:pt x="237602" y="70000"/>
                    <a:pt x="205502" y="0"/>
                    <a:pt x="131354" y="0"/>
                  </a:cubicBezTo>
                  <a:close/>
                  <a:moveTo>
                    <a:pt x="118529" y="220940"/>
                  </a:moveTo>
                  <a:cubicBezTo>
                    <a:pt x="98709" y="220940"/>
                    <a:pt x="79978" y="211628"/>
                    <a:pt x="68863" y="195874"/>
                  </a:cubicBezTo>
                  <a:lnTo>
                    <a:pt x="68863" y="90953"/>
                  </a:lnTo>
                  <a:cubicBezTo>
                    <a:pt x="79978" y="75199"/>
                    <a:pt x="95134" y="66430"/>
                    <a:pt x="114410" y="66430"/>
                  </a:cubicBezTo>
                  <a:cubicBezTo>
                    <a:pt x="155837" y="66430"/>
                    <a:pt x="166407" y="107250"/>
                    <a:pt x="166407" y="147449"/>
                  </a:cubicBezTo>
                  <a:cubicBezTo>
                    <a:pt x="166407" y="187648"/>
                    <a:pt x="157080" y="220940"/>
                    <a:pt x="118529" y="22094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6BE5EE83-F2D2-3354-33FC-31AC0DF58F01}"/>
                </a:ext>
              </a:extLst>
            </p:cNvPr>
            <p:cNvSpPr/>
            <p:nvPr/>
          </p:nvSpPr>
          <p:spPr bwMode="invGray">
            <a:xfrm>
              <a:off x="1958323" y="4352251"/>
              <a:ext cx="230063" cy="286826"/>
            </a:xfrm>
            <a:custGeom>
              <a:avLst/>
              <a:gdLst>
                <a:gd name="connsiteX0" fmla="*/ 230063 w 230063"/>
                <a:gd name="connsiteY0" fmla="*/ 281006 h 286826"/>
                <a:gd name="connsiteX1" fmla="*/ 230063 w 230063"/>
                <a:gd name="connsiteY1" fmla="*/ 96230 h 286826"/>
                <a:gd name="connsiteX2" fmla="*/ 117985 w 230063"/>
                <a:gd name="connsiteY2" fmla="*/ 0 h 286826"/>
                <a:gd name="connsiteX3" fmla="*/ 22773 w 230063"/>
                <a:gd name="connsiteY3" fmla="*/ 28015 h 286826"/>
                <a:gd name="connsiteX4" fmla="*/ 50210 w 230063"/>
                <a:gd name="connsiteY4" fmla="*/ 76984 h 286826"/>
                <a:gd name="connsiteX5" fmla="*/ 113866 w 230063"/>
                <a:gd name="connsiteY5" fmla="*/ 58902 h 286826"/>
                <a:gd name="connsiteX6" fmla="*/ 161122 w 230063"/>
                <a:gd name="connsiteY6" fmla="*/ 95066 h 286826"/>
                <a:gd name="connsiteX7" fmla="*/ 161122 w 230063"/>
                <a:gd name="connsiteY7" fmla="*/ 109655 h 286826"/>
                <a:gd name="connsiteX8" fmla="*/ 107415 w 230063"/>
                <a:gd name="connsiteY8" fmla="*/ 98558 h 286826"/>
                <a:gd name="connsiteX9" fmla="*/ 0 w 230063"/>
                <a:gd name="connsiteY9" fmla="*/ 191218 h 286826"/>
                <a:gd name="connsiteX10" fmla="*/ 96922 w 230063"/>
                <a:gd name="connsiteY10" fmla="*/ 286827 h 286826"/>
                <a:gd name="connsiteX11" fmla="*/ 161122 w 230063"/>
                <a:gd name="connsiteY11" fmla="*/ 261760 h 286826"/>
                <a:gd name="connsiteX12" fmla="*/ 161122 w 230063"/>
                <a:gd name="connsiteY12" fmla="*/ 281006 h 286826"/>
                <a:gd name="connsiteX13" fmla="*/ 229985 w 230063"/>
                <a:gd name="connsiteY13" fmla="*/ 281006 h 286826"/>
                <a:gd name="connsiteX14" fmla="*/ 109202 w 230063"/>
                <a:gd name="connsiteY14" fmla="*/ 227382 h 286826"/>
                <a:gd name="connsiteX15" fmla="*/ 70107 w 230063"/>
                <a:gd name="connsiteY15" fmla="*/ 189511 h 286826"/>
                <a:gd name="connsiteX16" fmla="*/ 115032 w 230063"/>
                <a:gd name="connsiteY16" fmla="*/ 153968 h 286826"/>
                <a:gd name="connsiteX17" fmla="*/ 161122 w 230063"/>
                <a:gd name="connsiteY17" fmla="*/ 165608 h 286826"/>
                <a:gd name="connsiteX18" fmla="*/ 161122 w 230063"/>
                <a:gd name="connsiteY18" fmla="*/ 200608 h 286826"/>
                <a:gd name="connsiteX19" fmla="*/ 109125 w 230063"/>
                <a:gd name="connsiteY19" fmla="*/ 22745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0063" h="286826">
                  <a:moveTo>
                    <a:pt x="230063" y="281006"/>
                  </a:moveTo>
                  <a:lnTo>
                    <a:pt x="230063" y="96230"/>
                  </a:lnTo>
                  <a:cubicBezTo>
                    <a:pt x="230063" y="33836"/>
                    <a:pt x="187470" y="0"/>
                    <a:pt x="117985" y="0"/>
                  </a:cubicBezTo>
                  <a:cubicBezTo>
                    <a:pt x="81222" y="0"/>
                    <a:pt x="52619" y="9313"/>
                    <a:pt x="22773" y="28015"/>
                  </a:cubicBezTo>
                  <a:lnTo>
                    <a:pt x="50210" y="76984"/>
                  </a:lnTo>
                  <a:cubicBezTo>
                    <a:pt x="71817" y="64179"/>
                    <a:pt x="92258" y="58902"/>
                    <a:pt x="113866" y="58902"/>
                  </a:cubicBezTo>
                  <a:cubicBezTo>
                    <a:pt x="144256" y="58902"/>
                    <a:pt x="161122" y="69379"/>
                    <a:pt x="161122" y="95066"/>
                  </a:cubicBezTo>
                  <a:lnTo>
                    <a:pt x="161122" y="109655"/>
                  </a:lnTo>
                  <a:cubicBezTo>
                    <a:pt x="143012" y="100886"/>
                    <a:pt x="124902" y="98558"/>
                    <a:pt x="107415" y="98558"/>
                  </a:cubicBezTo>
                  <a:cubicBezTo>
                    <a:pt x="41427" y="98558"/>
                    <a:pt x="0" y="131229"/>
                    <a:pt x="0" y="191218"/>
                  </a:cubicBezTo>
                  <a:cubicBezTo>
                    <a:pt x="0" y="251206"/>
                    <a:pt x="42593" y="286827"/>
                    <a:pt x="96922" y="286827"/>
                  </a:cubicBezTo>
                  <a:cubicBezTo>
                    <a:pt x="123814" y="286827"/>
                    <a:pt x="144800" y="278057"/>
                    <a:pt x="161122" y="261760"/>
                  </a:cubicBezTo>
                  <a:lnTo>
                    <a:pt x="161122" y="281006"/>
                  </a:lnTo>
                  <a:lnTo>
                    <a:pt x="229985" y="281006"/>
                  </a:lnTo>
                  <a:close/>
                  <a:moveTo>
                    <a:pt x="109202" y="227382"/>
                  </a:moveTo>
                  <a:cubicBezTo>
                    <a:pt x="83476" y="227382"/>
                    <a:pt x="70107" y="210464"/>
                    <a:pt x="70107" y="189511"/>
                  </a:cubicBezTo>
                  <a:cubicBezTo>
                    <a:pt x="70107" y="167393"/>
                    <a:pt x="84719" y="153968"/>
                    <a:pt x="115032" y="153968"/>
                  </a:cubicBezTo>
                  <a:cubicBezTo>
                    <a:pt x="129022" y="153968"/>
                    <a:pt x="147132" y="156917"/>
                    <a:pt x="161122" y="165608"/>
                  </a:cubicBezTo>
                  <a:lnTo>
                    <a:pt x="161122" y="200608"/>
                  </a:lnTo>
                  <a:cubicBezTo>
                    <a:pt x="145966" y="222725"/>
                    <a:pt x="122571" y="227459"/>
                    <a:pt x="109125" y="22745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552F7CB-9CD8-2169-9567-CC7D90F626E6}"/>
                </a:ext>
              </a:extLst>
            </p:cNvPr>
            <p:cNvSpPr/>
            <p:nvPr/>
          </p:nvSpPr>
          <p:spPr bwMode="invGray">
            <a:xfrm>
              <a:off x="1340728" y="4260755"/>
              <a:ext cx="284392" cy="378322"/>
            </a:xfrm>
            <a:custGeom>
              <a:avLst/>
              <a:gdLst>
                <a:gd name="connsiteX0" fmla="*/ 144800 w 284392"/>
                <a:gd name="connsiteY0" fmla="*/ 308944 h 378322"/>
                <a:gd name="connsiteX1" fmla="*/ 51376 w 284392"/>
                <a:gd name="connsiteY1" fmla="*/ 266960 h 378322"/>
                <a:gd name="connsiteX2" fmla="*/ 0 w 284392"/>
                <a:gd name="connsiteY2" fmla="*/ 312436 h 378322"/>
                <a:gd name="connsiteX3" fmla="*/ 146587 w 284392"/>
                <a:gd name="connsiteY3" fmla="*/ 378322 h 378322"/>
                <a:gd name="connsiteX4" fmla="*/ 284392 w 284392"/>
                <a:gd name="connsiteY4" fmla="*/ 262304 h 378322"/>
                <a:gd name="connsiteX5" fmla="*/ 251126 w 284392"/>
                <a:gd name="connsiteY5" fmla="*/ 185941 h 378322"/>
                <a:gd name="connsiteX6" fmla="*/ 161821 w 284392"/>
                <a:gd name="connsiteY6" fmla="*/ 149234 h 378322"/>
                <a:gd name="connsiteX7" fmla="*/ 102829 w 284392"/>
                <a:gd name="connsiteY7" fmla="*/ 129988 h 378322"/>
                <a:gd name="connsiteX8" fmla="*/ 87673 w 284392"/>
                <a:gd name="connsiteY8" fmla="*/ 104922 h 378322"/>
                <a:gd name="connsiteX9" fmla="*/ 141380 w 284392"/>
                <a:gd name="connsiteY9" fmla="*/ 69379 h 378322"/>
                <a:gd name="connsiteX10" fmla="*/ 224856 w 284392"/>
                <a:gd name="connsiteY10" fmla="*/ 106706 h 378322"/>
                <a:gd name="connsiteX11" fmla="*/ 276231 w 284392"/>
                <a:gd name="connsiteY11" fmla="*/ 56574 h 378322"/>
                <a:gd name="connsiteX12" fmla="*/ 146043 w 284392"/>
                <a:gd name="connsiteY12" fmla="*/ 0 h 378322"/>
                <a:gd name="connsiteX13" fmla="*/ 14068 w 284392"/>
                <a:gd name="connsiteY13" fmla="*/ 109035 h 378322"/>
                <a:gd name="connsiteX14" fmla="*/ 45624 w 284392"/>
                <a:gd name="connsiteY14" fmla="*/ 182526 h 378322"/>
                <a:gd name="connsiteX15" fmla="*/ 129100 w 284392"/>
                <a:gd name="connsiteY15" fmla="*/ 216362 h 378322"/>
                <a:gd name="connsiteX16" fmla="*/ 188636 w 284392"/>
                <a:gd name="connsiteY16" fmla="*/ 234444 h 378322"/>
                <a:gd name="connsiteX17" fmla="*/ 210243 w 284392"/>
                <a:gd name="connsiteY17" fmla="*/ 264166 h 378322"/>
                <a:gd name="connsiteX18" fmla="*/ 144878 w 284392"/>
                <a:gd name="connsiteY18" fmla="*/ 309022 h 378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84392" h="378322">
                  <a:moveTo>
                    <a:pt x="144800" y="308944"/>
                  </a:moveTo>
                  <a:cubicBezTo>
                    <a:pt x="109746" y="308944"/>
                    <a:pt x="75315" y="295518"/>
                    <a:pt x="51376" y="266960"/>
                  </a:cubicBezTo>
                  <a:lnTo>
                    <a:pt x="0" y="312436"/>
                  </a:lnTo>
                  <a:cubicBezTo>
                    <a:pt x="33266" y="361405"/>
                    <a:pt x="92802" y="378322"/>
                    <a:pt x="146587" y="378322"/>
                  </a:cubicBezTo>
                  <a:cubicBezTo>
                    <a:pt x="221358" y="378322"/>
                    <a:pt x="284392" y="345108"/>
                    <a:pt x="284392" y="262304"/>
                  </a:cubicBezTo>
                  <a:cubicBezTo>
                    <a:pt x="284392" y="227925"/>
                    <a:pt x="273278" y="204023"/>
                    <a:pt x="251126" y="185941"/>
                  </a:cubicBezTo>
                  <a:cubicBezTo>
                    <a:pt x="226021" y="165531"/>
                    <a:pt x="195087" y="157925"/>
                    <a:pt x="161821" y="149234"/>
                  </a:cubicBezTo>
                  <a:cubicBezTo>
                    <a:pt x="133763" y="142249"/>
                    <a:pt x="115731" y="136972"/>
                    <a:pt x="102829" y="129988"/>
                  </a:cubicBezTo>
                  <a:cubicBezTo>
                    <a:pt x="91714" y="123547"/>
                    <a:pt x="87673" y="116019"/>
                    <a:pt x="87673" y="104922"/>
                  </a:cubicBezTo>
                  <a:cubicBezTo>
                    <a:pt x="87673" y="79234"/>
                    <a:pt x="110446" y="69379"/>
                    <a:pt x="141380" y="69379"/>
                  </a:cubicBezTo>
                  <a:cubicBezTo>
                    <a:pt x="177599" y="69379"/>
                    <a:pt x="200917" y="82804"/>
                    <a:pt x="224856" y="106706"/>
                  </a:cubicBezTo>
                  <a:lnTo>
                    <a:pt x="276231" y="56574"/>
                  </a:lnTo>
                  <a:cubicBezTo>
                    <a:pt x="243509" y="23359"/>
                    <a:pt x="202626" y="0"/>
                    <a:pt x="146043" y="0"/>
                  </a:cubicBezTo>
                  <a:cubicBezTo>
                    <a:pt x="80678" y="0"/>
                    <a:pt x="14068" y="31508"/>
                    <a:pt x="14068" y="109035"/>
                  </a:cubicBezTo>
                  <a:cubicBezTo>
                    <a:pt x="14068" y="134101"/>
                    <a:pt x="21063" y="162659"/>
                    <a:pt x="45624" y="182526"/>
                  </a:cubicBezTo>
                  <a:cubicBezTo>
                    <a:pt x="70185" y="202315"/>
                    <a:pt x="109824" y="211706"/>
                    <a:pt x="129100" y="216362"/>
                  </a:cubicBezTo>
                  <a:cubicBezTo>
                    <a:pt x="160034" y="223967"/>
                    <a:pt x="175812" y="228002"/>
                    <a:pt x="188636" y="234444"/>
                  </a:cubicBezTo>
                  <a:cubicBezTo>
                    <a:pt x="206124" y="243213"/>
                    <a:pt x="210243" y="253689"/>
                    <a:pt x="210243" y="264166"/>
                  </a:cubicBezTo>
                  <a:cubicBezTo>
                    <a:pt x="210243" y="290397"/>
                    <a:pt x="186304" y="309022"/>
                    <a:pt x="144878" y="309022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F7B4AE68-05BA-7F78-E4EE-19EAE2B1BF65}"/>
                </a:ext>
              </a:extLst>
            </p:cNvPr>
            <p:cNvSpPr/>
            <p:nvPr/>
          </p:nvSpPr>
          <p:spPr bwMode="invGray">
            <a:xfrm>
              <a:off x="4818877" y="4352329"/>
              <a:ext cx="177521" cy="281006"/>
            </a:xfrm>
            <a:custGeom>
              <a:avLst/>
              <a:gdLst>
                <a:gd name="connsiteX0" fmla="*/ 68864 w 177521"/>
                <a:gd name="connsiteY0" fmla="*/ 131074 h 281006"/>
                <a:gd name="connsiteX1" fmla="*/ 109669 w 177521"/>
                <a:gd name="connsiteY1" fmla="*/ 70465 h 281006"/>
                <a:gd name="connsiteX2" fmla="*/ 149386 w 177521"/>
                <a:gd name="connsiteY2" fmla="*/ 87383 h 281006"/>
                <a:gd name="connsiteX3" fmla="*/ 177522 w 177521"/>
                <a:gd name="connsiteY3" fmla="*/ 18625 h 281006"/>
                <a:gd name="connsiteX4" fmla="*/ 126690 w 177521"/>
                <a:gd name="connsiteY4" fmla="*/ 0 h 281006"/>
                <a:gd name="connsiteX5" fmla="*/ 68864 w 177521"/>
                <a:gd name="connsiteY5" fmla="*/ 25066 h 281006"/>
                <a:gd name="connsiteX6" fmla="*/ 68864 w 177521"/>
                <a:gd name="connsiteY6" fmla="*/ 5820 h 281006"/>
                <a:gd name="connsiteX7" fmla="*/ 0 w 177521"/>
                <a:gd name="connsiteY7" fmla="*/ 5820 h 281006"/>
                <a:gd name="connsiteX8" fmla="*/ 0 w 177521"/>
                <a:gd name="connsiteY8" fmla="*/ 281006 h 281006"/>
                <a:gd name="connsiteX9" fmla="*/ 68864 w 177521"/>
                <a:gd name="connsiteY9" fmla="*/ 281006 h 281006"/>
                <a:gd name="connsiteX10" fmla="*/ 68864 w 177521"/>
                <a:gd name="connsiteY10" fmla="*/ 131152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7521" h="281006">
                  <a:moveTo>
                    <a:pt x="68864" y="131074"/>
                  </a:moveTo>
                  <a:cubicBezTo>
                    <a:pt x="68864" y="97859"/>
                    <a:pt x="76947" y="70465"/>
                    <a:pt x="109669" y="70465"/>
                  </a:cubicBezTo>
                  <a:cubicBezTo>
                    <a:pt x="126612" y="70465"/>
                    <a:pt x="138893" y="77449"/>
                    <a:pt x="149386" y="87383"/>
                  </a:cubicBezTo>
                  <a:lnTo>
                    <a:pt x="177522" y="18625"/>
                  </a:lnTo>
                  <a:cubicBezTo>
                    <a:pt x="162910" y="5820"/>
                    <a:pt x="145966" y="0"/>
                    <a:pt x="126690" y="0"/>
                  </a:cubicBezTo>
                  <a:cubicBezTo>
                    <a:pt x="104539" y="0"/>
                    <a:pt x="84642" y="9312"/>
                    <a:pt x="68864" y="25066"/>
                  </a:cubicBezTo>
                  <a:lnTo>
                    <a:pt x="68864" y="5820"/>
                  </a:lnTo>
                  <a:lnTo>
                    <a:pt x="0" y="5820"/>
                  </a:lnTo>
                  <a:lnTo>
                    <a:pt x="0" y="281006"/>
                  </a:lnTo>
                  <a:lnTo>
                    <a:pt x="68864" y="281006"/>
                  </a:lnTo>
                  <a:lnTo>
                    <a:pt x="68864" y="131152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EBD5882B-36CA-8465-E792-CF63DDA08D40}"/>
                </a:ext>
              </a:extLst>
            </p:cNvPr>
            <p:cNvSpPr/>
            <p:nvPr/>
          </p:nvSpPr>
          <p:spPr bwMode="invGray">
            <a:xfrm>
              <a:off x="5810324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6FCD7B46-6D30-6AB7-8374-1064742B262D}"/>
                </a:ext>
              </a:extLst>
            </p:cNvPr>
            <p:cNvSpPr/>
            <p:nvPr/>
          </p:nvSpPr>
          <p:spPr bwMode="invGray">
            <a:xfrm>
              <a:off x="5379966" y="4358382"/>
              <a:ext cx="398257" cy="275185"/>
            </a:xfrm>
            <a:custGeom>
              <a:avLst/>
              <a:gdLst>
                <a:gd name="connsiteX0" fmla="*/ 279107 w 398257"/>
                <a:gd name="connsiteY0" fmla="*/ 159710 h 275185"/>
                <a:gd name="connsiteX1" fmla="*/ 232395 w 398257"/>
                <a:gd name="connsiteY1" fmla="*/ 0 h 275185"/>
                <a:gd name="connsiteX2" fmla="*/ 167651 w 398257"/>
                <a:gd name="connsiteY2" fmla="*/ 0 h 275185"/>
                <a:gd name="connsiteX3" fmla="*/ 120939 w 398257"/>
                <a:gd name="connsiteY3" fmla="*/ 159710 h 275185"/>
                <a:gd name="connsiteX4" fmla="*/ 79434 w 398257"/>
                <a:gd name="connsiteY4" fmla="*/ 0 h 275185"/>
                <a:gd name="connsiteX5" fmla="*/ 0 w 398257"/>
                <a:gd name="connsiteY5" fmla="*/ 0 h 275185"/>
                <a:gd name="connsiteX6" fmla="*/ 86429 w 398257"/>
                <a:gd name="connsiteY6" fmla="*/ 275186 h 275185"/>
                <a:gd name="connsiteX7" fmla="*/ 151873 w 398257"/>
                <a:gd name="connsiteY7" fmla="*/ 275186 h 275185"/>
                <a:gd name="connsiteX8" fmla="*/ 199129 w 398257"/>
                <a:gd name="connsiteY8" fmla="*/ 107870 h 275185"/>
                <a:gd name="connsiteX9" fmla="*/ 245841 w 398257"/>
                <a:gd name="connsiteY9" fmla="*/ 275186 h 275185"/>
                <a:gd name="connsiteX10" fmla="*/ 311285 w 398257"/>
                <a:gd name="connsiteY10" fmla="*/ 275186 h 275185"/>
                <a:gd name="connsiteX11" fmla="*/ 398258 w 398257"/>
                <a:gd name="connsiteY11" fmla="*/ 0 h 275185"/>
                <a:gd name="connsiteX12" fmla="*/ 321156 w 398257"/>
                <a:gd name="connsiteY12" fmla="*/ 0 h 275185"/>
                <a:gd name="connsiteX13" fmla="*/ 279107 w 398257"/>
                <a:gd name="connsiteY13" fmla="*/ 159710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8257" h="275185">
                  <a:moveTo>
                    <a:pt x="279107" y="159710"/>
                  </a:moveTo>
                  <a:lnTo>
                    <a:pt x="232395" y="0"/>
                  </a:lnTo>
                  <a:lnTo>
                    <a:pt x="167651" y="0"/>
                  </a:lnTo>
                  <a:lnTo>
                    <a:pt x="120939" y="159710"/>
                  </a:lnTo>
                  <a:lnTo>
                    <a:pt x="79434" y="0"/>
                  </a:lnTo>
                  <a:lnTo>
                    <a:pt x="0" y="0"/>
                  </a:lnTo>
                  <a:lnTo>
                    <a:pt x="86429" y="275186"/>
                  </a:lnTo>
                  <a:lnTo>
                    <a:pt x="151873" y="275186"/>
                  </a:lnTo>
                  <a:lnTo>
                    <a:pt x="199129" y="107870"/>
                  </a:lnTo>
                  <a:lnTo>
                    <a:pt x="245841" y="275186"/>
                  </a:lnTo>
                  <a:lnTo>
                    <a:pt x="311285" y="275186"/>
                  </a:lnTo>
                  <a:lnTo>
                    <a:pt x="398258" y="0"/>
                  </a:lnTo>
                  <a:lnTo>
                    <a:pt x="321156" y="0"/>
                  </a:lnTo>
                  <a:lnTo>
                    <a:pt x="279107" y="15971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C8875510-31CF-370C-2B15-8F31A7E46291}"/>
                </a:ext>
              </a:extLst>
            </p:cNvPr>
            <p:cNvSpPr/>
            <p:nvPr/>
          </p:nvSpPr>
          <p:spPr bwMode="invGray">
            <a:xfrm>
              <a:off x="5815609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8E196473-E3E0-BA1B-2BBC-4C373EAEC11B}"/>
                </a:ext>
              </a:extLst>
            </p:cNvPr>
            <p:cNvSpPr/>
            <p:nvPr/>
          </p:nvSpPr>
          <p:spPr bwMode="invGray">
            <a:xfrm>
              <a:off x="6582279" y="4352561"/>
              <a:ext cx="240555" cy="286904"/>
            </a:xfrm>
            <a:custGeom>
              <a:avLst/>
              <a:gdLst>
                <a:gd name="connsiteX0" fmla="*/ 131975 w 240555"/>
                <a:gd name="connsiteY0" fmla="*/ 218069 h 286904"/>
                <a:gd name="connsiteX1" fmla="*/ 73605 w 240555"/>
                <a:gd name="connsiteY1" fmla="*/ 142870 h 286904"/>
                <a:gd name="connsiteX2" fmla="*/ 131431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5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5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5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1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19" y="0"/>
                    <a:pt x="131975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5" y="204721"/>
                    <a:pt x="157080" y="218146"/>
                    <a:pt x="131975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D3EE235E-0CA2-132D-C49E-A4349F3DA49A}"/>
                </a:ext>
              </a:extLst>
            </p:cNvPr>
            <p:cNvSpPr/>
            <p:nvPr/>
          </p:nvSpPr>
          <p:spPr bwMode="invGray">
            <a:xfrm>
              <a:off x="7751870" y="4251132"/>
              <a:ext cx="247007" cy="388255"/>
            </a:xfrm>
            <a:custGeom>
              <a:avLst/>
              <a:gdLst>
                <a:gd name="connsiteX0" fmla="*/ 175734 w 247007"/>
                <a:gd name="connsiteY0" fmla="*/ 123547 h 388255"/>
                <a:gd name="connsiteX1" fmla="*/ 111534 w 247007"/>
                <a:gd name="connsiteY1" fmla="*/ 101429 h 388255"/>
                <a:gd name="connsiteX2" fmla="*/ 0 w 247007"/>
                <a:gd name="connsiteY2" fmla="*/ 242514 h 388255"/>
                <a:gd name="connsiteX3" fmla="*/ 113244 w 247007"/>
                <a:gd name="connsiteY3" fmla="*/ 388256 h 388255"/>
                <a:gd name="connsiteX4" fmla="*/ 175734 w 247007"/>
                <a:gd name="connsiteY4" fmla="*/ 364354 h 388255"/>
                <a:gd name="connsiteX5" fmla="*/ 175734 w 247007"/>
                <a:gd name="connsiteY5" fmla="*/ 382436 h 388255"/>
                <a:gd name="connsiteX6" fmla="*/ 247007 w 247007"/>
                <a:gd name="connsiteY6" fmla="*/ 382436 h 388255"/>
                <a:gd name="connsiteX7" fmla="*/ 247007 w 247007"/>
                <a:gd name="connsiteY7" fmla="*/ 0 h 388255"/>
                <a:gd name="connsiteX8" fmla="*/ 175734 w 247007"/>
                <a:gd name="connsiteY8" fmla="*/ 35543 h 388255"/>
                <a:gd name="connsiteX9" fmla="*/ 175734 w 247007"/>
                <a:gd name="connsiteY9" fmla="*/ 123547 h 388255"/>
                <a:gd name="connsiteX10" fmla="*/ 175734 w 247007"/>
                <a:gd name="connsiteY10" fmla="*/ 297303 h 388255"/>
                <a:gd name="connsiteX11" fmla="*/ 127856 w 247007"/>
                <a:gd name="connsiteY11" fmla="*/ 321206 h 388255"/>
                <a:gd name="connsiteX12" fmla="*/ 74693 w 247007"/>
                <a:gd name="connsiteY12" fmla="*/ 240186 h 388255"/>
                <a:gd name="connsiteX13" fmla="*/ 126069 w 247007"/>
                <a:gd name="connsiteY13" fmla="*/ 168480 h 388255"/>
                <a:gd name="connsiteX14" fmla="*/ 175734 w 247007"/>
                <a:gd name="connsiteY14" fmla="*/ 192382 h 388255"/>
                <a:gd name="connsiteX15" fmla="*/ 175734 w 247007"/>
                <a:gd name="connsiteY15" fmla="*/ 297303 h 388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7007" h="388255">
                  <a:moveTo>
                    <a:pt x="175734" y="123547"/>
                  </a:moveTo>
                  <a:cubicBezTo>
                    <a:pt x="158246" y="107793"/>
                    <a:pt x="135473" y="101429"/>
                    <a:pt x="111534" y="101429"/>
                  </a:cubicBezTo>
                  <a:cubicBezTo>
                    <a:pt x="39717" y="101429"/>
                    <a:pt x="0" y="159167"/>
                    <a:pt x="0" y="242514"/>
                  </a:cubicBezTo>
                  <a:cubicBezTo>
                    <a:pt x="0" y="319498"/>
                    <a:pt x="33888" y="388256"/>
                    <a:pt x="113244" y="388256"/>
                  </a:cubicBezTo>
                  <a:cubicBezTo>
                    <a:pt x="138349" y="388256"/>
                    <a:pt x="152339" y="381271"/>
                    <a:pt x="175734" y="364354"/>
                  </a:cubicBezTo>
                  <a:lnTo>
                    <a:pt x="175734" y="382436"/>
                  </a:lnTo>
                  <a:lnTo>
                    <a:pt x="247007" y="382436"/>
                  </a:lnTo>
                  <a:lnTo>
                    <a:pt x="247007" y="0"/>
                  </a:lnTo>
                  <a:lnTo>
                    <a:pt x="175734" y="35543"/>
                  </a:lnTo>
                  <a:lnTo>
                    <a:pt x="175734" y="123547"/>
                  </a:lnTo>
                  <a:close/>
                  <a:moveTo>
                    <a:pt x="175734" y="297303"/>
                  </a:moveTo>
                  <a:cubicBezTo>
                    <a:pt x="161744" y="312436"/>
                    <a:pt x="147676" y="321206"/>
                    <a:pt x="127856" y="321206"/>
                  </a:cubicBezTo>
                  <a:cubicBezTo>
                    <a:pt x="87595" y="321206"/>
                    <a:pt x="74693" y="284499"/>
                    <a:pt x="74693" y="240186"/>
                  </a:cubicBezTo>
                  <a:cubicBezTo>
                    <a:pt x="74693" y="201151"/>
                    <a:pt x="84642" y="168480"/>
                    <a:pt x="126069" y="168480"/>
                  </a:cubicBezTo>
                  <a:cubicBezTo>
                    <a:pt x="145888" y="168480"/>
                    <a:pt x="160500" y="176085"/>
                    <a:pt x="175734" y="192382"/>
                  </a:cubicBezTo>
                  <a:lnTo>
                    <a:pt x="175734" y="297303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9872A221-AA50-AF7F-D2EC-4E0DB64ABFC6}"/>
                </a:ext>
              </a:extLst>
            </p:cNvPr>
            <p:cNvSpPr/>
            <p:nvPr/>
          </p:nvSpPr>
          <p:spPr bwMode="invGray">
            <a:xfrm>
              <a:off x="8325162" y="4352561"/>
              <a:ext cx="237757" cy="281083"/>
            </a:xfrm>
            <a:custGeom>
              <a:avLst/>
              <a:gdLst>
                <a:gd name="connsiteX0" fmla="*/ 138426 w 237757"/>
                <a:gd name="connsiteY0" fmla="*/ 0 h 281083"/>
                <a:gd name="connsiteX1" fmla="*/ 71273 w 237757"/>
                <a:gd name="connsiteY1" fmla="*/ 24523 h 281083"/>
                <a:gd name="connsiteX2" fmla="*/ 71273 w 237757"/>
                <a:gd name="connsiteY2" fmla="*/ 5898 h 281083"/>
                <a:gd name="connsiteX3" fmla="*/ 0 w 237757"/>
                <a:gd name="connsiteY3" fmla="*/ 5898 h 281083"/>
                <a:gd name="connsiteX4" fmla="*/ 0 w 237757"/>
                <a:gd name="connsiteY4" fmla="*/ 281084 h 281083"/>
                <a:gd name="connsiteX5" fmla="*/ 71273 w 237757"/>
                <a:gd name="connsiteY5" fmla="*/ 281084 h 281083"/>
                <a:gd name="connsiteX6" fmla="*/ 71273 w 237757"/>
                <a:gd name="connsiteY6" fmla="*/ 129522 h 281083"/>
                <a:gd name="connsiteX7" fmla="*/ 119151 w 237757"/>
                <a:gd name="connsiteY7" fmla="*/ 67128 h 281083"/>
                <a:gd name="connsiteX8" fmla="*/ 166485 w 237757"/>
                <a:gd name="connsiteY8" fmla="*/ 131229 h 281083"/>
                <a:gd name="connsiteX9" fmla="*/ 166485 w 237757"/>
                <a:gd name="connsiteY9" fmla="*/ 281084 h 281083"/>
                <a:gd name="connsiteX10" fmla="*/ 237758 w 237757"/>
                <a:gd name="connsiteY10" fmla="*/ 281084 h 281083"/>
                <a:gd name="connsiteX11" fmla="*/ 237758 w 237757"/>
                <a:gd name="connsiteY11" fmla="*/ 125409 h 281083"/>
                <a:gd name="connsiteX12" fmla="*/ 138504 w 237757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757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85" y="92815"/>
                    <a:pt x="166485" y="131229"/>
                  </a:cubicBezTo>
                  <a:lnTo>
                    <a:pt x="166485" y="281084"/>
                  </a:lnTo>
                  <a:lnTo>
                    <a:pt x="237758" y="281084"/>
                  </a:lnTo>
                  <a:lnTo>
                    <a:pt x="237758" y="125409"/>
                  </a:lnTo>
                  <a:cubicBezTo>
                    <a:pt x="237758" y="57816"/>
                    <a:pt x="213197" y="78"/>
                    <a:pt x="138504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58A2C8D9-B6A4-57CA-43E0-9782D551162B}"/>
                </a:ext>
              </a:extLst>
            </p:cNvPr>
            <p:cNvSpPr/>
            <p:nvPr/>
          </p:nvSpPr>
          <p:spPr bwMode="invGray">
            <a:xfrm>
              <a:off x="8041469" y="4352561"/>
              <a:ext cx="238846" cy="286904"/>
            </a:xfrm>
            <a:custGeom>
              <a:avLst/>
              <a:gdLst>
                <a:gd name="connsiteX0" fmla="*/ 122027 w 238846"/>
                <a:gd name="connsiteY0" fmla="*/ 0 h 286904"/>
                <a:gd name="connsiteX1" fmla="*/ 0 w 238846"/>
                <a:gd name="connsiteY1" fmla="*/ 144034 h 286904"/>
                <a:gd name="connsiteX2" fmla="*/ 126690 w 238846"/>
                <a:gd name="connsiteY2" fmla="*/ 286904 h 286904"/>
                <a:gd name="connsiteX3" fmla="*/ 226566 w 238846"/>
                <a:gd name="connsiteY3" fmla="*/ 243213 h 286904"/>
                <a:gd name="connsiteX4" fmla="*/ 177522 w 238846"/>
                <a:gd name="connsiteY4" fmla="*/ 201850 h 286904"/>
                <a:gd name="connsiteX5" fmla="*/ 129644 w 238846"/>
                <a:gd name="connsiteY5" fmla="*/ 221095 h 286904"/>
                <a:gd name="connsiteX6" fmla="*/ 70651 w 238846"/>
                <a:gd name="connsiteY6" fmla="*/ 166850 h 286904"/>
                <a:gd name="connsiteX7" fmla="*/ 237680 w 238846"/>
                <a:gd name="connsiteY7" fmla="*/ 166850 h 286904"/>
                <a:gd name="connsiteX8" fmla="*/ 238846 w 238846"/>
                <a:gd name="connsiteY8" fmla="*/ 142948 h 286904"/>
                <a:gd name="connsiteX9" fmla="*/ 122027 w 238846"/>
                <a:gd name="connsiteY9" fmla="*/ 78 h 286904"/>
                <a:gd name="connsiteX10" fmla="*/ 71817 w 238846"/>
                <a:gd name="connsiteY10" fmla="*/ 113070 h 286904"/>
                <a:gd name="connsiteX11" fmla="*/ 119695 w 238846"/>
                <a:gd name="connsiteY11" fmla="*/ 61152 h 286904"/>
                <a:gd name="connsiteX12" fmla="*/ 169905 w 238846"/>
                <a:gd name="connsiteY12" fmla="*/ 113070 h 286904"/>
                <a:gd name="connsiteX13" fmla="*/ 71817 w 238846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6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2" y="215818"/>
                    <a:pt x="147131" y="221095"/>
                    <a:pt x="129644" y="221095"/>
                  </a:cubicBezTo>
                  <a:cubicBezTo>
                    <a:pt x="99876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6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09DC67E2-DD8F-3620-8104-5CBC3DED466C}"/>
                </a:ext>
              </a:extLst>
            </p:cNvPr>
            <p:cNvSpPr/>
            <p:nvPr/>
          </p:nvSpPr>
          <p:spPr bwMode="invGray">
            <a:xfrm>
              <a:off x="8867054" y="4352561"/>
              <a:ext cx="238845" cy="286904"/>
            </a:xfrm>
            <a:custGeom>
              <a:avLst/>
              <a:gdLst>
                <a:gd name="connsiteX0" fmla="*/ 122026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1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6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6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1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4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6" y="78"/>
                  </a:cubicBezTo>
                  <a:close/>
                  <a:moveTo>
                    <a:pt x="71817" y="113070"/>
                  </a:moveTo>
                  <a:cubicBezTo>
                    <a:pt x="73604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C1740141-CC36-B176-5C38-B3DDFF3A4E6F}"/>
                </a:ext>
              </a:extLst>
            </p:cNvPr>
            <p:cNvSpPr/>
            <p:nvPr/>
          </p:nvSpPr>
          <p:spPr bwMode="invGray">
            <a:xfrm>
              <a:off x="4999974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91CC779B-E74D-F978-F54E-DA69C6E77852}"/>
                </a:ext>
              </a:extLst>
            </p:cNvPr>
            <p:cNvSpPr/>
            <p:nvPr/>
          </p:nvSpPr>
          <p:spPr bwMode="invGray">
            <a:xfrm>
              <a:off x="3424508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A008445A-3ED5-807A-CE7A-4004740275F0}"/>
                </a:ext>
              </a:extLst>
            </p:cNvPr>
            <p:cNvSpPr/>
            <p:nvPr/>
          </p:nvSpPr>
          <p:spPr bwMode="invGray">
            <a:xfrm>
              <a:off x="2512417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6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1" y="215818"/>
                    <a:pt x="147132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BA12EC2-D818-91F3-1814-4D80048F1DDC}"/>
                </a:ext>
              </a:extLst>
            </p:cNvPr>
            <p:cNvSpPr/>
            <p:nvPr/>
          </p:nvSpPr>
          <p:spPr bwMode="invGray">
            <a:xfrm>
              <a:off x="4536739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3C6ADCCE-58E3-863E-1606-ADD98118E0C1}"/>
                </a:ext>
              </a:extLst>
            </p:cNvPr>
            <p:cNvSpPr/>
            <p:nvPr/>
          </p:nvSpPr>
          <p:spPr bwMode="invGray">
            <a:xfrm>
              <a:off x="4026014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64778E86-2BCE-BFC7-E009-D1E1F0931859}"/>
                </a:ext>
              </a:extLst>
            </p:cNvPr>
            <p:cNvSpPr/>
            <p:nvPr/>
          </p:nvSpPr>
          <p:spPr bwMode="invGray">
            <a:xfrm>
              <a:off x="8604890" y="4352561"/>
              <a:ext cx="240555" cy="286904"/>
            </a:xfrm>
            <a:custGeom>
              <a:avLst/>
              <a:gdLst>
                <a:gd name="connsiteX0" fmla="*/ 131976 w 240555"/>
                <a:gd name="connsiteY0" fmla="*/ 218069 h 286904"/>
                <a:gd name="connsiteX1" fmla="*/ 73605 w 240555"/>
                <a:gd name="connsiteY1" fmla="*/ 142870 h 286904"/>
                <a:gd name="connsiteX2" fmla="*/ 131432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6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6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6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2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20" y="0"/>
                    <a:pt x="131976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6" y="204721"/>
                    <a:pt x="157080" y="218146"/>
                    <a:pt x="131976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1ED2A0A7-DB24-4239-8E6A-C73956E1C10B}"/>
                </a:ext>
              </a:extLst>
            </p:cNvPr>
            <p:cNvSpPr/>
            <p:nvPr/>
          </p:nvSpPr>
          <p:spPr bwMode="invGray">
            <a:xfrm>
              <a:off x="6846230" y="4352561"/>
              <a:ext cx="258043" cy="286826"/>
            </a:xfrm>
            <a:custGeom>
              <a:avLst/>
              <a:gdLst>
                <a:gd name="connsiteX0" fmla="*/ 129022 w 258043"/>
                <a:gd name="connsiteY0" fmla="*/ 0 h 286826"/>
                <a:gd name="connsiteX1" fmla="*/ 0 w 258043"/>
                <a:gd name="connsiteY1" fmla="*/ 143413 h 286826"/>
                <a:gd name="connsiteX2" fmla="*/ 129022 w 258043"/>
                <a:gd name="connsiteY2" fmla="*/ 286827 h 286826"/>
                <a:gd name="connsiteX3" fmla="*/ 258043 w 258043"/>
                <a:gd name="connsiteY3" fmla="*/ 143413 h 286826"/>
                <a:gd name="connsiteX4" fmla="*/ 129022 w 258043"/>
                <a:gd name="connsiteY4" fmla="*/ 0 h 286826"/>
                <a:gd name="connsiteX5" fmla="*/ 129022 w 258043"/>
                <a:gd name="connsiteY5" fmla="*/ 218069 h 286826"/>
                <a:gd name="connsiteX6" fmla="*/ 73527 w 258043"/>
                <a:gd name="connsiteY6" fmla="*/ 143413 h 286826"/>
                <a:gd name="connsiteX7" fmla="*/ 129022 w 258043"/>
                <a:gd name="connsiteY7" fmla="*/ 68215 h 286826"/>
                <a:gd name="connsiteX8" fmla="*/ 184517 w 258043"/>
                <a:gd name="connsiteY8" fmla="*/ 143413 h 286826"/>
                <a:gd name="connsiteX9" fmla="*/ 129022 w 258043"/>
                <a:gd name="connsiteY9" fmla="*/ 21806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8043" h="286826">
                  <a:moveTo>
                    <a:pt x="129022" y="0"/>
                  </a:moveTo>
                  <a:cubicBezTo>
                    <a:pt x="49588" y="0"/>
                    <a:pt x="0" y="62394"/>
                    <a:pt x="0" y="143413"/>
                  </a:cubicBezTo>
                  <a:cubicBezTo>
                    <a:pt x="0" y="228546"/>
                    <a:pt x="54329" y="286827"/>
                    <a:pt x="129022" y="286827"/>
                  </a:cubicBezTo>
                  <a:cubicBezTo>
                    <a:pt x="203714" y="286827"/>
                    <a:pt x="258043" y="228546"/>
                    <a:pt x="258043" y="143413"/>
                  </a:cubicBezTo>
                  <a:cubicBezTo>
                    <a:pt x="258043" y="58281"/>
                    <a:pt x="208378" y="0"/>
                    <a:pt x="129022" y="0"/>
                  </a:cubicBezTo>
                  <a:close/>
                  <a:moveTo>
                    <a:pt x="129022" y="218069"/>
                  </a:moveTo>
                  <a:cubicBezTo>
                    <a:pt x="83476" y="218069"/>
                    <a:pt x="73527" y="174378"/>
                    <a:pt x="73527" y="143413"/>
                  </a:cubicBezTo>
                  <a:cubicBezTo>
                    <a:pt x="73527" y="100886"/>
                    <a:pt x="91015" y="68215"/>
                    <a:pt x="129022" y="68215"/>
                  </a:cubicBezTo>
                  <a:cubicBezTo>
                    <a:pt x="167029" y="68215"/>
                    <a:pt x="184517" y="100886"/>
                    <a:pt x="184517" y="143413"/>
                  </a:cubicBezTo>
                  <a:cubicBezTo>
                    <a:pt x="184517" y="174300"/>
                    <a:pt x="174568" y="218069"/>
                    <a:pt x="129022" y="21806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075EFEC8-0CCA-6A37-E4A6-3BEAADA8B79E}"/>
                </a:ext>
              </a:extLst>
            </p:cNvPr>
            <p:cNvSpPr/>
            <p:nvPr/>
          </p:nvSpPr>
          <p:spPr bwMode="invGray">
            <a:xfrm>
              <a:off x="7419599" y="4252917"/>
              <a:ext cx="174646" cy="380573"/>
            </a:xfrm>
            <a:custGeom>
              <a:avLst/>
              <a:gdLst>
                <a:gd name="connsiteX0" fmla="*/ 38551 w 174646"/>
                <a:gd name="connsiteY0" fmla="*/ 72250 h 380573"/>
                <a:gd name="connsiteX1" fmla="*/ 38551 w 174646"/>
                <a:gd name="connsiteY1" fmla="*/ 105465 h 380573"/>
                <a:gd name="connsiteX2" fmla="*/ 0 w 174646"/>
                <a:gd name="connsiteY2" fmla="*/ 105465 h 380573"/>
                <a:gd name="connsiteX3" fmla="*/ 0 w 174646"/>
                <a:gd name="connsiteY3" fmla="*/ 171894 h 380573"/>
                <a:gd name="connsiteX4" fmla="*/ 38551 w 174646"/>
                <a:gd name="connsiteY4" fmla="*/ 171894 h 380573"/>
                <a:gd name="connsiteX5" fmla="*/ 38551 w 174646"/>
                <a:gd name="connsiteY5" fmla="*/ 380573 h 380573"/>
                <a:gd name="connsiteX6" fmla="*/ 109824 w 174646"/>
                <a:gd name="connsiteY6" fmla="*/ 380573 h 380573"/>
                <a:gd name="connsiteX7" fmla="*/ 109824 w 174646"/>
                <a:gd name="connsiteY7" fmla="*/ 171894 h 380573"/>
                <a:gd name="connsiteX8" fmla="*/ 168817 w 174646"/>
                <a:gd name="connsiteY8" fmla="*/ 171894 h 380573"/>
                <a:gd name="connsiteX9" fmla="*/ 168817 w 174646"/>
                <a:gd name="connsiteY9" fmla="*/ 105465 h 380573"/>
                <a:gd name="connsiteX10" fmla="*/ 109824 w 174646"/>
                <a:gd name="connsiteY10" fmla="*/ 105465 h 380573"/>
                <a:gd name="connsiteX11" fmla="*/ 109824 w 174646"/>
                <a:gd name="connsiteY11" fmla="*/ 83347 h 380573"/>
                <a:gd name="connsiteX12" fmla="*/ 139592 w 174646"/>
                <a:gd name="connsiteY12" fmla="*/ 59445 h 380573"/>
                <a:gd name="connsiteX13" fmla="*/ 174646 w 174646"/>
                <a:gd name="connsiteY13" fmla="*/ 64722 h 380573"/>
                <a:gd name="connsiteX14" fmla="*/ 174646 w 174646"/>
                <a:gd name="connsiteY14" fmla="*/ 7605 h 380573"/>
                <a:gd name="connsiteX15" fmla="*/ 122649 w 174646"/>
                <a:gd name="connsiteY15" fmla="*/ 0 h 380573"/>
                <a:gd name="connsiteX16" fmla="*/ 38551 w 174646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6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3" y="0"/>
                    <a:pt x="122649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F1127ADF-5376-ACA0-B0ED-EAE6FD90E39C}"/>
                </a:ext>
              </a:extLst>
            </p:cNvPr>
            <p:cNvSpPr/>
            <p:nvPr/>
          </p:nvSpPr>
          <p:spPr bwMode="invGray">
            <a:xfrm>
              <a:off x="3814838" y="4252917"/>
              <a:ext cx="174645" cy="380573"/>
            </a:xfrm>
            <a:custGeom>
              <a:avLst/>
              <a:gdLst>
                <a:gd name="connsiteX0" fmla="*/ 38551 w 174645"/>
                <a:gd name="connsiteY0" fmla="*/ 72250 h 380573"/>
                <a:gd name="connsiteX1" fmla="*/ 38551 w 174645"/>
                <a:gd name="connsiteY1" fmla="*/ 105465 h 380573"/>
                <a:gd name="connsiteX2" fmla="*/ 0 w 174645"/>
                <a:gd name="connsiteY2" fmla="*/ 105465 h 380573"/>
                <a:gd name="connsiteX3" fmla="*/ 0 w 174645"/>
                <a:gd name="connsiteY3" fmla="*/ 171894 h 380573"/>
                <a:gd name="connsiteX4" fmla="*/ 38551 w 174645"/>
                <a:gd name="connsiteY4" fmla="*/ 171894 h 380573"/>
                <a:gd name="connsiteX5" fmla="*/ 38551 w 174645"/>
                <a:gd name="connsiteY5" fmla="*/ 380573 h 380573"/>
                <a:gd name="connsiteX6" fmla="*/ 109824 w 174645"/>
                <a:gd name="connsiteY6" fmla="*/ 380573 h 380573"/>
                <a:gd name="connsiteX7" fmla="*/ 109824 w 174645"/>
                <a:gd name="connsiteY7" fmla="*/ 171894 h 380573"/>
                <a:gd name="connsiteX8" fmla="*/ 168817 w 174645"/>
                <a:gd name="connsiteY8" fmla="*/ 171894 h 380573"/>
                <a:gd name="connsiteX9" fmla="*/ 168817 w 174645"/>
                <a:gd name="connsiteY9" fmla="*/ 105465 h 380573"/>
                <a:gd name="connsiteX10" fmla="*/ 109824 w 174645"/>
                <a:gd name="connsiteY10" fmla="*/ 105465 h 380573"/>
                <a:gd name="connsiteX11" fmla="*/ 109824 w 174645"/>
                <a:gd name="connsiteY11" fmla="*/ 83347 h 380573"/>
                <a:gd name="connsiteX12" fmla="*/ 139592 w 174645"/>
                <a:gd name="connsiteY12" fmla="*/ 59445 h 380573"/>
                <a:gd name="connsiteX13" fmla="*/ 174646 w 174645"/>
                <a:gd name="connsiteY13" fmla="*/ 64722 h 380573"/>
                <a:gd name="connsiteX14" fmla="*/ 174646 w 174645"/>
                <a:gd name="connsiteY14" fmla="*/ 7605 h 380573"/>
                <a:gd name="connsiteX15" fmla="*/ 122648 w 174645"/>
                <a:gd name="connsiteY15" fmla="*/ 0 h 380573"/>
                <a:gd name="connsiteX16" fmla="*/ 38551 w 174645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5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2" y="0"/>
                    <a:pt x="122648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843D9F60-89A0-651C-A722-EC971C6C94D4}"/>
                </a:ext>
              </a:extLst>
            </p:cNvPr>
            <p:cNvSpPr/>
            <p:nvPr/>
          </p:nvSpPr>
          <p:spPr bwMode="invGray">
            <a:xfrm>
              <a:off x="7146866" y="4352561"/>
              <a:ext cx="237680" cy="281083"/>
            </a:xfrm>
            <a:custGeom>
              <a:avLst/>
              <a:gdLst>
                <a:gd name="connsiteX0" fmla="*/ 138426 w 237680"/>
                <a:gd name="connsiteY0" fmla="*/ 0 h 281083"/>
                <a:gd name="connsiteX1" fmla="*/ 71273 w 237680"/>
                <a:gd name="connsiteY1" fmla="*/ 24523 h 281083"/>
                <a:gd name="connsiteX2" fmla="*/ 71273 w 237680"/>
                <a:gd name="connsiteY2" fmla="*/ 5898 h 281083"/>
                <a:gd name="connsiteX3" fmla="*/ 0 w 237680"/>
                <a:gd name="connsiteY3" fmla="*/ 5898 h 281083"/>
                <a:gd name="connsiteX4" fmla="*/ 0 w 237680"/>
                <a:gd name="connsiteY4" fmla="*/ 281084 h 281083"/>
                <a:gd name="connsiteX5" fmla="*/ 71273 w 237680"/>
                <a:gd name="connsiteY5" fmla="*/ 281084 h 281083"/>
                <a:gd name="connsiteX6" fmla="*/ 71273 w 237680"/>
                <a:gd name="connsiteY6" fmla="*/ 129522 h 281083"/>
                <a:gd name="connsiteX7" fmla="*/ 119151 w 237680"/>
                <a:gd name="connsiteY7" fmla="*/ 67128 h 281083"/>
                <a:gd name="connsiteX8" fmla="*/ 166407 w 237680"/>
                <a:gd name="connsiteY8" fmla="*/ 131229 h 281083"/>
                <a:gd name="connsiteX9" fmla="*/ 166407 w 237680"/>
                <a:gd name="connsiteY9" fmla="*/ 281084 h 281083"/>
                <a:gd name="connsiteX10" fmla="*/ 237680 w 237680"/>
                <a:gd name="connsiteY10" fmla="*/ 281084 h 281083"/>
                <a:gd name="connsiteX11" fmla="*/ 237680 w 237680"/>
                <a:gd name="connsiteY11" fmla="*/ 125409 h 281083"/>
                <a:gd name="connsiteX12" fmla="*/ 138426 w 237680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680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07" y="92815"/>
                    <a:pt x="166407" y="131229"/>
                  </a:cubicBezTo>
                  <a:lnTo>
                    <a:pt x="166407" y="281084"/>
                  </a:lnTo>
                  <a:lnTo>
                    <a:pt x="237680" y="281084"/>
                  </a:lnTo>
                  <a:lnTo>
                    <a:pt x="237680" y="125409"/>
                  </a:lnTo>
                  <a:cubicBezTo>
                    <a:pt x="237680" y="57816"/>
                    <a:pt x="213119" y="78"/>
                    <a:pt x="138426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584B8078-5700-8258-9055-B31399440947}"/>
                </a:ext>
              </a:extLst>
            </p:cNvPr>
            <p:cNvSpPr/>
            <p:nvPr/>
          </p:nvSpPr>
          <p:spPr bwMode="invGray">
            <a:xfrm>
              <a:off x="7635595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29A09F3B-EE17-C495-CBDF-2B46501173E1}"/>
                </a:ext>
              </a:extLst>
            </p:cNvPr>
            <p:cNvSpPr/>
            <p:nvPr/>
          </p:nvSpPr>
          <p:spPr bwMode="invGray">
            <a:xfrm>
              <a:off x="7630931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6A5D59C-0362-02EE-6A4D-1563CD1B3182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16" name="Freeform 25">
              <a:extLst>
                <a:ext uri="{FF2B5EF4-FFF2-40B4-BE49-F238E27FC236}">
                  <a16:creationId xmlns:a16="http://schemas.microsoft.com/office/drawing/2014/main" id="{2E98FD8A-6CCA-F71B-63AD-6BB3D311CB8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A9AFA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6">
              <a:extLst>
                <a:ext uri="{FF2B5EF4-FFF2-40B4-BE49-F238E27FC236}">
                  <a16:creationId xmlns:a16="http://schemas.microsoft.com/office/drawing/2014/main" id="{6418EA12-2225-80F6-DC6F-94A88C8AB378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1A9AFA"/>
                </a:gs>
                <a:gs pos="63000">
                  <a:srgbClr val="B14891"/>
                </a:gs>
                <a:gs pos="100000">
                  <a:srgbClr val="FF3C00"/>
                </a:gs>
              </a:gsLst>
              <a:lin ang="189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677347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pectr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309EAB-D307-5ADA-3345-83BDC69F8C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5E5ED2-D1BB-AC6E-BF6A-D4BD239F1FE9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1A9AFA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200" b="1" i="0" kern="1200" dirty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88AC61-A0E7-F1AC-3BF7-C9ED41FB1788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9345224" y="5422966"/>
            <a:ext cx="2437200" cy="1056582"/>
            <a:chOff x="1333500" y="1365250"/>
            <a:chExt cx="7772399" cy="336951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3E2BDC19-A40F-0FF0-BC04-4747289DFAEE}"/>
                </a:ext>
              </a:extLst>
            </p:cNvPr>
            <p:cNvSpPr/>
            <p:nvPr/>
          </p:nvSpPr>
          <p:spPr bwMode="invGray">
            <a:xfrm>
              <a:off x="3765639" y="2990756"/>
              <a:ext cx="635704" cy="857763"/>
            </a:xfrm>
            <a:custGeom>
              <a:avLst/>
              <a:gdLst>
                <a:gd name="connsiteX0" fmla="*/ 504506 w 635704"/>
                <a:gd name="connsiteY0" fmla="*/ 268512 h 857763"/>
                <a:gd name="connsiteX1" fmla="*/ 494014 w 635704"/>
                <a:gd name="connsiteY1" fmla="*/ 205730 h 857763"/>
                <a:gd name="connsiteX2" fmla="*/ 464323 w 635704"/>
                <a:gd name="connsiteY2" fmla="*/ 159400 h 857763"/>
                <a:gd name="connsiteX3" fmla="*/ 417922 w 635704"/>
                <a:gd name="connsiteY3" fmla="*/ 130997 h 857763"/>
                <a:gd name="connsiteX4" fmla="*/ 357142 w 635704"/>
                <a:gd name="connsiteY4" fmla="*/ 121374 h 857763"/>
                <a:gd name="connsiteX5" fmla="*/ 126457 w 635704"/>
                <a:gd name="connsiteY5" fmla="*/ 121374 h 857763"/>
                <a:gd name="connsiteX6" fmla="*/ 126457 w 635704"/>
                <a:gd name="connsiteY6" fmla="*/ 416892 h 857763"/>
                <a:gd name="connsiteX7" fmla="*/ 357142 w 635704"/>
                <a:gd name="connsiteY7" fmla="*/ 416892 h 857763"/>
                <a:gd name="connsiteX8" fmla="*/ 467976 w 635704"/>
                <a:gd name="connsiteY8" fmla="*/ 377391 h 857763"/>
                <a:gd name="connsiteX9" fmla="*/ 504506 w 635704"/>
                <a:gd name="connsiteY9" fmla="*/ 268512 h 857763"/>
                <a:gd name="connsiteX10" fmla="*/ 635704 w 635704"/>
                <a:gd name="connsiteY10" fmla="*/ 268512 h 857763"/>
                <a:gd name="connsiteX11" fmla="*/ 614719 w 635704"/>
                <a:gd name="connsiteY11" fmla="*/ 385152 h 857763"/>
                <a:gd name="connsiteX12" fmla="*/ 556037 w 635704"/>
                <a:gd name="connsiteY12" fmla="*/ 469198 h 857763"/>
                <a:gd name="connsiteX13" fmla="*/ 466111 w 635704"/>
                <a:gd name="connsiteY13" fmla="*/ 520339 h 857763"/>
                <a:gd name="connsiteX14" fmla="*/ 351079 w 635704"/>
                <a:gd name="connsiteY14" fmla="*/ 537722 h 857763"/>
                <a:gd name="connsiteX15" fmla="*/ 126379 w 635704"/>
                <a:gd name="connsiteY15" fmla="*/ 537722 h 857763"/>
                <a:gd name="connsiteX16" fmla="*/ 126379 w 635704"/>
                <a:gd name="connsiteY16" fmla="*/ 857764 h 857763"/>
                <a:gd name="connsiteX17" fmla="*/ 0 w 635704"/>
                <a:gd name="connsiteY17" fmla="*/ 857764 h 857763"/>
                <a:gd name="connsiteX18" fmla="*/ 0 w 635704"/>
                <a:gd name="connsiteY18" fmla="*/ 0 h 857763"/>
                <a:gd name="connsiteX19" fmla="*/ 359474 w 635704"/>
                <a:gd name="connsiteY19" fmla="*/ 0 h 857763"/>
                <a:gd name="connsiteX20" fmla="*/ 469375 w 635704"/>
                <a:gd name="connsiteY20" fmla="*/ 17073 h 857763"/>
                <a:gd name="connsiteX21" fmla="*/ 556815 w 635704"/>
                <a:gd name="connsiteY21" fmla="*/ 67594 h 857763"/>
                <a:gd name="connsiteX22" fmla="*/ 614641 w 635704"/>
                <a:gd name="connsiteY22" fmla="*/ 151639 h 857763"/>
                <a:gd name="connsiteX23" fmla="*/ 635627 w 635704"/>
                <a:gd name="connsiteY23" fmla="*/ 268590 h 857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35704" h="857763">
                  <a:moveTo>
                    <a:pt x="504506" y="268512"/>
                  </a:moveTo>
                  <a:cubicBezTo>
                    <a:pt x="504506" y="244998"/>
                    <a:pt x="501009" y="224044"/>
                    <a:pt x="494014" y="205730"/>
                  </a:cubicBezTo>
                  <a:cubicBezTo>
                    <a:pt x="487018" y="187415"/>
                    <a:pt x="477148" y="171972"/>
                    <a:pt x="464323" y="159400"/>
                  </a:cubicBezTo>
                  <a:cubicBezTo>
                    <a:pt x="451576" y="146828"/>
                    <a:pt x="436031" y="137360"/>
                    <a:pt x="417922" y="130997"/>
                  </a:cubicBezTo>
                  <a:cubicBezTo>
                    <a:pt x="399734" y="124633"/>
                    <a:pt x="379448" y="121374"/>
                    <a:pt x="357142" y="121374"/>
                  </a:cubicBezTo>
                  <a:lnTo>
                    <a:pt x="126457" y="121374"/>
                  </a:lnTo>
                  <a:lnTo>
                    <a:pt x="126457" y="416892"/>
                  </a:lnTo>
                  <a:lnTo>
                    <a:pt x="357142" y="416892"/>
                  </a:lnTo>
                  <a:cubicBezTo>
                    <a:pt x="406652" y="416892"/>
                    <a:pt x="443571" y="403699"/>
                    <a:pt x="467976" y="377391"/>
                  </a:cubicBezTo>
                  <a:cubicBezTo>
                    <a:pt x="492304" y="351083"/>
                    <a:pt x="504506" y="314764"/>
                    <a:pt x="504506" y="268512"/>
                  </a:cubicBezTo>
                  <a:moveTo>
                    <a:pt x="635704" y="268512"/>
                  </a:moveTo>
                  <a:cubicBezTo>
                    <a:pt x="635704" y="312746"/>
                    <a:pt x="628709" y="351626"/>
                    <a:pt x="614719" y="385152"/>
                  </a:cubicBezTo>
                  <a:cubicBezTo>
                    <a:pt x="600729" y="418677"/>
                    <a:pt x="581220" y="446692"/>
                    <a:pt x="556037" y="469198"/>
                  </a:cubicBezTo>
                  <a:cubicBezTo>
                    <a:pt x="530855" y="491703"/>
                    <a:pt x="500931" y="508776"/>
                    <a:pt x="466111" y="520339"/>
                  </a:cubicBezTo>
                  <a:cubicBezTo>
                    <a:pt x="431368" y="531902"/>
                    <a:pt x="393050" y="537722"/>
                    <a:pt x="351079" y="537722"/>
                  </a:cubicBezTo>
                  <a:lnTo>
                    <a:pt x="126379" y="537722"/>
                  </a:lnTo>
                  <a:lnTo>
                    <a:pt x="126379" y="857764"/>
                  </a:lnTo>
                  <a:lnTo>
                    <a:pt x="0" y="857764"/>
                  </a:lnTo>
                  <a:lnTo>
                    <a:pt x="0" y="0"/>
                  </a:lnTo>
                  <a:lnTo>
                    <a:pt x="359474" y="0"/>
                  </a:lnTo>
                  <a:cubicBezTo>
                    <a:pt x="398957" y="0"/>
                    <a:pt x="435643" y="5665"/>
                    <a:pt x="469375" y="17073"/>
                  </a:cubicBezTo>
                  <a:cubicBezTo>
                    <a:pt x="503107" y="28481"/>
                    <a:pt x="532254" y="45321"/>
                    <a:pt x="556815" y="67594"/>
                  </a:cubicBezTo>
                  <a:cubicBezTo>
                    <a:pt x="581375" y="89944"/>
                    <a:pt x="600651" y="117959"/>
                    <a:pt x="614641" y="151639"/>
                  </a:cubicBezTo>
                  <a:cubicBezTo>
                    <a:pt x="628632" y="185320"/>
                    <a:pt x="635627" y="224277"/>
                    <a:pt x="635627" y="268590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3F6B1D0-E983-5092-9960-7274538777F6}"/>
                </a:ext>
              </a:extLst>
            </p:cNvPr>
            <p:cNvSpPr/>
            <p:nvPr/>
          </p:nvSpPr>
          <p:spPr bwMode="invGray">
            <a:xfrm>
              <a:off x="4442770" y="3191752"/>
              <a:ext cx="524092" cy="670503"/>
            </a:xfrm>
            <a:custGeom>
              <a:avLst/>
              <a:gdLst>
                <a:gd name="connsiteX0" fmla="*/ 400201 w 524092"/>
                <a:gd name="connsiteY0" fmla="*/ 382125 h 670503"/>
                <a:gd name="connsiteX1" fmla="*/ 367868 w 524092"/>
                <a:gd name="connsiteY1" fmla="*/ 369243 h 670503"/>
                <a:gd name="connsiteX2" fmla="*/ 337944 w 524092"/>
                <a:gd name="connsiteY2" fmla="*/ 361482 h 670503"/>
                <a:gd name="connsiteX3" fmla="*/ 300559 w 524092"/>
                <a:gd name="connsiteY3" fmla="*/ 356128 h 670503"/>
                <a:gd name="connsiteX4" fmla="*/ 252914 w 524092"/>
                <a:gd name="connsiteY4" fmla="*/ 354032 h 670503"/>
                <a:gd name="connsiteX5" fmla="*/ 156225 w 524092"/>
                <a:gd name="connsiteY5" fmla="*/ 379719 h 670503"/>
                <a:gd name="connsiteX6" fmla="*/ 120550 w 524092"/>
                <a:gd name="connsiteY6" fmla="*/ 449719 h 670503"/>
                <a:gd name="connsiteX7" fmla="*/ 130732 w 524092"/>
                <a:gd name="connsiteY7" fmla="*/ 498454 h 670503"/>
                <a:gd name="connsiteX8" fmla="*/ 156458 w 524092"/>
                <a:gd name="connsiteY8" fmla="*/ 531048 h 670503"/>
                <a:gd name="connsiteX9" fmla="*/ 193300 w 524092"/>
                <a:gd name="connsiteY9" fmla="*/ 549906 h 670503"/>
                <a:gd name="connsiteX10" fmla="*/ 244520 w 524092"/>
                <a:gd name="connsiteY10" fmla="*/ 556192 h 670503"/>
                <a:gd name="connsiteX11" fmla="*/ 293019 w 524092"/>
                <a:gd name="connsiteY11" fmla="*/ 548975 h 670503"/>
                <a:gd name="connsiteX12" fmla="*/ 336778 w 524092"/>
                <a:gd name="connsiteY12" fmla="*/ 530117 h 670503"/>
                <a:gd name="connsiteX13" fmla="*/ 373308 w 524092"/>
                <a:gd name="connsiteY13" fmla="*/ 503809 h 670503"/>
                <a:gd name="connsiteX14" fmla="*/ 400279 w 524092"/>
                <a:gd name="connsiteY14" fmla="*/ 474164 h 670503"/>
                <a:gd name="connsiteX15" fmla="*/ 400279 w 524092"/>
                <a:gd name="connsiteY15" fmla="*/ 382047 h 670503"/>
                <a:gd name="connsiteX16" fmla="*/ 400201 w 524092"/>
                <a:gd name="connsiteY16" fmla="*/ 656690 h 670503"/>
                <a:gd name="connsiteX17" fmla="*/ 400201 w 524092"/>
                <a:gd name="connsiteY17" fmla="*/ 593287 h 670503"/>
                <a:gd name="connsiteX18" fmla="*/ 359474 w 524092"/>
                <a:gd name="connsiteY18" fmla="*/ 626502 h 670503"/>
                <a:gd name="connsiteX19" fmla="*/ 325897 w 524092"/>
                <a:gd name="connsiteY19" fmla="*/ 646291 h 670503"/>
                <a:gd name="connsiteX20" fmla="*/ 281905 w 524092"/>
                <a:gd name="connsiteY20" fmla="*/ 663054 h 670503"/>
                <a:gd name="connsiteX21" fmla="*/ 223534 w 524092"/>
                <a:gd name="connsiteY21" fmla="*/ 670504 h 670503"/>
                <a:gd name="connsiteX22" fmla="*/ 144722 w 524092"/>
                <a:gd name="connsiteY22" fmla="*/ 658863 h 670503"/>
                <a:gd name="connsiteX23" fmla="*/ 72827 w 524092"/>
                <a:gd name="connsiteY23" fmla="*/ 621225 h 670503"/>
                <a:gd name="connsiteX24" fmla="*/ 20364 w 524092"/>
                <a:gd name="connsiteY24" fmla="*/ 553942 h 670503"/>
                <a:gd name="connsiteX25" fmla="*/ 0 w 524092"/>
                <a:gd name="connsiteY25" fmla="*/ 453444 h 670503"/>
                <a:gd name="connsiteX26" fmla="*/ 19431 w 524092"/>
                <a:gd name="connsiteY26" fmla="*/ 360473 h 670503"/>
                <a:gd name="connsiteX27" fmla="*/ 73371 w 524092"/>
                <a:gd name="connsiteY27" fmla="*/ 295596 h 670503"/>
                <a:gd name="connsiteX28" fmla="*/ 154826 w 524092"/>
                <a:gd name="connsiteY28" fmla="*/ 257570 h 670503"/>
                <a:gd name="connsiteX29" fmla="*/ 256334 w 524092"/>
                <a:gd name="connsiteY29" fmla="*/ 245308 h 670503"/>
                <a:gd name="connsiteX30" fmla="*/ 341986 w 524092"/>
                <a:gd name="connsiteY30" fmla="*/ 252215 h 670503"/>
                <a:gd name="connsiteX31" fmla="*/ 400123 w 524092"/>
                <a:gd name="connsiteY31" fmla="*/ 269831 h 670503"/>
                <a:gd name="connsiteX32" fmla="*/ 400123 w 524092"/>
                <a:gd name="connsiteY32" fmla="*/ 221949 h 670503"/>
                <a:gd name="connsiteX33" fmla="*/ 368956 w 524092"/>
                <a:gd name="connsiteY33" fmla="*/ 141240 h 670503"/>
                <a:gd name="connsiteX34" fmla="*/ 278485 w 524092"/>
                <a:gd name="connsiteY34" fmla="*/ 113148 h 670503"/>
                <a:gd name="connsiteX35" fmla="*/ 188636 w 524092"/>
                <a:gd name="connsiteY35" fmla="*/ 122693 h 670503"/>
                <a:gd name="connsiteX36" fmla="*/ 110757 w 524092"/>
                <a:gd name="connsiteY36" fmla="*/ 153192 h 670503"/>
                <a:gd name="connsiteX37" fmla="*/ 61635 w 524092"/>
                <a:gd name="connsiteY37" fmla="*/ 58048 h 670503"/>
                <a:gd name="connsiteX38" fmla="*/ 160733 w 524092"/>
                <a:gd name="connsiteY38" fmla="*/ 14667 h 670503"/>
                <a:gd name="connsiteX39" fmla="*/ 282060 w 524092"/>
                <a:gd name="connsiteY39" fmla="*/ 0 h 670503"/>
                <a:gd name="connsiteX40" fmla="*/ 380614 w 524092"/>
                <a:gd name="connsiteY40" fmla="*/ 13193 h 670503"/>
                <a:gd name="connsiteX41" fmla="*/ 457017 w 524092"/>
                <a:gd name="connsiteY41" fmla="*/ 53314 h 670503"/>
                <a:gd name="connsiteX42" fmla="*/ 506450 w 524092"/>
                <a:gd name="connsiteY42" fmla="*/ 120908 h 670503"/>
                <a:gd name="connsiteX43" fmla="*/ 524093 w 524092"/>
                <a:gd name="connsiteY43" fmla="*/ 216051 h 670503"/>
                <a:gd name="connsiteX44" fmla="*/ 524093 w 524092"/>
                <a:gd name="connsiteY44" fmla="*/ 656923 h 670503"/>
                <a:gd name="connsiteX45" fmla="*/ 400123 w 524092"/>
                <a:gd name="connsiteY45" fmla="*/ 65692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24092" h="670503">
                  <a:moveTo>
                    <a:pt x="400201" y="382125"/>
                  </a:moveTo>
                  <a:cubicBezTo>
                    <a:pt x="388231" y="376538"/>
                    <a:pt x="377428" y="372269"/>
                    <a:pt x="367868" y="369243"/>
                  </a:cubicBezTo>
                  <a:cubicBezTo>
                    <a:pt x="358308" y="366216"/>
                    <a:pt x="348359" y="363655"/>
                    <a:pt x="337944" y="361482"/>
                  </a:cubicBezTo>
                  <a:cubicBezTo>
                    <a:pt x="327607" y="359309"/>
                    <a:pt x="315093" y="357524"/>
                    <a:pt x="300559" y="356128"/>
                  </a:cubicBezTo>
                  <a:cubicBezTo>
                    <a:pt x="285946" y="354731"/>
                    <a:pt x="270091" y="354032"/>
                    <a:pt x="252914" y="354032"/>
                  </a:cubicBezTo>
                  <a:cubicBezTo>
                    <a:pt x="212186" y="354032"/>
                    <a:pt x="179931" y="362646"/>
                    <a:pt x="156225" y="379719"/>
                  </a:cubicBezTo>
                  <a:cubicBezTo>
                    <a:pt x="132442" y="396870"/>
                    <a:pt x="120550" y="420229"/>
                    <a:pt x="120550" y="449719"/>
                  </a:cubicBezTo>
                  <a:cubicBezTo>
                    <a:pt x="120550" y="468809"/>
                    <a:pt x="123892" y="485106"/>
                    <a:pt x="130732" y="498454"/>
                  </a:cubicBezTo>
                  <a:cubicBezTo>
                    <a:pt x="137494" y="511802"/>
                    <a:pt x="146121" y="522667"/>
                    <a:pt x="156458" y="531048"/>
                  </a:cubicBezTo>
                  <a:cubicBezTo>
                    <a:pt x="166796" y="539430"/>
                    <a:pt x="179154" y="545716"/>
                    <a:pt x="193300" y="549906"/>
                  </a:cubicBezTo>
                  <a:cubicBezTo>
                    <a:pt x="207523" y="554097"/>
                    <a:pt x="224545" y="556192"/>
                    <a:pt x="244520" y="556192"/>
                  </a:cubicBezTo>
                  <a:cubicBezTo>
                    <a:pt x="261308" y="556192"/>
                    <a:pt x="277475" y="553787"/>
                    <a:pt x="293019" y="548975"/>
                  </a:cubicBezTo>
                  <a:cubicBezTo>
                    <a:pt x="308642" y="544164"/>
                    <a:pt x="323176" y="537955"/>
                    <a:pt x="336778" y="530117"/>
                  </a:cubicBezTo>
                  <a:cubicBezTo>
                    <a:pt x="350380" y="522357"/>
                    <a:pt x="362505" y="513587"/>
                    <a:pt x="373308" y="503809"/>
                  </a:cubicBezTo>
                  <a:cubicBezTo>
                    <a:pt x="384112" y="494031"/>
                    <a:pt x="393050" y="484175"/>
                    <a:pt x="400279" y="474164"/>
                  </a:cubicBezTo>
                  <a:lnTo>
                    <a:pt x="400279" y="382047"/>
                  </a:lnTo>
                  <a:close/>
                  <a:moveTo>
                    <a:pt x="400201" y="656690"/>
                  </a:moveTo>
                  <a:lnTo>
                    <a:pt x="400201" y="593287"/>
                  </a:lnTo>
                  <a:cubicBezTo>
                    <a:pt x="383801" y="608498"/>
                    <a:pt x="370277" y="619518"/>
                    <a:pt x="359474" y="626502"/>
                  </a:cubicBezTo>
                  <a:cubicBezTo>
                    <a:pt x="348670" y="633486"/>
                    <a:pt x="337555" y="640083"/>
                    <a:pt x="325897" y="646291"/>
                  </a:cubicBezTo>
                  <a:cubicBezTo>
                    <a:pt x="314316" y="652422"/>
                    <a:pt x="299626" y="658009"/>
                    <a:pt x="281905" y="663054"/>
                  </a:cubicBezTo>
                  <a:cubicBezTo>
                    <a:pt x="264106" y="668021"/>
                    <a:pt x="244675" y="670504"/>
                    <a:pt x="223534" y="670504"/>
                  </a:cubicBezTo>
                  <a:cubicBezTo>
                    <a:pt x="197574" y="670504"/>
                    <a:pt x="171304" y="666624"/>
                    <a:pt x="144722" y="658863"/>
                  </a:cubicBezTo>
                  <a:cubicBezTo>
                    <a:pt x="118140" y="651103"/>
                    <a:pt x="94201" y="638531"/>
                    <a:pt x="72827" y="621225"/>
                  </a:cubicBezTo>
                  <a:cubicBezTo>
                    <a:pt x="51453" y="603842"/>
                    <a:pt x="33965" y="581414"/>
                    <a:pt x="20364" y="553942"/>
                  </a:cubicBezTo>
                  <a:cubicBezTo>
                    <a:pt x="6762" y="526470"/>
                    <a:pt x="0" y="492945"/>
                    <a:pt x="0" y="453444"/>
                  </a:cubicBezTo>
                  <a:cubicBezTo>
                    <a:pt x="0" y="417591"/>
                    <a:pt x="6451" y="386549"/>
                    <a:pt x="19431" y="360473"/>
                  </a:cubicBezTo>
                  <a:cubicBezTo>
                    <a:pt x="32411" y="334321"/>
                    <a:pt x="50365" y="312747"/>
                    <a:pt x="73371" y="295596"/>
                  </a:cubicBezTo>
                  <a:cubicBezTo>
                    <a:pt x="96378" y="278445"/>
                    <a:pt x="123503" y="265796"/>
                    <a:pt x="154826" y="257570"/>
                  </a:cubicBezTo>
                  <a:cubicBezTo>
                    <a:pt x="186149" y="249421"/>
                    <a:pt x="220037" y="245308"/>
                    <a:pt x="256334" y="245308"/>
                  </a:cubicBezTo>
                  <a:cubicBezTo>
                    <a:pt x="290299" y="245308"/>
                    <a:pt x="318824" y="247636"/>
                    <a:pt x="341986" y="252215"/>
                  </a:cubicBezTo>
                  <a:cubicBezTo>
                    <a:pt x="365147" y="256794"/>
                    <a:pt x="384501" y="262692"/>
                    <a:pt x="400123" y="269831"/>
                  </a:cubicBezTo>
                  <a:lnTo>
                    <a:pt x="400123" y="221949"/>
                  </a:lnTo>
                  <a:cubicBezTo>
                    <a:pt x="400123" y="186872"/>
                    <a:pt x="389786" y="159943"/>
                    <a:pt x="368956" y="141240"/>
                  </a:cubicBezTo>
                  <a:cubicBezTo>
                    <a:pt x="348203" y="122538"/>
                    <a:pt x="317969" y="113148"/>
                    <a:pt x="278485" y="113148"/>
                  </a:cubicBezTo>
                  <a:cubicBezTo>
                    <a:pt x="245297" y="113148"/>
                    <a:pt x="215373" y="116329"/>
                    <a:pt x="188636" y="122693"/>
                  </a:cubicBezTo>
                  <a:cubicBezTo>
                    <a:pt x="161899" y="129057"/>
                    <a:pt x="135939" y="139223"/>
                    <a:pt x="110757" y="153192"/>
                  </a:cubicBezTo>
                  <a:lnTo>
                    <a:pt x="61635" y="58048"/>
                  </a:lnTo>
                  <a:cubicBezTo>
                    <a:pt x="92414" y="38880"/>
                    <a:pt x="125446" y="24445"/>
                    <a:pt x="160733" y="14667"/>
                  </a:cubicBezTo>
                  <a:cubicBezTo>
                    <a:pt x="196098" y="4889"/>
                    <a:pt x="236514" y="0"/>
                    <a:pt x="282060" y="0"/>
                  </a:cubicBezTo>
                  <a:cubicBezTo>
                    <a:pt x="317969" y="0"/>
                    <a:pt x="350846" y="4423"/>
                    <a:pt x="380614" y="13193"/>
                  </a:cubicBezTo>
                  <a:cubicBezTo>
                    <a:pt x="410383" y="21962"/>
                    <a:pt x="435798" y="35310"/>
                    <a:pt x="457017" y="53314"/>
                  </a:cubicBezTo>
                  <a:cubicBezTo>
                    <a:pt x="478158" y="71241"/>
                    <a:pt x="494635" y="93746"/>
                    <a:pt x="506450" y="120908"/>
                  </a:cubicBezTo>
                  <a:cubicBezTo>
                    <a:pt x="518264" y="148070"/>
                    <a:pt x="524093" y="179732"/>
                    <a:pt x="524093" y="216051"/>
                  </a:cubicBezTo>
                  <a:lnTo>
                    <a:pt x="524093" y="656923"/>
                  </a:lnTo>
                  <a:lnTo>
                    <a:pt x="400123" y="656923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4B05CAE-5981-EE4A-9957-EF8B54D371BC}"/>
                </a:ext>
              </a:extLst>
            </p:cNvPr>
            <p:cNvSpPr/>
            <p:nvPr/>
          </p:nvSpPr>
          <p:spPr bwMode="invGray">
            <a:xfrm>
              <a:off x="5089745" y="3191596"/>
              <a:ext cx="382790" cy="656767"/>
            </a:xfrm>
            <a:custGeom>
              <a:avLst/>
              <a:gdLst>
                <a:gd name="connsiteX0" fmla="*/ 349369 w 382790"/>
                <a:gd name="connsiteY0" fmla="*/ 147216 h 656767"/>
                <a:gd name="connsiteX1" fmla="*/ 306543 w 382790"/>
                <a:gd name="connsiteY1" fmla="*/ 129833 h 656767"/>
                <a:gd name="connsiteX2" fmla="*/ 252914 w 382790"/>
                <a:gd name="connsiteY2" fmla="*/ 123857 h 656767"/>
                <a:gd name="connsiteX3" fmla="*/ 159412 w 382790"/>
                <a:gd name="connsiteY3" fmla="*/ 165375 h 656767"/>
                <a:gd name="connsiteX4" fmla="*/ 126457 w 382790"/>
                <a:gd name="connsiteY4" fmla="*/ 289465 h 656767"/>
                <a:gd name="connsiteX5" fmla="*/ 126457 w 382790"/>
                <a:gd name="connsiteY5" fmla="*/ 656768 h 656767"/>
                <a:gd name="connsiteX6" fmla="*/ 0 w 382790"/>
                <a:gd name="connsiteY6" fmla="*/ 656768 h 656767"/>
                <a:gd name="connsiteX7" fmla="*/ 0 w 382790"/>
                <a:gd name="connsiteY7" fmla="*/ 13736 h 656767"/>
                <a:gd name="connsiteX8" fmla="*/ 126457 w 382790"/>
                <a:gd name="connsiteY8" fmla="*/ 13736 h 656767"/>
                <a:gd name="connsiteX9" fmla="*/ 126457 w 382790"/>
                <a:gd name="connsiteY9" fmla="*/ 74733 h 656767"/>
                <a:gd name="connsiteX10" fmla="*/ 152805 w 382790"/>
                <a:gd name="connsiteY10" fmla="*/ 45088 h 656767"/>
                <a:gd name="connsiteX11" fmla="*/ 187237 w 382790"/>
                <a:gd name="connsiteY11" fmla="*/ 21497 h 656767"/>
                <a:gd name="connsiteX12" fmla="*/ 227654 w 382790"/>
                <a:gd name="connsiteY12" fmla="*/ 5665 h 656767"/>
                <a:gd name="connsiteX13" fmla="*/ 273200 w 382790"/>
                <a:gd name="connsiteY13" fmla="*/ 0 h 656767"/>
                <a:gd name="connsiteX14" fmla="*/ 337866 w 382790"/>
                <a:gd name="connsiteY14" fmla="*/ 7217 h 656767"/>
                <a:gd name="connsiteX15" fmla="*/ 382791 w 382790"/>
                <a:gd name="connsiteY15" fmla="*/ 26929 h 656767"/>
                <a:gd name="connsiteX16" fmla="*/ 349214 w 382790"/>
                <a:gd name="connsiteY16" fmla="*/ 147138 h 65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2790" h="656767">
                  <a:moveTo>
                    <a:pt x="349369" y="147216"/>
                  </a:moveTo>
                  <a:cubicBezTo>
                    <a:pt x="335768" y="139611"/>
                    <a:pt x="321467" y="133868"/>
                    <a:pt x="306543" y="129833"/>
                  </a:cubicBezTo>
                  <a:cubicBezTo>
                    <a:pt x="291543" y="125875"/>
                    <a:pt x="273666" y="123857"/>
                    <a:pt x="252914" y="123857"/>
                  </a:cubicBezTo>
                  <a:cubicBezTo>
                    <a:pt x="212575" y="123857"/>
                    <a:pt x="181408" y="137671"/>
                    <a:pt x="159412" y="165375"/>
                  </a:cubicBezTo>
                  <a:cubicBezTo>
                    <a:pt x="137416" y="193158"/>
                    <a:pt x="126457" y="234443"/>
                    <a:pt x="126457" y="289465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3608" y="63946"/>
                    <a:pt x="142390" y="54090"/>
                    <a:pt x="152805" y="45088"/>
                  </a:cubicBezTo>
                  <a:cubicBezTo>
                    <a:pt x="163220" y="36164"/>
                    <a:pt x="174646" y="28248"/>
                    <a:pt x="187237" y="21497"/>
                  </a:cubicBezTo>
                  <a:cubicBezTo>
                    <a:pt x="199828" y="14745"/>
                    <a:pt x="213275" y="9468"/>
                    <a:pt x="227654" y="5665"/>
                  </a:cubicBezTo>
                  <a:cubicBezTo>
                    <a:pt x="242032" y="1863"/>
                    <a:pt x="257189" y="0"/>
                    <a:pt x="273200" y="0"/>
                  </a:cubicBezTo>
                  <a:cubicBezTo>
                    <a:pt x="299160" y="0"/>
                    <a:pt x="320689" y="2406"/>
                    <a:pt x="337866" y="7217"/>
                  </a:cubicBezTo>
                  <a:cubicBezTo>
                    <a:pt x="355043" y="12029"/>
                    <a:pt x="370044" y="18547"/>
                    <a:pt x="382791" y="26929"/>
                  </a:cubicBezTo>
                  <a:lnTo>
                    <a:pt x="349214" y="147138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1DFE0DB-6F57-B575-C9CF-E6054336C5E7}"/>
                </a:ext>
              </a:extLst>
            </p:cNvPr>
            <p:cNvSpPr/>
            <p:nvPr/>
          </p:nvSpPr>
          <p:spPr bwMode="invGray">
            <a:xfrm>
              <a:off x="5546296" y="2955446"/>
              <a:ext cx="375018" cy="906809"/>
            </a:xfrm>
            <a:custGeom>
              <a:avLst/>
              <a:gdLst>
                <a:gd name="connsiteX0" fmla="*/ 360639 w 375018"/>
                <a:gd name="connsiteY0" fmla="*/ 876854 h 906809"/>
                <a:gd name="connsiteX1" fmla="*/ 305844 w 375018"/>
                <a:gd name="connsiteY1" fmla="*/ 898428 h 906809"/>
                <a:gd name="connsiteX2" fmla="*/ 236669 w 375018"/>
                <a:gd name="connsiteY2" fmla="*/ 906810 h 906809"/>
                <a:gd name="connsiteX3" fmla="*/ 178843 w 375018"/>
                <a:gd name="connsiteY3" fmla="*/ 897575 h 906809"/>
                <a:gd name="connsiteX4" fmla="*/ 133608 w 375018"/>
                <a:gd name="connsiteY4" fmla="*/ 868240 h 906809"/>
                <a:gd name="connsiteX5" fmla="*/ 102440 w 375018"/>
                <a:gd name="connsiteY5" fmla="*/ 815625 h 906809"/>
                <a:gd name="connsiteX6" fmla="*/ 91636 w 375018"/>
                <a:gd name="connsiteY6" fmla="*/ 736390 h 906809"/>
                <a:gd name="connsiteX7" fmla="*/ 91636 w 375018"/>
                <a:gd name="connsiteY7" fmla="*/ 364897 h 906809"/>
                <a:gd name="connsiteX8" fmla="*/ 0 w 375018"/>
                <a:gd name="connsiteY8" fmla="*/ 364897 h 906809"/>
                <a:gd name="connsiteX9" fmla="*/ 0 w 375018"/>
                <a:gd name="connsiteY9" fmla="*/ 250042 h 906809"/>
                <a:gd name="connsiteX10" fmla="*/ 91636 w 375018"/>
                <a:gd name="connsiteY10" fmla="*/ 250042 h 906809"/>
                <a:gd name="connsiteX11" fmla="*/ 91636 w 375018"/>
                <a:gd name="connsiteY11" fmla="*/ 66430 h 906809"/>
                <a:gd name="connsiteX12" fmla="*/ 215606 w 375018"/>
                <a:gd name="connsiteY12" fmla="*/ 0 h 906809"/>
                <a:gd name="connsiteX13" fmla="*/ 215606 w 375018"/>
                <a:gd name="connsiteY13" fmla="*/ 250042 h 906809"/>
                <a:gd name="connsiteX14" fmla="*/ 375018 w 375018"/>
                <a:gd name="connsiteY14" fmla="*/ 250042 h 906809"/>
                <a:gd name="connsiteX15" fmla="*/ 375018 w 375018"/>
                <a:gd name="connsiteY15" fmla="*/ 364897 h 906809"/>
                <a:gd name="connsiteX16" fmla="*/ 215606 w 375018"/>
                <a:gd name="connsiteY16" fmla="*/ 364897 h 906809"/>
                <a:gd name="connsiteX17" fmla="*/ 215606 w 375018"/>
                <a:gd name="connsiteY17" fmla="*/ 714195 h 906809"/>
                <a:gd name="connsiteX18" fmla="*/ 219493 w 375018"/>
                <a:gd name="connsiteY18" fmla="*/ 751601 h 906809"/>
                <a:gd name="connsiteX19" fmla="*/ 231462 w 375018"/>
                <a:gd name="connsiteY19" fmla="*/ 775192 h 906809"/>
                <a:gd name="connsiteX20" fmla="*/ 252137 w 375018"/>
                <a:gd name="connsiteY20" fmla="*/ 787764 h 906809"/>
                <a:gd name="connsiteX21" fmla="*/ 282060 w 375018"/>
                <a:gd name="connsiteY21" fmla="*/ 791412 h 906809"/>
                <a:gd name="connsiteX22" fmla="*/ 332115 w 375018"/>
                <a:gd name="connsiteY22" fmla="*/ 783651 h 906809"/>
                <a:gd name="connsiteX23" fmla="*/ 374941 w 375018"/>
                <a:gd name="connsiteY23" fmla="*/ 765725 h 906809"/>
                <a:gd name="connsiteX24" fmla="*/ 360561 w 375018"/>
                <a:gd name="connsiteY24" fmla="*/ 877010 h 90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5018" h="906809">
                  <a:moveTo>
                    <a:pt x="360639" y="876854"/>
                  </a:moveTo>
                  <a:cubicBezTo>
                    <a:pt x="345094" y="885624"/>
                    <a:pt x="326752" y="892841"/>
                    <a:pt x="305844" y="898428"/>
                  </a:cubicBezTo>
                  <a:cubicBezTo>
                    <a:pt x="284858" y="904016"/>
                    <a:pt x="261774" y="906810"/>
                    <a:pt x="236669" y="906810"/>
                  </a:cubicBezTo>
                  <a:cubicBezTo>
                    <a:pt x="214674" y="906810"/>
                    <a:pt x="195398" y="903706"/>
                    <a:pt x="178843" y="897575"/>
                  </a:cubicBezTo>
                  <a:cubicBezTo>
                    <a:pt x="162288" y="891366"/>
                    <a:pt x="147209" y="881588"/>
                    <a:pt x="133608" y="868240"/>
                  </a:cubicBezTo>
                  <a:cubicBezTo>
                    <a:pt x="120006" y="854892"/>
                    <a:pt x="109668" y="837354"/>
                    <a:pt x="102440" y="815625"/>
                  </a:cubicBezTo>
                  <a:cubicBezTo>
                    <a:pt x="95212" y="793895"/>
                    <a:pt x="91636" y="767432"/>
                    <a:pt x="91636" y="736390"/>
                  </a:cubicBezTo>
                  <a:lnTo>
                    <a:pt x="91636" y="364897"/>
                  </a:lnTo>
                  <a:lnTo>
                    <a:pt x="0" y="364897"/>
                  </a:lnTo>
                  <a:lnTo>
                    <a:pt x="0" y="250042"/>
                  </a:lnTo>
                  <a:lnTo>
                    <a:pt x="91636" y="250042"/>
                  </a:lnTo>
                  <a:lnTo>
                    <a:pt x="91636" y="66430"/>
                  </a:lnTo>
                  <a:lnTo>
                    <a:pt x="215606" y="0"/>
                  </a:lnTo>
                  <a:lnTo>
                    <a:pt x="215606" y="250042"/>
                  </a:lnTo>
                  <a:lnTo>
                    <a:pt x="375018" y="250042"/>
                  </a:lnTo>
                  <a:lnTo>
                    <a:pt x="375018" y="364897"/>
                  </a:lnTo>
                  <a:lnTo>
                    <a:pt x="215606" y="364897"/>
                  </a:lnTo>
                  <a:lnTo>
                    <a:pt x="215606" y="714195"/>
                  </a:lnTo>
                  <a:cubicBezTo>
                    <a:pt x="215606" y="729328"/>
                    <a:pt x="216927" y="741822"/>
                    <a:pt x="219493" y="751601"/>
                  </a:cubicBezTo>
                  <a:cubicBezTo>
                    <a:pt x="222058" y="761379"/>
                    <a:pt x="226099" y="769217"/>
                    <a:pt x="231462" y="775192"/>
                  </a:cubicBezTo>
                  <a:cubicBezTo>
                    <a:pt x="236825" y="781168"/>
                    <a:pt x="243742" y="785359"/>
                    <a:pt x="252137" y="787764"/>
                  </a:cubicBezTo>
                  <a:cubicBezTo>
                    <a:pt x="260531" y="790170"/>
                    <a:pt x="270479" y="791412"/>
                    <a:pt x="282060" y="791412"/>
                  </a:cubicBezTo>
                  <a:cubicBezTo>
                    <a:pt x="298460" y="791412"/>
                    <a:pt x="315093" y="788851"/>
                    <a:pt x="332115" y="783651"/>
                  </a:cubicBezTo>
                  <a:cubicBezTo>
                    <a:pt x="349058" y="778452"/>
                    <a:pt x="363360" y="772476"/>
                    <a:pt x="374941" y="765725"/>
                  </a:cubicBezTo>
                  <a:lnTo>
                    <a:pt x="360561" y="877010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0F6B0BA-F965-695B-4738-EB86A72FD238}"/>
                </a:ext>
              </a:extLst>
            </p:cNvPr>
            <p:cNvSpPr/>
            <p:nvPr/>
          </p:nvSpPr>
          <p:spPr bwMode="invGray">
            <a:xfrm>
              <a:off x="6038988" y="2955368"/>
              <a:ext cx="517642" cy="893073"/>
            </a:xfrm>
            <a:custGeom>
              <a:avLst/>
              <a:gdLst>
                <a:gd name="connsiteX0" fmla="*/ 391185 w 517642"/>
                <a:gd name="connsiteY0" fmla="*/ 893074 h 893073"/>
                <a:gd name="connsiteX1" fmla="*/ 391185 w 517642"/>
                <a:gd name="connsiteY1" fmla="*/ 529419 h 893073"/>
                <a:gd name="connsiteX2" fmla="*/ 359396 w 517642"/>
                <a:gd name="connsiteY2" fmla="*/ 396637 h 893073"/>
                <a:gd name="connsiteX3" fmla="*/ 258744 w 517642"/>
                <a:gd name="connsiteY3" fmla="*/ 352946 h 893073"/>
                <a:gd name="connsiteX4" fmla="*/ 204492 w 517642"/>
                <a:gd name="connsiteY4" fmla="*/ 362491 h 893073"/>
                <a:gd name="connsiteX5" fmla="*/ 161977 w 517642"/>
                <a:gd name="connsiteY5" fmla="*/ 394154 h 893073"/>
                <a:gd name="connsiteX6" fmla="*/ 135318 w 517642"/>
                <a:gd name="connsiteY6" fmla="*/ 446227 h 893073"/>
                <a:gd name="connsiteX7" fmla="*/ 126379 w 517642"/>
                <a:gd name="connsiteY7" fmla="*/ 516847 h 893073"/>
                <a:gd name="connsiteX8" fmla="*/ 126379 w 517642"/>
                <a:gd name="connsiteY8" fmla="*/ 893074 h 893073"/>
                <a:gd name="connsiteX9" fmla="*/ 0 w 517642"/>
                <a:gd name="connsiteY9" fmla="*/ 893074 h 893073"/>
                <a:gd name="connsiteX10" fmla="*/ 0 w 517642"/>
                <a:gd name="connsiteY10" fmla="*/ 66430 h 893073"/>
                <a:gd name="connsiteX11" fmla="*/ 126379 w 517642"/>
                <a:gd name="connsiteY11" fmla="*/ 0 h 893073"/>
                <a:gd name="connsiteX12" fmla="*/ 126379 w 517642"/>
                <a:gd name="connsiteY12" fmla="*/ 311039 h 893073"/>
                <a:gd name="connsiteX13" fmla="*/ 155759 w 517642"/>
                <a:gd name="connsiteY13" fmla="*/ 279687 h 893073"/>
                <a:gd name="connsiteX14" fmla="*/ 194155 w 517642"/>
                <a:gd name="connsiteY14" fmla="*/ 256095 h 893073"/>
                <a:gd name="connsiteX15" fmla="*/ 239079 w 517642"/>
                <a:gd name="connsiteY15" fmla="*/ 241428 h 893073"/>
                <a:gd name="connsiteX16" fmla="*/ 288201 w 517642"/>
                <a:gd name="connsiteY16" fmla="*/ 236306 h 893073"/>
                <a:gd name="connsiteX17" fmla="*/ 388853 w 517642"/>
                <a:gd name="connsiteY17" fmla="*/ 254854 h 893073"/>
                <a:gd name="connsiteX18" fmla="*/ 460437 w 517642"/>
                <a:gd name="connsiteY18" fmla="*/ 309565 h 893073"/>
                <a:gd name="connsiteX19" fmla="*/ 503574 w 517642"/>
                <a:gd name="connsiteY19" fmla="*/ 401682 h 893073"/>
                <a:gd name="connsiteX20" fmla="*/ 517642 w 517642"/>
                <a:gd name="connsiteY20" fmla="*/ 524607 h 893073"/>
                <a:gd name="connsiteX21" fmla="*/ 517642 w 517642"/>
                <a:gd name="connsiteY21" fmla="*/ 893074 h 893073"/>
                <a:gd name="connsiteX22" fmla="*/ 391263 w 517642"/>
                <a:gd name="connsiteY22" fmla="*/ 893074 h 893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2" h="893073">
                  <a:moveTo>
                    <a:pt x="391185" y="893074"/>
                  </a:moveTo>
                  <a:lnTo>
                    <a:pt x="391185" y="529419"/>
                  </a:lnTo>
                  <a:cubicBezTo>
                    <a:pt x="391185" y="469974"/>
                    <a:pt x="380615" y="425739"/>
                    <a:pt x="359396" y="396637"/>
                  </a:cubicBezTo>
                  <a:cubicBezTo>
                    <a:pt x="338255" y="367535"/>
                    <a:pt x="304678" y="352946"/>
                    <a:pt x="258744" y="352946"/>
                  </a:cubicBezTo>
                  <a:cubicBezTo>
                    <a:pt x="239157" y="352946"/>
                    <a:pt x="221125" y="356128"/>
                    <a:pt x="204492" y="362491"/>
                  </a:cubicBezTo>
                  <a:cubicBezTo>
                    <a:pt x="187937" y="368855"/>
                    <a:pt x="173713" y="379409"/>
                    <a:pt x="161977" y="394154"/>
                  </a:cubicBezTo>
                  <a:cubicBezTo>
                    <a:pt x="150163" y="408899"/>
                    <a:pt x="141303" y="426282"/>
                    <a:pt x="135318" y="446227"/>
                  </a:cubicBezTo>
                  <a:cubicBezTo>
                    <a:pt x="129333" y="466171"/>
                    <a:pt x="126379" y="489685"/>
                    <a:pt x="126379" y="516847"/>
                  </a:cubicBezTo>
                  <a:lnTo>
                    <a:pt x="126379" y="893074"/>
                  </a:lnTo>
                  <a:lnTo>
                    <a:pt x="0" y="893074"/>
                  </a:lnTo>
                  <a:lnTo>
                    <a:pt x="0" y="66430"/>
                  </a:lnTo>
                  <a:lnTo>
                    <a:pt x="126379" y="0"/>
                  </a:lnTo>
                  <a:lnTo>
                    <a:pt x="126379" y="311039"/>
                  </a:lnTo>
                  <a:cubicBezTo>
                    <a:pt x="134385" y="299476"/>
                    <a:pt x="144178" y="289000"/>
                    <a:pt x="155759" y="279687"/>
                  </a:cubicBezTo>
                  <a:cubicBezTo>
                    <a:pt x="167340" y="270297"/>
                    <a:pt x="180087" y="262459"/>
                    <a:pt x="194155" y="256095"/>
                  </a:cubicBezTo>
                  <a:cubicBezTo>
                    <a:pt x="208067" y="249732"/>
                    <a:pt x="223068" y="244843"/>
                    <a:pt x="239079" y="241428"/>
                  </a:cubicBezTo>
                  <a:cubicBezTo>
                    <a:pt x="255012" y="238013"/>
                    <a:pt x="271413" y="236306"/>
                    <a:pt x="288201" y="236306"/>
                  </a:cubicBezTo>
                  <a:cubicBezTo>
                    <a:pt x="326907" y="236306"/>
                    <a:pt x="360484" y="242514"/>
                    <a:pt x="388853" y="254854"/>
                  </a:cubicBezTo>
                  <a:cubicBezTo>
                    <a:pt x="417223" y="267193"/>
                    <a:pt x="441084" y="285430"/>
                    <a:pt x="460437" y="309565"/>
                  </a:cubicBezTo>
                  <a:cubicBezTo>
                    <a:pt x="479791" y="333700"/>
                    <a:pt x="494169" y="364431"/>
                    <a:pt x="503574" y="401682"/>
                  </a:cubicBezTo>
                  <a:cubicBezTo>
                    <a:pt x="512978" y="439009"/>
                    <a:pt x="517642" y="479985"/>
                    <a:pt x="517642" y="524607"/>
                  </a:cubicBezTo>
                  <a:lnTo>
                    <a:pt x="517642" y="893074"/>
                  </a:lnTo>
                  <a:lnTo>
                    <a:pt x="391263" y="893074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A824AC5-56B4-ABA8-67DC-A662A3960A9C}"/>
                </a:ext>
              </a:extLst>
            </p:cNvPr>
            <p:cNvSpPr/>
            <p:nvPr/>
          </p:nvSpPr>
          <p:spPr bwMode="invGray">
            <a:xfrm>
              <a:off x="6650598" y="3191674"/>
              <a:ext cx="553550" cy="670581"/>
            </a:xfrm>
            <a:custGeom>
              <a:avLst/>
              <a:gdLst>
                <a:gd name="connsiteX0" fmla="*/ 425850 w 553550"/>
                <a:gd name="connsiteY0" fmla="*/ 275729 h 670581"/>
                <a:gd name="connsiteX1" fmla="*/ 414192 w 553550"/>
                <a:gd name="connsiteY1" fmla="*/ 213568 h 670581"/>
                <a:gd name="connsiteX2" fmla="*/ 386600 w 553550"/>
                <a:gd name="connsiteY2" fmla="*/ 162116 h 670581"/>
                <a:gd name="connsiteX3" fmla="*/ 340509 w 553550"/>
                <a:gd name="connsiteY3" fmla="*/ 127116 h 670581"/>
                <a:gd name="connsiteX4" fmla="*/ 273666 w 553550"/>
                <a:gd name="connsiteY4" fmla="*/ 114234 h 670581"/>
                <a:gd name="connsiteX5" fmla="*/ 214907 w 553550"/>
                <a:gd name="connsiteY5" fmla="*/ 125331 h 670581"/>
                <a:gd name="connsiteX6" fmla="*/ 171770 w 553550"/>
                <a:gd name="connsiteY6" fmla="*/ 156761 h 670581"/>
                <a:gd name="connsiteX7" fmla="*/ 142080 w 553550"/>
                <a:gd name="connsiteY7" fmla="*/ 206739 h 670581"/>
                <a:gd name="connsiteX8" fmla="*/ 126224 w 553550"/>
                <a:gd name="connsiteY8" fmla="*/ 275807 h 670581"/>
                <a:gd name="connsiteX9" fmla="*/ 425772 w 553550"/>
                <a:gd name="connsiteY9" fmla="*/ 275807 h 670581"/>
                <a:gd name="connsiteX10" fmla="*/ 553473 w 553550"/>
                <a:gd name="connsiteY10" fmla="*/ 322447 h 670581"/>
                <a:gd name="connsiteX11" fmla="*/ 552229 w 553550"/>
                <a:gd name="connsiteY11" fmla="*/ 354731 h 670581"/>
                <a:gd name="connsiteX12" fmla="*/ 549820 w 553550"/>
                <a:gd name="connsiteY12" fmla="*/ 379797 h 670581"/>
                <a:gd name="connsiteX13" fmla="*/ 123892 w 553550"/>
                <a:gd name="connsiteY13" fmla="*/ 379797 h 670581"/>
                <a:gd name="connsiteX14" fmla="*/ 144256 w 553550"/>
                <a:gd name="connsiteY14" fmla="*/ 459652 h 670581"/>
                <a:gd name="connsiteX15" fmla="*/ 180786 w 553550"/>
                <a:gd name="connsiteY15" fmla="*/ 514363 h 670581"/>
                <a:gd name="connsiteX16" fmla="*/ 229675 w 553550"/>
                <a:gd name="connsiteY16" fmla="*/ 546104 h 670581"/>
                <a:gd name="connsiteX17" fmla="*/ 286258 w 553550"/>
                <a:gd name="connsiteY17" fmla="*/ 556270 h 670581"/>
                <a:gd name="connsiteX18" fmla="*/ 325819 w 553550"/>
                <a:gd name="connsiteY18" fmla="*/ 552700 h 670581"/>
                <a:gd name="connsiteX19" fmla="*/ 361494 w 553550"/>
                <a:gd name="connsiteY19" fmla="*/ 541913 h 670581"/>
                <a:gd name="connsiteX20" fmla="*/ 391807 w 553550"/>
                <a:gd name="connsiteY20" fmla="*/ 527246 h 670581"/>
                <a:gd name="connsiteX21" fmla="*/ 425928 w 553550"/>
                <a:gd name="connsiteY21" fmla="*/ 504818 h 670581"/>
                <a:gd name="connsiteX22" fmla="*/ 500853 w 553550"/>
                <a:gd name="connsiteY22" fmla="*/ 585604 h 670581"/>
                <a:gd name="connsiteX23" fmla="*/ 454997 w 553550"/>
                <a:gd name="connsiteY23" fmla="*/ 622389 h 670581"/>
                <a:gd name="connsiteX24" fmla="*/ 407662 w 553550"/>
                <a:gd name="connsiteY24" fmla="*/ 647533 h 670581"/>
                <a:gd name="connsiteX25" fmla="*/ 349836 w 553550"/>
                <a:gd name="connsiteY25" fmla="*/ 664606 h 670581"/>
                <a:gd name="connsiteX26" fmla="*/ 278563 w 553550"/>
                <a:gd name="connsiteY26" fmla="*/ 670581 h 670581"/>
                <a:gd name="connsiteX27" fmla="*/ 200062 w 553550"/>
                <a:gd name="connsiteY27" fmla="*/ 658941 h 670581"/>
                <a:gd name="connsiteX28" fmla="*/ 135396 w 553550"/>
                <a:gd name="connsiteY28" fmla="*/ 628442 h 670581"/>
                <a:gd name="connsiteX29" fmla="*/ 84797 w 553550"/>
                <a:gd name="connsiteY29" fmla="*/ 585372 h 670581"/>
                <a:gd name="connsiteX30" fmla="*/ 41971 w 553550"/>
                <a:gd name="connsiteY30" fmla="*/ 523133 h 670581"/>
                <a:gd name="connsiteX31" fmla="*/ 10804 w 553550"/>
                <a:gd name="connsiteY31" fmla="*/ 438233 h 670581"/>
                <a:gd name="connsiteX32" fmla="*/ 0 w 553550"/>
                <a:gd name="connsiteY32" fmla="*/ 335640 h 670581"/>
                <a:gd name="connsiteX33" fmla="*/ 20675 w 553550"/>
                <a:gd name="connsiteY33" fmla="*/ 191450 h 670581"/>
                <a:gd name="connsiteX34" fmla="*/ 78502 w 553550"/>
                <a:gd name="connsiteY34" fmla="*/ 86141 h 670581"/>
                <a:gd name="connsiteX35" fmla="*/ 167729 w 553550"/>
                <a:gd name="connsiteY35" fmla="*/ 21884 h 670581"/>
                <a:gd name="connsiteX36" fmla="*/ 282139 w 553550"/>
                <a:gd name="connsiteY36" fmla="*/ 0 h 670581"/>
                <a:gd name="connsiteX37" fmla="*/ 401989 w 553550"/>
                <a:gd name="connsiteY37" fmla="*/ 26075 h 670581"/>
                <a:gd name="connsiteX38" fmla="*/ 486475 w 553550"/>
                <a:gd name="connsiteY38" fmla="*/ 96074 h 670581"/>
                <a:gd name="connsiteX39" fmla="*/ 536762 w 553550"/>
                <a:gd name="connsiteY39" fmla="*/ 198668 h 670581"/>
                <a:gd name="connsiteX40" fmla="*/ 553551 w 553550"/>
                <a:gd name="connsiteY40" fmla="*/ 322447 h 67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53550" h="670581">
                  <a:moveTo>
                    <a:pt x="425850" y="275729"/>
                  </a:moveTo>
                  <a:cubicBezTo>
                    <a:pt x="424218" y="253767"/>
                    <a:pt x="420332" y="233047"/>
                    <a:pt x="414192" y="213568"/>
                  </a:cubicBezTo>
                  <a:cubicBezTo>
                    <a:pt x="407974" y="194012"/>
                    <a:pt x="398802" y="176861"/>
                    <a:pt x="386600" y="162116"/>
                  </a:cubicBezTo>
                  <a:cubicBezTo>
                    <a:pt x="374397" y="147371"/>
                    <a:pt x="359085" y="135730"/>
                    <a:pt x="340509" y="127116"/>
                  </a:cubicBezTo>
                  <a:cubicBezTo>
                    <a:pt x="321933" y="118580"/>
                    <a:pt x="299626" y="114234"/>
                    <a:pt x="273666" y="114234"/>
                  </a:cubicBezTo>
                  <a:cubicBezTo>
                    <a:pt x="251282" y="114234"/>
                    <a:pt x="231773" y="117959"/>
                    <a:pt x="214907" y="125331"/>
                  </a:cubicBezTo>
                  <a:cubicBezTo>
                    <a:pt x="198196" y="132704"/>
                    <a:pt x="183740" y="143180"/>
                    <a:pt x="171770" y="156761"/>
                  </a:cubicBezTo>
                  <a:cubicBezTo>
                    <a:pt x="159801" y="170342"/>
                    <a:pt x="149930" y="187027"/>
                    <a:pt x="142080" y="206739"/>
                  </a:cubicBezTo>
                  <a:cubicBezTo>
                    <a:pt x="134307" y="226528"/>
                    <a:pt x="129022" y="249499"/>
                    <a:pt x="126224" y="275807"/>
                  </a:cubicBezTo>
                  <a:lnTo>
                    <a:pt x="425772" y="275807"/>
                  </a:lnTo>
                  <a:close/>
                  <a:moveTo>
                    <a:pt x="553473" y="322447"/>
                  </a:moveTo>
                  <a:cubicBezTo>
                    <a:pt x="553473" y="334010"/>
                    <a:pt x="553084" y="344797"/>
                    <a:pt x="552229" y="354731"/>
                  </a:cubicBezTo>
                  <a:cubicBezTo>
                    <a:pt x="551452" y="364742"/>
                    <a:pt x="550597" y="373045"/>
                    <a:pt x="549820" y="379797"/>
                  </a:cubicBezTo>
                  <a:lnTo>
                    <a:pt x="123892" y="379797"/>
                  </a:lnTo>
                  <a:cubicBezTo>
                    <a:pt x="127468" y="410916"/>
                    <a:pt x="134307" y="437535"/>
                    <a:pt x="144256" y="459652"/>
                  </a:cubicBezTo>
                  <a:cubicBezTo>
                    <a:pt x="154205" y="481769"/>
                    <a:pt x="166407" y="500006"/>
                    <a:pt x="180786" y="514363"/>
                  </a:cubicBezTo>
                  <a:cubicBezTo>
                    <a:pt x="195165" y="528720"/>
                    <a:pt x="211487" y="539274"/>
                    <a:pt x="229675" y="546104"/>
                  </a:cubicBezTo>
                  <a:cubicBezTo>
                    <a:pt x="247862" y="552933"/>
                    <a:pt x="266671" y="556270"/>
                    <a:pt x="286258" y="556270"/>
                  </a:cubicBezTo>
                  <a:cubicBezTo>
                    <a:pt x="300248" y="556270"/>
                    <a:pt x="313383" y="555106"/>
                    <a:pt x="325819" y="552700"/>
                  </a:cubicBezTo>
                  <a:cubicBezTo>
                    <a:pt x="338177" y="550294"/>
                    <a:pt x="350069" y="546724"/>
                    <a:pt x="361494" y="541913"/>
                  </a:cubicBezTo>
                  <a:cubicBezTo>
                    <a:pt x="372920" y="537101"/>
                    <a:pt x="382946" y="532290"/>
                    <a:pt x="391807" y="527246"/>
                  </a:cubicBezTo>
                  <a:cubicBezTo>
                    <a:pt x="400590" y="522279"/>
                    <a:pt x="411937" y="514751"/>
                    <a:pt x="425928" y="504818"/>
                  </a:cubicBezTo>
                  <a:lnTo>
                    <a:pt x="500853" y="585604"/>
                  </a:lnTo>
                  <a:cubicBezTo>
                    <a:pt x="484842" y="600737"/>
                    <a:pt x="469609" y="612999"/>
                    <a:pt x="454997" y="622389"/>
                  </a:cubicBezTo>
                  <a:cubicBezTo>
                    <a:pt x="440384" y="631779"/>
                    <a:pt x="424684" y="640160"/>
                    <a:pt x="407662" y="647533"/>
                  </a:cubicBezTo>
                  <a:cubicBezTo>
                    <a:pt x="390719" y="654905"/>
                    <a:pt x="371443" y="660570"/>
                    <a:pt x="349836" y="664606"/>
                  </a:cubicBezTo>
                  <a:cubicBezTo>
                    <a:pt x="328307" y="668564"/>
                    <a:pt x="304445" y="670581"/>
                    <a:pt x="278563" y="670581"/>
                  </a:cubicBezTo>
                  <a:cubicBezTo>
                    <a:pt x="250583" y="670581"/>
                    <a:pt x="224467" y="666701"/>
                    <a:pt x="200062" y="658941"/>
                  </a:cubicBezTo>
                  <a:cubicBezTo>
                    <a:pt x="175734" y="651180"/>
                    <a:pt x="154127" y="641014"/>
                    <a:pt x="135396" y="628442"/>
                  </a:cubicBezTo>
                  <a:cubicBezTo>
                    <a:pt x="116586" y="615870"/>
                    <a:pt x="99720" y="601513"/>
                    <a:pt x="84797" y="585372"/>
                  </a:cubicBezTo>
                  <a:cubicBezTo>
                    <a:pt x="69796" y="569230"/>
                    <a:pt x="55573" y="548509"/>
                    <a:pt x="41971" y="523133"/>
                  </a:cubicBezTo>
                  <a:cubicBezTo>
                    <a:pt x="28369" y="497834"/>
                    <a:pt x="18032" y="469508"/>
                    <a:pt x="10804" y="438233"/>
                  </a:cubicBezTo>
                  <a:cubicBezTo>
                    <a:pt x="3575" y="406959"/>
                    <a:pt x="0" y="372735"/>
                    <a:pt x="0" y="335640"/>
                  </a:cubicBezTo>
                  <a:cubicBezTo>
                    <a:pt x="0" y="281394"/>
                    <a:pt x="6918" y="233357"/>
                    <a:pt x="20675" y="191450"/>
                  </a:cubicBezTo>
                  <a:cubicBezTo>
                    <a:pt x="34432" y="149622"/>
                    <a:pt x="53708" y="114467"/>
                    <a:pt x="78502" y="86141"/>
                  </a:cubicBezTo>
                  <a:cubicBezTo>
                    <a:pt x="103296" y="57815"/>
                    <a:pt x="132986" y="36396"/>
                    <a:pt x="167729" y="21884"/>
                  </a:cubicBezTo>
                  <a:cubicBezTo>
                    <a:pt x="202549" y="7295"/>
                    <a:pt x="240634" y="0"/>
                    <a:pt x="282139" y="0"/>
                  </a:cubicBezTo>
                  <a:cubicBezTo>
                    <a:pt x="328073" y="0"/>
                    <a:pt x="368023" y="8692"/>
                    <a:pt x="401989" y="26075"/>
                  </a:cubicBezTo>
                  <a:cubicBezTo>
                    <a:pt x="435954" y="43381"/>
                    <a:pt x="464090" y="66740"/>
                    <a:pt x="486475" y="96074"/>
                  </a:cubicBezTo>
                  <a:cubicBezTo>
                    <a:pt x="508859" y="125409"/>
                    <a:pt x="525570" y="159633"/>
                    <a:pt x="536762" y="198668"/>
                  </a:cubicBezTo>
                  <a:cubicBezTo>
                    <a:pt x="547954" y="237780"/>
                    <a:pt x="553551" y="278988"/>
                    <a:pt x="553551" y="322447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21A655F-7B6D-4A5B-1E08-5D824CB21F3B}"/>
                </a:ext>
              </a:extLst>
            </p:cNvPr>
            <p:cNvSpPr/>
            <p:nvPr/>
          </p:nvSpPr>
          <p:spPr bwMode="invGray">
            <a:xfrm>
              <a:off x="7297884" y="3191752"/>
              <a:ext cx="517719" cy="656845"/>
            </a:xfrm>
            <a:custGeom>
              <a:avLst/>
              <a:gdLst>
                <a:gd name="connsiteX0" fmla="*/ 391262 w 517719"/>
                <a:gd name="connsiteY0" fmla="*/ 656690 h 656845"/>
                <a:gd name="connsiteX1" fmla="*/ 391262 w 517719"/>
                <a:gd name="connsiteY1" fmla="*/ 293035 h 656845"/>
                <a:gd name="connsiteX2" fmla="*/ 360095 w 517719"/>
                <a:gd name="connsiteY2" fmla="*/ 161107 h 656845"/>
                <a:gd name="connsiteX3" fmla="*/ 258821 w 517719"/>
                <a:gd name="connsiteY3" fmla="*/ 116562 h 656845"/>
                <a:gd name="connsiteX4" fmla="*/ 202471 w 517719"/>
                <a:gd name="connsiteY4" fmla="*/ 127349 h 656845"/>
                <a:gd name="connsiteX5" fmla="*/ 159334 w 517719"/>
                <a:gd name="connsiteY5" fmla="*/ 160874 h 656845"/>
                <a:gd name="connsiteX6" fmla="*/ 134152 w 517719"/>
                <a:gd name="connsiteY6" fmla="*/ 214421 h 656845"/>
                <a:gd name="connsiteX7" fmla="*/ 126379 w 517719"/>
                <a:gd name="connsiteY7" fmla="*/ 280541 h 656845"/>
                <a:gd name="connsiteX8" fmla="*/ 126379 w 517719"/>
                <a:gd name="connsiteY8" fmla="*/ 656768 h 656845"/>
                <a:gd name="connsiteX9" fmla="*/ 0 w 517719"/>
                <a:gd name="connsiteY9" fmla="*/ 656768 h 656845"/>
                <a:gd name="connsiteX10" fmla="*/ 0 w 517719"/>
                <a:gd name="connsiteY10" fmla="*/ 13736 h 656845"/>
                <a:gd name="connsiteX11" fmla="*/ 126379 w 517719"/>
                <a:gd name="connsiteY11" fmla="*/ 13736 h 656845"/>
                <a:gd name="connsiteX12" fmla="*/ 126379 w 517719"/>
                <a:gd name="connsiteY12" fmla="*/ 74733 h 656845"/>
                <a:gd name="connsiteX13" fmla="*/ 155759 w 517719"/>
                <a:gd name="connsiteY13" fmla="*/ 43381 h 656845"/>
                <a:gd name="connsiteX14" fmla="*/ 194154 w 517719"/>
                <a:gd name="connsiteY14" fmla="*/ 19789 h 656845"/>
                <a:gd name="connsiteX15" fmla="*/ 239079 w 517719"/>
                <a:gd name="connsiteY15" fmla="*/ 5122 h 656845"/>
                <a:gd name="connsiteX16" fmla="*/ 288201 w 517719"/>
                <a:gd name="connsiteY16" fmla="*/ 0 h 656845"/>
                <a:gd name="connsiteX17" fmla="*/ 389164 w 517719"/>
                <a:gd name="connsiteY17" fmla="*/ 18858 h 656845"/>
                <a:gd name="connsiteX18" fmla="*/ 460515 w 517719"/>
                <a:gd name="connsiteY18" fmla="*/ 73026 h 656845"/>
                <a:gd name="connsiteX19" fmla="*/ 503341 w 517719"/>
                <a:gd name="connsiteY19" fmla="*/ 162194 h 656845"/>
                <a:gd name="connsiteX20" fmla="*/ 517719 w 517719"/>
                <a:gd name="connsiteY20" fmla="*/ 288379 h 656845"/>
                <a:gd name="connsiteX21" fmla="*/ 517719 w 517719"/>
                <a:gd name="connsiteY21" fmla="*/ 656845 h 656845"/>
                <a:gd name="connsiteX22" fmla="*/ 391262 w 517719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719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471" y="127349"/>
                  </a:cubicBezTo>
                  <a:cubicBezTo>
                    <a:pt x="185294" y="134566"/>
                    <a:pt x="170915" y="145664"/>
                    <a:pt x="159334" y="160874"/>
                  </a:cubicBezTo>
                  <a:cubicBezTo>
                    <a:pt x="147753" y="176007"/>
                    <a:pt x="139359" y="193856"/>
                    <a:pt x="134152" y="214421"/>
                  </a:cubicBezTo>
                  <a:cubicBezTo>
                    <a:pt x="128944" y="234987"/>
                    <a:pt x="126379" y="257027"/>
                    <a:pt x="126379" y="280541"/>
                  </a:cubicBezTo>
                  <a:lnTo>
                    <a:pt x="126379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379" y="13736"/>
                  </a:lnTo>
                  <a:lnTo>
                    <a:pt x="126379" y="74733"/>
                  </a:lnTo>
                  <a:cubicBezTo>
                    <a:pt x="134385" y="63170"/>
                    <a:pt x="144178" y="52693"/>
                    <a:pt x="155759" y="43381"/>
                  </a:cubicBezTo>
                  <a:cubicBezTo>
                    <a:pt x="167340" y="33991"/>
                    <a:pt x="180086" y="26153"/>
                    <a:pt x="194154" y="19789"/>
                  </a:cubicBezTo>
                  <a:cubicBezTo>
                    <a:pt x="208067" y="13426"/>
                    <a:pt x="223068" y="8537"/>
                    <a:pt x="239079" y="5122"/>
                  </a:cubicBezTo>
                  <a:cubicBezTo>
                    <a:pt x="255090" y="1707"/>
                    <a:pt x="271412" y="0"/>
                    <a:pt x="288201" y="0"/>
                  </a:cubicBezTo>
                  <a:cubicBezTo>
                    <a:pt x="326907" y="0"/>
                    <a:pt x="360562" y="6286"/>
                    <a:pt x="389164" y="18858"/>
                  </a:cubicBezTo>
                  <a:cubicBezTo>
                    <a:pt x="417767" y="31430"/>
                    <a:pt x="441472" y="49434"/>
                    <a:pt x="460515" y="73026"/>
                  </a:cubicBezTo>
                  <a:cubicBezTo>
                    <a:pt x="479479" y="96540"/>
                    <a:pt x="493703" y="126263"/>
                    <a:pt x="503341" y="162194"/>
                  </a:cubicBezTo>
                  <a:cubicBezTo>
                    <a:pt x="512901" y="198125"/>
                    <a:pt x="517719" y="240186"/>
                    <a:pt x="517719" y="288379"/>
                  </a:cubicBezTo>
                  <a:lnTo>
                    <a:pt x="517719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E1B348D-7E15-803B-8645-6FE7CF3AE3FE}"/>
                </a:ext>
              </a:extLst>
            </p:cNvPr>
            <p:cNvSpPr/>
            <p:nvPr/>
          </p:nvSpPr>
          <p:spPr bwMode="invGray">
            <a:xfrm>
              <a:off x="7909572" y="3191752"/>
              <a:ext cx="574457" cy="670503"/>
            </a:xfrm>
            <a:custGeom>
              <a:avLst/>
              <a:gdLst>
                <a:gd name="connsiteX0" fmla="*/ 446913 w 574457"/>
                <a:gd name="connsiteY0" fmla="*/ 335485 h 670503"/>
                <a:gd name="connsiteX1" fmla="*/ 435487 w 574457"/>
                <a:gd name="connsiteY1" fmla="*/ 246628 h 670503"/>
                <a:gd name="connsiteX2" fmla="*/ 402843 w 574457"/>
                <a:gd name="connsiteY2" fmla="*/ 178724 h 670503"/>
                <a:gd name="connsiteX3" fmla="*/ 351001 w 574457"/>
                <a:gd name="connsiteY3" fmla="*/ 135342 h 670503"/>
                <a:gd name="connsiteX4" fmla="*/ 282138 w 574457"/>
                <a:gd name="connsiteY4" fmla="*/ 120132 h 670503"/>
                <a:gd name="connsiteX5" fmla="*/ 217705 w 574457"/>
                <a:gd name="connsiteY5" fmla="*/ 135342 h 670503"/>
                <a:gd name="connsiteX6" fmla="*/ 169205 w 574457"/>
                <a:gd name="connsiteY6" fmla="*/ 178413 h 670503"/>
                <a:gd name="connsiteX7" fmla="*/ 138349 w 574457"/>
                <a:gd name="connsiteY7" fmla="*/ 245153 h 670503"/>
                <a:gd name="connsiteX8" fmla="*/ 127623 w 574457"/>
                <a:gd name="connsiteY8" fmla="*/ 331837 h 670503"/>
                <a:gd name="connsiteX9" fmla="*/ 139281 w 574457"/>
                <a:gd name="connsiteY9" fmla="*/ 425739 h 670503"/>
                <a:gd name="connsiteX10" fmla="*/ 172236 w 574457"/>
                <a:gd name="connsiteY10" fmla="*/ 493953 h 670503"/>
                <a:gd name="connsiteX11" fmla="*/ 223145 w 574457"/>
                <a:gd name="connsiteY11" fmla="*/ 535782 h 670503"/>
                <a:gd name="connsiteX12" fmla="*/ 288744 w 574457"/>
                <a:gd name="connsiteY12" fmla="*/ 550139 h 670503"/>
                <a:gd name="connsiteX13" fmla="*/ 353722 w 574457"/>
                <a:gd name="connsiteY13" fmla="*/ 533066 h 670503"/>
                <a:gd name="connsiteX14" fmla="*/ 403465 w 574457"/>
                <a:gd name="connsiteY14" fmla="*/ 486969 h 670503"/>
                <a:gd name="connsiteX15" fmla="*/ 435487 w 574457"/>
                <a:gd name="connsiteY15" fmla="*/ 418755 h 670503"/>
                <a:gd name="connsiteX16" fmla="*/ 446913 w 574457"/>
                <a:gd name="connsiteY16" fmla="*/ 335330 h 670503"/>
                <a:gd name="connsiteX17" fmla="*/ 574458 w 574457"/>
                <a:gd name="connsiteY17" fmla="*/ 331915 h 670503"/>
                <a:gd name="connsiteX18" fmla="*/ 552307 w 574457"/>
                <a:gd name="connsiteY18" fmla="*/ 474863 h 670503"/>
                <a:gd name="connsiteX19" fmla="*/ 491216 w 574457"/>
                <a:gd name="connsiteY19" fmla="*/ 581336 h 670503"/>
                <a:gd name="connsiteX20" fmla="*/ 398957 w 574457"/>
                <a:gd name="connsiteY20" fmla="*/ 647766 h 670503"/>
                <a:gd name="connsiteX21" fmla="*/ 283926 w 574457"/>
                <a:gd name="connsiteY21" fmla="*/ 670504 h 670503"/>
                <a:gd name="connsiteX22" fmla="*/ 170993 w 574457"/>
                <a:gd name="connsiteY22" fmla="*/ 646602 h 670503"/>
                <a:gd name="connsiteX23" fmla="*/ 81144 w 574457"/>
                <a:gd name="connsiteY23" fmla="*/ 578698 h 670503"/>
                <a:gd name="connsiteX24" fmla="*/ 21529 w 574457"/>
                <a:gd name="connsiteY24" fmla="*/ 472845 h 670503"/>
                <a:gd name="connsiteX25" fmla="*/ 0 w 574457"/>
                <a:gd name="connsiteY25" fmla="*/ 335562 h 670503"/>
                <a:gd name="connsiteX26" fmla="*/ 22151 w 574457"/>
                <a:gd name="connsiteY26" fmla="*/ 194400 h 670503"/>
                <a:gd name="connsiteX27" fmla="*/ 82931 w 574457"/>
                <a:gd name="connsiteY27" fmla="*/ 88857 h 670503"/>
                <a:gd name="connsiteX28" fmla="*/ 174024 w 574457"/>
                <a:gd name="connsiteY28" fmla="*/ 22738 h 670503"/>
                <a:gd name="connsiteX29" fmla="*/ 287579 w 574457"/>
                <a:gd name="connsiteY29" fmla="*/ 0 h 670503"/>
                <a:gd name="connsiteX30" fmla="*/ 401678 w 574457"/>
                <a:gd name="connsiteY30" fmla="*/ 23669 h 670503"/>
                <a:gd name="connsiteX31" fmla="*/ 492459 w 574457"/>
                <a:gd name="connsiteY31" fmla="*/ 90642 h 670503"/>
                <a:gd name="connsiteX32" fmla="*/ 552617 w 574457"/>
                <a:gd name="connsiteY32" fmla="*/ 195331 h 670503"/>
                <a:gd name="connsiteX33" fmla="*/ 574458 w 574457"/>
                <a:gd name="connsiteY33" fmla="*/ 33199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74457" h="670503">
                  <a:moveTo>
                    <a:pt x="446913" y="335485"/>
                  </a:moveTo>
                  <a:cubicBezTo>
                    <a:pt x="446913" y="302813"/>
                    <a:pt x="443105" y="273168"/>
                    <a:pt x="435487" y="246628"/>
                  </a:cubicBezTo>
                  <a:cubicBezTo>
                    <a:pt x="427871" y="220164"/>
                    <a:pt x="416989" y="197504"/>
                    <a:pt x="402843" y="178724"/>
                  </a:cubicBezTo>
                  <a:cubicBezTo>
                    <a:pt x="388698" y="160021"/>
                    <a:pt x="371365" y="145509"/>
                    <a:pt x="351001" y="135342"/>
                  </a:cubicBezTo>
                  <a:cubicBezTo>
                    <a:pt x="330638" y="125176"/>
                    <a:pt x="307631" y="120132"/>
                    <a:pt x="282138" y="120132"/>
                  </a:cubicBezTo>
                  <a:cubicBezTo>
                    <a:pt x="258199" y="120132"/>
                    <a:pt x="236670" y="125176"/>
                    <a:pt x="217705" y="135342"/>
                  </a:cubicBezTo>
                  <a:cubicBezTo>
                    <a:pt x="198740" y="145509"/>
                    <a:pt x="182574" y="159866"/>
                    <a:pt x="169205" y="178413"/>
                  </a:cubicBezTo>
                  <a:cubicBezTo>
                    <a:pt x="155837" y="196960"/>
                    <a:pt x="145577" y="219233"/>
                    <a:pt x="138349" y="245153"/>
                  </a:cubicBezTo>
                  <a:cubicBezTo>
                    <a:pt x="131120" y="271073"/>
                    <a:pt x="127623" y="300019"/>
                    <a:pt x="127623" y="331837"/>
                  </a:cubicBezTo>
                  <a:cubicBezTo>
                    <a:pt x="127623" y="367303"/>
                    <a:pt x="131509" y="398655"/>
                    <a:pt x="139281" y="425739"/>
                  </a:cubicBezTo>
                  <a:cubicBezTo>
                    <a:pt x="147054" y="452901"/>
                    <a:pt x="158013" y="475561"/>
                    <a:pt x="172236" y="493953"/>
                  </a:cubicBezTo>
                  <a:cubicBezTo>
                    <a:pt x="186382" y="512268"/>
                    <a:pt x="203404" y="526237"/>
                    <a:pt x="223145" y="535782"/>
                  </a:cubicBezTo>
                  <a:cubicBezTo>
                    <a:pt x="242888" y="545328"/>
                    <a:pt x="264728" y="550139"/>
                    <a:pt x="288744" y="550139"/>
                  </a:cubicBezTo>
                  <a:cubicBezTo>
                    <a:pt x="312761" y="550139"/>
                    <a:pt x="334368" y="544474"/>
                    <a:pt x="353722" y="533066"/>
                  </a:cubicBezTo>
                  <a:cubicBezTo>
                    <a:pt x="373075" y="521658"/>
                    <a:pt x="389708" y="506293"/>
                    <a:pt x="403465" y="486969"/>
                  </a:cubicBezTo>
                  <a:cubicBezTo>
                    <a:pt x="417222" y="467645"/>
                    <a:pt x="427948" y="444907"/>
                    <a:pt x="435487" y="418755"/>
                  </a:cubicBezTo>
                  <a:cubicBezTo>
                    <a:pt x="443027" y="392602"/>
                    <a:pt x="446913" y="364819"/>
                    <a:pt x="446913" y="335330"/>
                  </a:cubicBezTo>
                  <a:moveTo>
                    <a:pt x="574458" y="331915"/>
                  </a:moveTo>
                  <a:cubicBezTo>
                    <a:pt x="574458" y="385384"/>
                    <a:pt x="567074" y="433034"/>
                    <a:pt x="552307" y="474863"/>
                  </a:cubicBezTo>
                  <a:cubicBezTo>
                    <a:pt x="537539" y="516769"/>
                    <a:pt x="517175" y="552234"/>
                    <a:pt x="491216" y="581336"/>
                  </a:cubicBezTo>
                  <a:cubicBezTo>
                    <a:pt x="465256" y="610438"/>
                    <a:pt x="434477" y="632555"/>
                    <a:pt x="398957" y="647766"/>
                  </a:cubicBezTo>
                  <a:cubicBezTo>
                    <a:pt x="363438" y="662899"/>
                    <a:pt x="325042" y="670504"/>
                    <a:pt x="283926" y="670504"/>
                  </a:cubicBezTo>
                  <a:cubicBezTo>
                    <a:pt x="242810" y="670504"/>
                    <a:pt x="205502" y="662511"/>
                    <a:pt x="170993" y="646602"/>
                  </a:cubicBezTo>
                  <a:cubicBezTo>
                    <a:pt x="136483" y="630693"/>
                    <a:pt x="106482" y="608032"/>
                    <a:pt x="81144" y="578698"/>
                  </a:cubicBezTo>
                  <a:cubicBezTo>
                    <a:pt x="55728" y="549363"/>
                    <a:pt x="35908" y="514130"/>
                    <a:pt x="21529" y="472845"/>
                  </a:cubicBezTo>
                  <a:cubicBezTo>
                    <a:pt x="7150" y="431559"/>
                    <a:pt x="0" y="385850"/>
                    <a:pt x="0" y="335562"/>
                  </a:cubicBezTo>
                  <a:cubicBezTo>
                    <a:pt x="0" y="285275"/>
                    <a:pt x="7384" y="235840"/>
                    <a:pt x="22151" y="194400"/>
                  </a:cubicBezTo>
                  <a:cubicBezTo>
                    <a:pt x="36919" y="152959"/>
                    <a:pt x="57205" y="117726"/>
                    <a:pt x="82931" y="88857"/>
                  </a:cubicBezTo>
                  <a:cubicBezTo>
                    <a:pt x="108658" y="59988"/>
                    <a:pt x="139048" y="37949"/>
                    <a:pt x="174024" y="22738"/>
                  </a:cubicBezTo>
                  <a:cubicBezTo>
                    <a:pt x="208999" y="7605"/>
                    <a:pt x="246774" y="0"/>
                    <a:pt x="287579" y="0"/>
                  </a:cubicBezTo>
                  <a:cubicBezTo>
                    <a:pt x="328384" y="0"/>
                    <a:pt x="366702" y="7916"/>
                    <a:pt x="401678" y="23669"/>
                  </a:cubicBezTo>
                  <a:cubicBezTo>
                    <a:pt x="436653" y="39423"/>
                    <a:pt x="466888" y="61773"/>
                    <a:pt x="492459" y="90642"/>
                  </a:cubicBezTo>
                  <a:cubicBezTo>
                    <a:pt x="518030" y="119589"/>
                    <a:pt x="538083" y="154433"/>
                    <a:pt x="552617" y="195331"/>
                  </a:cubicBezTo>
                  <a:cubicBezTo>
                    <a:pt x="567152" y="236151"/>
                    <a:pt x="574458" y="281782"/>
                    <a:pt x="574458" y="331993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A0584CD-AACF-0F02-261F-D05BCD720E15}"/>
                </a:ext>
              </a:extLst>
            </p:cNvPr>
            <p:cNvSpPr/>
            <p:nvPr/>
          </p:nvSpPr>
          <p:spPr bwMode="invGray">
            <a:xfrm>
              <a:off x="8577920" y="3191752"/>
              <a:ext cx="517641" cy="656845"/>
            </a:xfrm>
            <a:custGeom>
              <a:avLst/>
              <a:gdLst>
                <a:gd name="connsiteX0" fmla="*/ 391262 w 517641"/>
                <a:gd name="connsiteY0" fmla="*/ 656690 h 656845"/>
                <a:gd name="connsiteX1" fmla="*/ 391262 w 517641"/>
                <a:gd name="connsiteY1" fmla="*/ 293035 h 656845"/>
                <a:gd name="connsiteX2" fmla="*/ 360095 w 517641"/>
                <a:gd name="connsiteY2" fmla="*/ 161107 h 656845"/>
                <a:gd name="connsiteX3" fmla="*/ 258821 w 517641"/>
                <a:gd name="connsiteY3" fmla="*/ 116562 h 656845"/>
                <a:gd name="connsiteX4" fmla="*/ 202549 w 517641"/>
                <a:gd name="connsiteY4" fmla="*/ 127349 h 656845"/>
                <a:gd name="connsiteX5" fmla="*/ 159412 w 517641"/>
                <a:gd name="connsiteY5" fmla="*/ 160874 h 656845"/>
                <a:gd name="connsiteX6" fmla="*/ 134230 w 517641"/>
                <a:gd name="connsiteY6" fmla="*/ 214421 h 656845"/>
                <a:gd name="connsiteX7" fmla="*/ 126457 w 517641"/>
                <a:gd name="connsiteY7" fmla="*/ 280541 h 656845"/>
                <a:gd name="connsiteX8" fmla="*/ 126457 w 517641"/>
                <a:gd name="connsiteY8" fmla="*/ 656768 h 656845"/>
                <a:gd name="connsiteX9" fmla="*/ 0 w 517641"/>
                <a:gd name="connsiteY9" fmla="*/ 656768 h 656845"/>
                <a:gd name="connsiteX10" fmla="*/ 0 w 517641"/>
                <a:gd name="connsiteY10" fmla="*/ 13736 h 656845"/>
                <a:gd name="connsiteX11" fmla="*/ 126457 w 517641"/>
                <a:gd name="connsiteY11" fmla="*/ 13736 h 656845"/>
                <a:gd name="connsiteX12" fmla="*/ 126457 w 517641"/>
                <a:gd name="connsiteY12" fmla="*/ 74733 h 656845"/>
                <a:gd name="connsiteX13" fmla="*/ 155837 w 517641"/>
                <a:gd name="connsiteY13" fmla="*/ 43381 h 656845"/>
                <a:gd name="connsiteX14" fmla="*/ 194154 w 517641"/>
                <a:gd name="connsiteY14" fmla="*/ 19789 h 656845"/>
                <a:gd name="connsiteX15" fmla="*/ 239079 w 517641"/>
                <a:gd name="connsiteY15" fmla="*/ 5122 h 656845"/>
                <a:gd name="connsiteX16" fmla="*/ 288201 w 517641"/>
                <a:gd name="connsiteY16" fmla="*/ 0 h 656845"/>
                <a:gd name="connsiteX17" fmla="*/ 389164 w 517641"/>
                <a:gd name="connsiteY17" fmla="*/ 18858 h 656845"/>
                <a:gd name="connsiteX18" fmla="*/ 460437 w 517641"/>
                <a:gd name="connsiteY18" fmla="*/ 73026 h 656845"/>
                <a:gd name="connsiteX19" fmla="*/ 503263 w 517641"/>
                <a:gd name="connsiteY19" fmla="*/ 162194 h 656845"/>
                <a:gd name="connsiteX20" fmla="*/ 517642 w 517641"/>
                <a:gd name="connsiteY20" fmla="*/ 288379 h 656845"/>
                <a:gd name="connsiteX21" fmla="*/ 517642 w 517641"/>
                <a:gd name="connsiteY21" fmla="*/ 656845 h 656845"/>
                <a:gd name="connsiteX22" fmla="*/ 391262 w 517641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1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549" y="127349"/>
                  </a:cubicBezTo>
                  <a:cubicBezTo>
                    <a:pt x="185372" y="134566"/>
                    <a:pt x="170993" y="145664"/>
                    <a:pt x="159412" y="160874"/>
                  </a:cubicBezTo>
                  <a:cubicBezTo>
                    <a:pt x="147831" y="176007"/>
                    <a:pt x="139437" y="193856"/>
                    <a:pt x="134230" y="214421"/>
                  </a:cubicBezTo>
                  <a:cubicBezTo>
                    <a:pt x="129022" y="234987"/>
                    <a:pt x="126457" y="257027"/>
                    <a:pt x="126457" y="280541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4462" y="63170"/>
                    <a:pt x="144178" y="52693"/>
                    <a:pt x="155837" y="43381"/>
                  </a:cubicBezTo>
                  <a:cubicBezTo>
                    <a:pt x="167417" y="33991"/>
                    <a:pt x="180164" y="26153"/>
                    <a:pt x="194154" y="19789"/>
                  </a:cubicBezTo>
                  <a:cubicBezTo>
                    <a:pt x="208145" y="13426"/>
                    <a:pt x="223146" y="8537"/>
                    <a:pt x="239079" y="5122"/>
                  </a:cubicBezTo>
                  <a:cubicBezTo>
                    <a:pt x="255012" y="1707"/>
                    <a:pt x="271412" y="0"/>
                    <a:pt x="288201" y="0"/>
                  </a:cubicBezTo>
                  <a:cubicBezTo>
                    <a:pt x="326985" y="0"/>
                    <a:pt x="360562" y="6286"/>
                    <a:pt x="389164" y="18858"/>
                  </a:cubicBezTo>
                  <a:cubicBezTo>
                    <a:pt x="417689" y="31430"/>
                    <a:pt x="441472" y="49434"/>
                    <a:pt x="460437" y="73026"/>
                  </a:cubicBezTo>
                  <a:cubicBezTo>
                    <a:pt x="479402" y="96540"/>
                    <a:pt x="493703" y="126263"/>
                    <a:pt x="503263" y="162194"/>
                  </a:cubicBezTo>
                  <a:cubicBezTo>
                    <a:pt x="512823" y="198125"/>
                    <a:pt x="517642" y="240186"/>
                    <a:pt x="517642" y="288379"/>
                  </a:cubicBezTo>
                  <a:lnTo>
                    <a:pt x="517642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78562D6-3885-E9EC-4E33-4318DD005477}"/>
                </a:ext>
              </a:extLst>
            </p:cNvPr>
            <p:cNvSpPr/>
            <p:nvPr/>
          </p:nvSpPr>
          <p:spPr bwMode="invGray">
            <a:xfrm>
              <a:off x="1333500" y="1365250"/>
              <a:ext cx="2432217" cy="886244"/>
            </a:xfrm>
            <a:custGeom>
              <a:avLst/>
              <a:gdLst>
                <a:gd name="connsiteX0" fmla="*/ 2431984 w 2432217"/>
                <a:gd name="connsiteY0" fmla="*/ 0 h 886244"/>
                <a:gd name="connsiteX1" fmla="*/ 0 w 2432217"/>
                <a:gd name="connsiteY1" fmla="*/ 886245 h 886244"/>
                <a:gd name="connsiteX2" fmla="*/ 2432217 w 2432217"/>
                <a:gd name="connsiteY2" fmla="*/ 457246 h 886244"/>
                <a:gd name="connsiteX3" fmla="*/ 2432217 w 2432217"/>
                <a:gd name="connsiteY3" fmla="*/ 0 h 886244"/>
                <a:gd name="connsiteX4" fmla="*/ 2431984 w 2432217"/>
                <a:gd name="connsiteY4" fmla="*/ 0 h 886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2217" h="886244">
                  <a:moveTo>
                    <a:pt x="2431984" y="0"/>
                  </a:moveTo>
                  <a:lnTo>
                    <a:pt x="0" y="886245"/>
                  </a:lnTo>
                  <a:lnTo>
                    <a:pt x="2432217" y="457246"/>
                  </a:lnTo>
                  <a:lnTo>
                    <a:pt x="2432217" y="0"/>
                  </a:lnTo>
                  <a:lnTo>
                    <a:pt x="2431984" y="0"/>
                  </a:lnTo>
                  <a:close/>
                </a:path>
              </a:pathLst>
            </a:custGeom>
            <a:solidFill>
              <a:srgbClr val="FFE600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6845F917-C296-DD1F-CECD-118682D36836}"/>
                </a:ext>
              </a:extLst>
            </p:cNvPr>
            <p:cNvSpPr/>
            <p:nvPr/>
          </p:nvSpPr>
          <p:spPr bwMode="invGray">
            <a:xfrm>
              <a:off x="1354718" y="2619961"/>
              <a:ext cx="2042042" cy="1228558"/>
            </a:xfrm>
            <a:custGeom>
              <a:avLst/>
              <a:gdLst>
                <a:gd name="connsiteX0" fmla="*/ 1639277 w 2042042"/>
                <a:gd name="connsiteY0" fmla="*/ 78 h 1228558"/>
                <a:gd name="connsiteX1" fmla="*/ 1430277 w 2042042"/>
                <a:gd name="connsiteY1" fmla="*/ 400983 h 1228558"/>
                <a:gd name="connsiteX2" fmla="*/ 1221821 w 2042042"/>
                <a:gd name="connsiteY2" fmla="*/ 78 h 1228558"/>
                <a:gd name="connsiteX3" fmla="*/ 813848 w 2042042"/>
                <a:gd name="connsiteY3" fmla="*/ 78 h 1228558"/>
                <a:gd name="connsiteX4" fmla="*/ 1243662 w 2042042"/>
                <a:gd name="connsiteY4" fmla="*/ 743297 h 1228558"/>
                <a:gd name="connsiteX5" fmla="*/ 1243662 w 2042042"/>
                <a:gd name="connsiteY5" fmla="*/ 1228559 h 1228558"/>
                <a:gd name="connsiteX6" fmla="*/ 1611607 w 2042042"/>
                <a:gd name="connsiteY6" fmla="*/ 1228559 h 1228558"/>
                <a:gd name="connsiteX7" fmla="*/ 1611607 w 2042042"/>
                <a:gd name="connsiteY7" fmla="*/ 743297 h 1228558"/>
                <a:gd name="connsiteX8" fmla="*/ 2042043 w 2042042"/>
                <a:gd name="connsiteY8" fmla="*/ 78 h 1228558"/>
                <a:gd name="connsiteX9" fmla="*/ 1639277 w 2042042"/>
                <a:gd name="connsiteY9" fmla="*/ 78 h 1228558"/>
                <a:gd name="connsiteX10" fmla="*/ 0 w 2042042"/>
                <a:gd name="connsiteY10" fmla="*/ 78 h 1228558"/>
                <a:gd name="connsiteX11" fmla="*/ 0 w 2042042"/>
                <a:gd name="connsiteY11" fmla="*/ 1228481 h 1228558"/>
                <a:gd name="connsiteX12" fmla="*/ 984219 w 2042042"/>
                <a:gd name="connsiteY12" fmla="*/ 1228481 h 1228558"/>
                <a:gd name="connsiteX13" fmla="*/ 984219 w 2042042"/>
                <a:gd name="connsiteY13" fmla="*/ 945923 h 1228558"/>
                <a:gd name="connsiteX14" fmla="*/ 369034 w 2042042"/>
                <a:gd name="connsiteY14" fmla="*/ 945923 h 1228558"/>
                <a:gd name="connsiteX15" fmla="*/ 369034 w 2042042"/>
                <a:gd name="connsiteY15" fmla="*/ 743220 h 1228558"/>
                <a:gd name="connsiteX16" fmla="*/ 813848 w 2042042"/>
                <a:gd name="connsiteY16" fmla="*/ 743220 h 1228558"/>
                <a:gd name="connsiteX17" fmla="*/ 813848 w 2042042"/>
                <a:gd name="connsiteY17" fmla="*/ 485339 h 1228558"/>
                <a:gd name="connsiteX18" fmla="*/ 369034 w 2042042"/>
                <a:gd name="connsiteY18" fmla="*/ 485339 h 1228558"/>
                <a:gd name="connsiteX19" fmla="*/ 369034 w 2042042"/>
                <a:gd name="connsiteY19" fmla="*/ 282558 h 1228558"/>
                <a:gd name="connsiteX20" fmla="*/ 861182 w 2042042"/>
                <a:gd name="connsiteY20" fmla="*/ 282558 h 1228558"/>
                <a:gd name="connsiteX21" fmla="*/ 697884 w 2042042"/>
                <a:gd name="connsiteY21" fmla="*/ 0 h 1228558"/>
                <a:gd name="connsiteX22" fmla="*/ 0 w 2042042"/>
                <a:gd name="connsiteY22" fmla="*/ 0 h 122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2042" h="1228558">
                  <a:moveTo>
                    <a:pt x="1639277" y="78"/>
                  </a:moveTo>
                  <a:lnTo>
                    <a:pt x="1430277" y="400983"/>
                  </a:lnTo>
                  <a:lnTo>
                    <a:pt x="1221821" y="78"/>
                  </a:lnTo>
                  <a:lnTo>
                    <a:pt x="813848" y="78"/>
                  </a:lnTo>
                  <a:lnTo>
                    <a:pt x="1243662" y="743297"/>
                  </a:lnTo>
                  <a:lnTo>
                    <a:pt x="1243662" y="1228559"/>
                  </a:lnTo>
                  <a:lnTo>
                    <a:pt x="1611607" y="1228559"/>
                  </a:lnTo>
                  <a:lnTo>
                    <a:pt x="1611607" y="743297"/>
                  </a:lnTo>
                  <a:lnTo>
                    <a:pt x="2042043" y="78"/>
                  </a:lnTo>
                  <a:lnTo>
                    <a:pt x="1639277" y="78"/>
                  </a:lnTo>
                  <a:close/>
                  <a:moveTo>
                    <a:pt x="0" y="78"/>
                  </a:moveTo>
                  <a:lnTo>
                    <a:pt x="0" y="1228481"/>
                  </a:lnTo>
                  <a:lnTo>
                    <a:pt x="984219" y="1228481"/>
                  </a:lnTo>
                  <a:lnTo>
                    <a:pt x="984219" y="945923"/>
                  </a:lnTo>
                  <a:lnTo>
                    <a:pt x="369034" y="945923"/>
                  </a:lnTo>
                  <a:lnTo>
                    <a:pt x="369034" y="743220"/>
                  </a:lnTo>
                  <a:lnTo>
                    <a:pt x="813848" y="743220"/>
                  </a:lnTo>
                  <a:lnTo>
                    <a:pt x="813848" y="485339"/>
                  </a:lnTo>
                  <a:lnTo>
                    <a:pt x="369034" y="485339"/>
                  </a:lnTo>
                  <a:lnTo>
                    <a:pt x="369034" y="282558"/>
                  </a:lnTo>
                  <a:lnTo>
                    <a:pt x="861182" y="282558"/>
                  </a:lnTo>
                  <a:lnTo>
                    <a:pt x="6978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84F729B-A59E-4679-1D7A-0043AF31F73D}"/>
                </a:ext>
              </a:extLst>
            </p:cNvPr>
            <p:cNvSpPr/>
            <p:nvPr/>
          </p:nvSpPr>
          <p:spPr bwMode="invGray">
            <a:xfrm>
              <a:off x="5925900" y="4251210"/>
              <a:ext cx="200839" cy="388178"/>
            </a:xfrm>
            <a:custGeom>
              <a:avLst/>
              <a:gdLst>
                <a:gd name="connsiteX0" fmla="*/ 119151 w 200839"/>
                <a:gd name="connsiteY0" fmla="*/ 286749 h 388178"/>
                <a:gd name="connsiteX1" fmla="*/ 119151 w 200839"/>
                <a:gd name="connsiteY1" fmla="*/ 173679 h 388178"/>
                <a:gd name="connsiteX2" fmla="*/ 199751 w 200839"/>
                <a:gd name="connsiteY2" fmla="*/ 173679 h 388178"/>
                <a:gd name="connsiteX3" fmla="*/ 199751 w 200839"/>
                <a:gd name="connsiteY3" fmla="*/ 107250 h 388178"/>
                <a:gd name="connsiteX4" fmla="*/ 119151 w 200839"/>
                <a:gd name="connsiteY4" fmla="*/ 107250 h 388178"/>
                <a:gd name="connsiteX5" fmla="*/ 119151 w 200839"/>
                <a:gd name="connsiteY5" fmla="*/ 0 h 388178"/>
                <a:gd name="connsiteX6" fmla="*/ 47878 w 200839"/>
                <a:gd name="connsiteY6" fmla="*/ 35543 h 388178"/>
                <a:gd name="connsiteX7" fmla="*/ 47878 w 200839"/>
                <a:gd name="connsiteY7" fmla="*/ 107250 h 388178"/>
                <a:gd name="connsiteX8" fmla="*/ 0 w 200839"/>
                <a:gd name="connsiteY8" fmla="*/ 107250 h 388178"/>
                <a:gd name="connsiteX9" fmla="*/ 0 w 200839"/>
                <a:gd name="connsiteY9" fmla="*/ 173679 h 388178"/>
                <a:gd name="connsiteX10" fmla="*/ 47878 w 200839"/>
                <a:gd name="connsiteY10" fmla="*/ 173679 h 388178"/>
                <a:gd name="connsiteX11" fmla="*/ 47878 w 200839"/>
                <a:gd name="connsiteY11" fmla="*/ 305995 h 388178"/>
                <a:gd name="connsiteX12" fmla="*/ 122027 w 200839"/>
                <a:gd name="connsiteY12" fmla="*/ 388178 h 388178"/>
                <a:gd name="connsiteX13" fmla="*/ 190346 w 200839"/>
                <a:gd name="connsiteY13" fmla="*/ 371260 h 388178"/>
                <a:gd name="connsiteX14" fmla="*/ 200839 w 200839"/>
                <a:gd name="connsiteY14" fmla="*/ 299554 h 388178"/>
                <a:gd name="connsiteX15" fmla="*/ 145344 w 200839"/>
                <a:gd name="connsiteY15" fmla="*/ 319964 h 388178"/>
                <a:gd name="connsiteX16" fmla="*/ 119073 w 200839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9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1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10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80A0E2B8-A153-984D-CB53-B8476C0EFC62}"/>
                </a:ext>
              </a:extLst>
            </p:cNvPr>
            <p:cNvSpPr/>
            <p:nvPr/>
          </p:nvSpPr>
          <p:spPr bwMode="invGray">
            <a:xfrm>
              <a:off x="4293307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8D411FA-664E-A6AD-1EE5-8C14FEB2E6DD}"/>
                </a:ext>
              </a:extLst>
            </p:cNvPr>
            <p:cNvSpPr/>
            <p:nvPr/>
          </p:nvSpPr>
          <p:spPr bwMode="invGray">
            <a:xfrm>
              <a:off x="617057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2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79 w 238379"/>
                <a:gd name="connsiteY10" fmla="*/ 382436 h 382435"/>
                <a:gd name="connsiteX11" fmla="*/ 238379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2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79" y="382436"/>
                  </a:lnTo>
                  <a:lnTo>
                    <a:pt x="238379" y="226761"/>
                  </a:lnTo>
                  <a:cubicBezTo>
                    <a:pt x="238379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64E4EA14-1E32-BC67-07D8-8C6B4B06ACB9}"/>
                </a:ext>
              </a:extLst>
            </p:cNvPr>
            <p:cNvSpPr/>
            <p:nvPr/>
          </p:nvSpPr>
          <p:spPr bwMode="invGray">
            <a:xfrm>
              <a:off x="167820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576BAE99-7CBD-1B37-DC2D-EAFAE493EF2F}"/>
                </a:ext>
              </a:extLst>
            </p:cNvPr>
            <p:cNvSpPr/>
            <p:nvPr/>
          </p:nvSpPr>
          <p:spPr bwMode="invGray">
            <a:xfrm>
              <a:off x="2898939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8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EAD2EF0-BDD1-F77F-C924-1979CD1C1771}"/>
                </a:ext>
              </a:extLst>
            </p:cNvPr>
            <p:cNvSpPr/>
            <p:nvPr/>
          </p:nvSpPr>
          <p:spPr bwMode="invGray">
            <a:xfrm>
              <a:off x="3143614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94DBDDED-4026-98F1-FAD7-2293879B72D4}"/>
                </a:ext>
              </a:extLst>
            </p:cNvPr>
            <p:cNvSpPr/>
            <p:nvPr/>
          </p:nvSpPr>
          <p:spPr bwMode="invGray">
            <a:xfrm>
              <a:off x="2242171" y="4352251"/>
              <a:ext cx="237602" cy="382513"/>
            </a:xfrm>
            <a:custGeom>
              <a:avLst/>
              <a:gdLst>
                <a:gd name="connsiteX0" fmla="*/ 131354 w 237602"/>
                <a:gd name="connsiteY0" fmla="*/ 0 h 382513"/>
                <a:gd name="connsiteX1" fmla="*/ 68863 w 237602"/>
                <a:gd name="connsiteY1" fmla="*/ 24523 h 382513"/>
                <a:gd name="connsiteX2" fmla="*/ 68863 w 237602"/>
                <a:gd name="connsiteY2" fmla="*/ 5898 h 382513"/>
                <a:gd name="connsiteX3" fmla="*/ 0 w 237602"/>
                <a:gd name="connsiteY3" fmla="*/ 5898 h 382513"/>
                <a:gd name="connsiteX4" fmla="*/ 0 w 237602"/>
                <a:gd name="connsiteY4" fmla="*/ 382513 h 382513"/>
                <a:gd name="connsiteX5" fmla="*/ 68863 w 237602"/>
                <a:gd name="connsiteY5" fmla="*/ 348134 h 382513"/>
                <a:gd name="connsiteX6" fmla="*/ 68863 w 237602"/>
                <a:gd name="connsiteY6" fmla="*/ 264166 h 382513"/>
                <a:gd name="connsiteX7" fmla="*/ 130188 w 237602"/>
                <a:gd name="connsiteY7" fmla="*/ 286904 h 382513"/>
                <a:gd name="connsiteX8" fmla="*/ 237602 w 237602"/>
                <a:gd name="connsiteY8" fmla="*/ 144034 h 382513"/>
                <a:gd name="connsiteX9" fmla="*/ 131354 w 237602"/>
                <a:gd name="connsiteY9" fmla="*/ 0 h 382513"/>
                <a:gd name="connsiteX10" fmla="*/ 118529 w 237602"/>
                <a:gd name="connsiteY10" fmla="*/ 220940 h 382513"/>
                <a:gd name="connsiteX11" fmla="*/ 68863 w 237602"/>
                <a:gd name="connsiteY11" fmla="*/ 195874 h 382513"/>
                <a:gd name="connsiteX12" fmla="*/ 68863 w 237602"/>
                <a:gd name="connsiteY12" fmla="*/ 90953 h 382513"/>
                <a:gd name="connsiteX13" fmla="*/ 114410 w 237602"/>
                <a:gd name="connsiteY13" fmla="*/ 66430 h 382513"/>
                <a:gd name="connsiteX14" fmla="*/ 166407 w 237602"/>
                <a:gd name="connsiteY14" fmla="*/ 147449 h 382513"/>
                <a:gd name="connsiteX15" fmla="*/ 118529 w 237602"/>
                <a:gd name="connsiteY15" fmla="*/ 220940 h 382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7602" h="382513">
                  <a:moveTo>
                    <a:pt x="131354" y="0"/>
                  </a:moveTo>
                  <a:cubicBezTo>
                    <a:pt x="105627" y="0"/>
                    <a:pt x="86973" y="8149"/>
                    <a:pt x="68863" y="24523"/>
                  </a:cubicBezTo>
                  <a:lnTo>
                    <a:pt x="68863" y="5898"/>
                  </a:lnTo>
                  <a:lnTo>
                    <a:pt x="0" y="5898"/>
                  </a:lnTo>
                  <a:lnTo>
                    <a:pt x="0" y="382513"/>
                  </a:lnTo>
                  <a:lnTo>
                    <a:pt x="68863" y="348134"/>
                  </a:lnTo>
                  <a:lnTo>
                    <a:pt x="68863" y="264166"/>
                  </a:lnTo>
                  <a:cubicBezTo>
                    <a:pt x="81144" y="275807"/>
                    <a:pt x="99798" y="286904"/>
                    <a:pt x="130188" y="286904"/>
                  </a:cubicBezTo>
                  <a:cubicBezTo>
                    <a:pt x="208456" y="286904"/>
                    <a:pt x="237602" y="214577"/>
                    <a:pt x="237602" y="144034"/>
                  </a:cubicBezTo>
                  <a:cubicBezTo>
                    <a:pt x="237602" y="70000"/>
                    <a:pt x="205502" y="0"/>
                    <a:pt x="131354" y="0"/>
                  </a:cubicBezTo>
                  <a:close/>
                  <a:moveTo>
                    <a:pt x="118529" y="220940"/>
                  </a:moveTo>
                  <a:cubicBezTo>
                    <a:pt x="98709" y="220940"/>
                    <a:pt x="79978" y="211628"/>
                    <a:pt x="68863" y="195874"/>
                  </a:cubicBezTo>
                  <a:lnTo>
                    <a:pt x="68863" y="90953"/>
                  </a:lnTo>
                  <a:cubicBezTo>
                    <a:pt x="79978" y="75199"/>
                    <a:pt x="95134" y="66430"/>
                    <a:pt x="114410" y="66430"/>
                  </a:cubicBezTo>
                  <a:cubicBezTo>
                    <a:pt x="155837" y="66430"/>
                    <a:pt x="166407" y="107250"/>
                    <a:pt x="166407" y="147449"/>
                  </a:cubicBezTo>
                  <a:cubicBezTo>
                    <a:pt x="166407" y="187648"/>
                    <a:pt x="157080" y="220940"/>
                    <a:pt x="118529" y="22094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CA8B275-CC67-034A-28E5-40CD3ED34E42}"/>
                </a:ext>
              </a:extLst>
            </p:cNvPr>
            <p:cNvSpPr/>
            <p:nvPr/>
          </p:nvSpPr>
          <p:spPr bwMode="invGray">
            <a:xfrm>
              <a:off x="1958323" y="4352251"/>
              <a:ext cx="230063" cy="286826"/>
            </a:xfrm>
            <a:custGeom>
              <a:avLst/>
              <a:gdLst>
                <a:gd name="connsiteX0" fmla="*/ 230063 w 230063"/>
                <a:gd name="connsiteY0" fmla="*/ 281006 h 286826"/>
                <a:gd name="connsiteX1" fmla="*/ 230063 w 230063"/>
                <a:gd name="connsiteY1" fmla="*/ 96230 h 286826"/>
                <a:gd name="connsiteX2" fmla="*/ 117985 w 230063"/>
                <a:gd name="connsiteY2" fmla="*/ 0 h 286826"/>
                <a:gd name="connsiteX3" fmla="*/ 22773 w 230063"/>
                <a:gd name="connsiteY3" fmla="*/ 28015 h 286826"/>
                <a:gd name="connsiteX4" fmla="*/ 50210 w 230063"/>
                <a:gd name="connsiteY4" fmla="*/ 76984 h 286826"/>
                <a:gd name="connsiteX5" fmla="*/ 113866 w 230063"/>
                <a:gd name="connsiteY5" fmla="*/ 58902 h 286826"/>
                <a:gd name="connsiteX6" fmla="*/ 161122 w 230063"/>
                <a:gd name="connsiteY6" fmla="*/ 95066 h 286826"/>
                <a:gd name="connsiteX7" fmla="*/ 161122 w 230063"/>
                <a:gd name="connsiteY7" fmla="*/ 109655 h 286826"/>
                <a:gd name="connsiteX8" fmla="*/ 107415 w 230063"/>
                <a:gd name="connsiteY8" fmla="*/ 98558 h 286826"/>
                <a:gd name="connsiteX9" fmla="*/ 0 w 230063"/>
                <a:gd name="connsiteY9" fmla="*/ 191218 h 286826"/>
                <a:gd name="connsiteX10" fmla="*/ 96922 w 230063"/>
                <a:gd name="connsiteY10" fmla="*/ 286827 h 286826"/>
                <a:gd name="connsiteX11" fmla="*/ 161122 w 230063"/>
                <a:gd name="connsiteY11" fmla="*/ 261760 h 286826"/>
                <a:gd name="connsiteX12" fmla="*/ 161122 w 230063"/>
                <a:gd name="connsiteY12" fmla="*/ 281006 h 286826"/>
                <a:gd name="connsiteX13" fmla="*/ 229985 w 230063"/>
                <a:gd name="connsiteY13" fmla="*/ 281006 h 286826"/>
                <a:gd name="connsiteX14" fmla="*/ 109202 w 230063"/>
                <a:gd name="connsiteY14" fmla="*/ 227382 h 286826"/>
                <a:gd name="connsiteX15" fmla="*/ 70107 w 230063"/>
                <a:gd name="connsiteY15" fmla="*/ 189511 h 286826"/>
                <a:gd name="connsiteX16" fmla="*/ 115032 w 230063"/>
                <a:gd name="connsiteY16" fmla="*/ 153968 h 286826"/>
                <a:gd name="connsiteX17" fmla="*/ 161122 w 230063"/>
                <a:gd name="connsiteY17" fmla="*/ 165608 h 286826"/>
                <a:gd name="connsiteX18" fmla="*/ 161122 w 230063"/>
                <a:gd name="connsiteY18" fmla="*/ 200608 h 286826"/>
                <a:gd name="connsiteX19" fmla="*/ 109125 w 230063"/>
                <a:gd name="connsiteY19" fmla="*/ 22745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0063" h="286826">
                  <a:moveTo>
                    <a:pt x="230063" y="281006"/>
                  </a:moveTo>
                  <a:lnTo>
                    <a:pt x="230063" y="96230"/>
                  </a:lnTo>
                  <a:cubicBezTo>
                    <a:pt x="230063" y="33836"/>
                    <a:pt x="187470" y="0"/>
                    <a:pt x="117985" y="0"/>
                  </a:cubicBezTo>
                  <a:cubicBezTo>
                    <a:pt x="81222" y="0"/>
                    <a:pt x="52619" y="9313"/>
                    <a:pt x="22773" y="28015"/>
                  </a:cubicBezTo>
                  <a:lnTo>
                    <a:pt x="50210" y="76984"/>
                  </a:lnTo>
                  <a:cubicBezTo>
                    <a:pt x="71817" y="64179"/>
                    <a:pt x="92258" y="58902"/>
                    <a:pt x="113866" y="58902"/>
                  </a:cubicBezTo>
                  <a:cubicBezTo>
                    <a:pt x="144256" y="58902"/>
                    <a:pt x="161122" y="69379"/>
                    <a:pt x="161122" y="95066"/>
                  </a:cubicBezTo>
                  <a:lnTo>
                    <a:pt x="161122" y="109655"/>
                  </a:lnTo>
                  <a:cubicBezTo>
                    <a:pt x="143012" y="100886"/>
                    <a:pt x="124902" y="98558"/>
                    <a:pt x="107415" y="98558"/>
                  </a:cubicBezTo>
                  <a:cubicBezTo>
                    <a:pt x="41427" y="98558"/>
                    <a:pt x="0" y="131229"/>
                    <a:pt x="0" y="191218"/>
                  </a:cubicBezTo>
                  <a:cubicBezTo>
                    <a:pt x="0" y="251206"/>
                    <a:pt x="42593" y="286827"/>
                    <a:pt x="96922" y="286827"/>
                  </a:cubicBezTo>
                  <a:cubicBezTo>
                    <a:pt x="123814" y="286827"/>
                    <a:pt x="144800" y="278057"/>
                    <a:pt x="161122" y="261760"/>
                  </a:cubicBezTo>
                  <a:lnTo>
                    <a:pt x="161122" y="281006"/>
                  </a:lnTo>
                  <a:lnTo>
                    <a:pt x="229985" y="281006"/>
                  </a:lnTo>
                  <a:close/>
                  <a:moveTo>
                    <a:pt x="109202" y="227382"/>
                  </a:moveTo>
                  <a:cubicBezTo>
                    <a:pt x="83476" y="227382"/>
                    <a:pt x="70107" y="210464"/>
                    <a:pt x="70107" y="189511"/>
                  </a:cubicBezTo>
                  <a:cubicBezTo>
                    <a:pt x="70107" y="167393"/>
                    <a:pt x="84719" y="153968"/>
                    <a:pt x="115032" y="153968"/>
                  </a:cubicBezTo>
                  <a:cubicBezTo>
                    <a:pt x="129022" y="153968"/>
                    <a:pt x="147132" y="156917"/>
                    <a:pt x="161122" y="165608"/>
                  </a:cubicBezTo>
                  <a:lnTo>
                    <a:pt x="161122" y="200608"/>
                  </a:lnTo>
                  <a:cubicBezTo>
                    <a:pt x="145966" y="222725"/>
                    <a:pt x="122571" y="227459"/>
                    <a:pt x="109125" y="22745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4E98DCD5-4D04-6484-8BFC-18DD839F37AC}"/>
                </a:ext>
              </a:extLst>
            </p:cNvPr>
            <p:cNvSpPr/>
            <p:nvPr/>
          </p:nvSpPr>
          <p:spPr bwMode="invGray">
            <a:xfrm>
              <a:off x="1340728" y="4260755"/>
              <a:ext cx="284392" cy="378322"/>
            </a:xfrm>
            <a:custGeom>
              <a:avLst/>
              <a:gdLst>
                <a:gd name="connsiteX0" fmla="*/ 144800 w 284392"/>
                <a:gd name="connsiteY0" fmla="*/ 308944 h 378322"/>
                <a:gd name="connsiteX1" fmla="*/ 51376 w 284392"/>
                <a:gd name="connsiteY1" fmla="*/ 266960 h 378322"/>
                <a:gd name="connsiteX2" fmla="*/ 0 w 284392"/>
                <a:gd name="connsiteY2" fmla="*/ 312436 h 378322"/>
                <a:gd name="connsiteX3" fmla="*/ 146587 w 284392"/>
                <a:gd name="connsiteY3" fmla="*/ 378322 h 378322"/>
                <a:gd name="connsiteX4" fmla="*/ 284392 w 284392"/>
                <a:gd name="connsiteY4" fmla="*/ 262304 h 378322"/>
                <a:gd name="connsiteX5" fmla="*/ 251126 w 284392"/>
                <a:gd name="connsiteY5" fmla="*/ 185941 h 378322"/>
                <a:gd name="connsiteX6" fmla="*/ 161821 w 284392"/>
                <a:gd name="connsiteY6" fmla="*/ 149234 h 378322"/>
                <a:gd name="connsiteX7" fmla="*/ 102829 w 284392"/>
                <a:gd name="connsiteY7" fmla="*/ 129988 h 378322"/>
                <a:gd name="connsiteX8" fmla="*/ 87673 w 284392"/>
                <a:gd name="connsiteY8" fmla="*/ 104922 h 378322"/>
                <a:gd name="connsiteX9" fmla="*/ 141380 w 284392"/>
                <a:gd name="connsiteY9" fmla="*/ 69379 h 378322"/>
                <a:gd name="connsiteX10" fmla="*/ 224856 w 284392"/>
                <a:gd name="connsiteY10" fmla="*/ 106706 h 378322"/>
                <a:gd name="connsiteX11" fmla="*/ 276231 w 284392"/>
                <a:gd name="connsiteY11" fmla="*/ 56574 h 378322"/>
                <a:gd name="connsiteX12" fmla="*/ 146043 w 284392"/>
                <a:gd name="connsiteY12" fmla="*/ 0 h 378322"/>
                <a:gd name="connsiteX13" fmla="*/ 14068 w 284392"/>
                <a:gd name="connsiteY13" fmla="*/ 109035 h 378322"/>
                <a:gd name="connsiteX14" fmla="*/ 45624 w 284392"/>
                <a:gd name="connsiteY14" fmla="*/ 182526 h 378322"/>
                <a:gd name="connsiteX15" fmla="*/ 129100 w 284392"/>
                <a:gd name="connsiteY15" fmla="*/ 216362 h 378322"/>
                <a:gd name="connsiteX16" fmla="*/ 188636 w 284392"/>
                <a:gd name="connsiteY16" fmla="*/ 234444 h 378322"/>
                <a:gd name="connsiteX17" fmla="*/ 210243 w 284392"/>
                <a:gd name="connsiteY17" fmla="*/ 264166 h 378322"/>
                <a:gd name="connsiteX18" fmla="*/ 144878 w 284392"/>
                <a:gd name="connsiteY18" fmla="*/ 309022 h 378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84392" h="378322">
                  <a:moveTo>
                    <a:pt x="144800" y="308944"/>
                  </a:moveTo>
                  <a:cubicBezTo>
                    <a:pt x="109746" y="308944"/>
                    <a:pt x="75315" y="295518"/>
                    <a:pt x="51376" y="266960"/>
                  </a:cubicBezTo>
                  <a:lnTo>
                    <a:pt x="0" y="312436"/>
                  </a:lnTo>
                  <a:cubicBezTo>
                    <a:pt x="33266" y="361405"/>
                    <a:pt x="92802" y="378322"/>
                    <a:pt x="146587" y="378322"/>
                  </a:cubicBezTo>
                  <a:cubicBezTo>
                    <a:pt x="221358" y="378322"/>
                    <a:pt x="284392" y="345108"/>
                    <a:pt x="284392" y="262304"/>
                  </a:cubicBezTo>
                  <a:cubicBezTo>
                    <a:pt x="284392" y="227925"/>
                    <a:pt x="273278" y="204023"/>
                    <a:pt x="251126" y="185941"/>
                  </a:cubicBezTo>
                  <a:cubicBezTo>
                    <a:pt x="226021" y="165531"/>
                    <a:pt x="195087" y="157925"/>
                    <a:pt x="161821" y="149234"/>
                  </a:cubicBezTo>
                  <a:cubicBezTo>
                    <a:pt x="133763" y="142249"/>
                    <a:pt x="115731" y="136972"/>
                    <a:pt x="102829" y="129988"/>
                  </a:cubicBezTo>
                  <a:cubicBezTo>
                    <a:pt x="91714" y="123547"/>
                    <a:pt x="87673" y="116019"/>
                    <a:pt x="87673" y="104922"/>
                  </a:cubicBezTo>
                  <a:cubicBezTo>
                    <a:pt x="87673" y="79234"/>
                    <a:pt x="110446" y="69379"/>
                    <a:pt x="141380" y="69379"/>
                  </a:cubicBezTo>
                  <a:cubicBezTo>
                    <a:pt x="177599" y="69379"/>
                    <a:pt x="200917" y="82804"/>
                    <a:pt x="224856" y="106706"/>
                  </a:cubicBezTo>
                  <a:lnTo>
                    <a:pt x="276231" y="56574"/>
                  </a:lnTo>
                  <a:cubicBezTo>
                    <a:pt x="243509" y="23359"/>
                    <a:pt x="202626" y="0"/>
                    <a:pt x="146043" y="0"/>
                  </a:cubicBezTo>
                  <a:cubicBezTo>
                    <a:pt x="80678" y="0"/>
                    <a:pt x="14068" y="31508"/>
                    <a:pt x="14068" y="109035"/>
                  </a:cubicBezTo>
                  <a:cubicBezTo>
                    <a:pt x="14068" y="134101"/>
                    <a:pt x="21063" y="162659"/>
                    <a:pt x="45624" y="182526"/>
                  </a:cubicBezTo>
                  <a:cubicBezTo>
                    <a:pt x="70185" y="202315"/>
                    <a:pt x="109824" y="211706"/>
                    <a:pt x="129100" y="216362"/>
                  </a:cubicBezTo>
                  <a:cubicBezTo>
                    <a:pt x="160034" y="223967"/>
                    <a:pt x="175812" y="228002"/>
                    <a:pt x="188636" y="234444"/>
                  </a:cubicBezTo>
                  <a:cubicBezTo>
                    <a:pt x="206124" y="243213"/>
                    <a:pt x="210243" y="253689"/>
                    <a:pt x="210243" y="264166"/>
                  </a:cubicBezTo>
                  <a:cubicBezTo>
                    <a:pt x="210243" y="290397"/>
                    <a:pt x="186304" y="309022"/>
                    <a:pt x="144878" y="309022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27AFDB20-E78A-4D84-5484-F22C3CE568FA}"/>
                </a:ext>
              </a:extLst>
            </p:cNvPr>
            <p:cNvSpPr/>
            <p:nvPr/>
          </p:nvSpPr>
          <p:spPr bwMode="invGray">
            <a:xfrm>
              <a:off x="4818877" y="4352329"/>
              <a:ext cx="177521" cy="281006"/>
            </a:xfrm>
            <a:custGeom>
              <a:avLst/>
              <a:gdLst>
                <a:gd name="connsiteX0" fmla="*/ 68864 w 177521"/>
                <a:gd name="connsiteY0" fmla="*/ 131074 h 281006"/>
                <a:gd name="connsiteX1" fmla="*/ 109669 w 177521"/>
                <a:gd name="connsiteY1" fmla="*/ 70465 h 281006"/>
                <a:gd name="connsiteX2" fmla="*/ 149386 w 177521"/>
                <a:gd name="connsiteY2" fmla="*/ 87383 h 281006"/>
                <a:gd name="connsiteX3" fmla="*/ 177522 w 177521"/>
                <a:gd name="connsiteY3" fmla="*/ 18625 h 281006"/>
                <a:gd name="connsiteX4" fmla="*/ 126690 w 177521"/>
                <a:gd name="connsiteY4" fmla="*/ 0 h 281006"/>
                <a:gd name="connsiteX5" fmla="*/ 68864 w 177521"/>
                <a:gd name="connsiteY5" fmla="*/ 25066 h 281006"/>
                <a:gd name="connsiteX6" fmla="*/ 68864 w 177521"/>
                <a:gd name="connsiteY6" fmla="*/ 5820 h 281006"/>
                <a:gd name="connsiteX7" fmla="*/ 0 w 177521"/>
                <a:gd name="connsiteY7" fmla="*/ 5820 h 281006"/>
                <a:gd name="connsiteX8" fmla="*/ 0 w 177521"/>
                <a:gd name="connsiteY8" fmla="*/ 281006 h 281006"/>
                <a:gd name="connsiteX9" fmla="*/ 68864 w 177521"/>
                <a:gd name="connsiteY9" fmla="*/ 281006 h 281006"/>
                <a:gd name="connsiteX10" fmla="*/ 68864 w 177521"/>
                <a:gd name="connsiteY10" fmla="*/ 131152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7521" h="281006">
                  <a:moveTo>
                    <a:pt x="68864" y="131074"/>
                  </a:moveTo>
                  <a:cubicBezTo>
                    <a:pt x="68864" y="97859"/>
                    <a:pt x="76947" y="70465"/>
                    <a:pt x="109669" y="70465"/>
                  </a:cubicBezTo>
                  <a:cubicBezTo>
                    <a:pt x="126612" y="70465"/>
                    <a:pt x="138893" y="77449"/>
                    <a:pt x="149386" y="87383"/>
                  </a:cubicBezTo>
                  <a:lnTo>
                    <a:pt x="177522" y="18625"/>
                  </a:lnTo>
                  <a:cubicBezTo>
                    <a:pt x="162910" y="5820"/>
                    <a:pt x="145966" y="0"/>
                    <a:pt x="126690" y="0"/>
                  </a:cubicBezTo>
                  <a:cubicBezTo>
                    <a:pt x="104539" y="0"/>
                    <a:pt x="84642" y="9312"/>
                    <a:pt x="68864" y="25066"/>
                  </a:cubicBezTo>
                  <a:lnTo>
                    <a:pt x="68864" y="5820"/>
                  </a:lnTo>
                  <a:lnTo>
                    <a:pt x="0" y="5820"/>
                  </a:lnTo>
                  <a:lnTo>
                    <a:pt x="0" y="281006"/>
                  </a:lnTo>
                  <a:lnTo>
                    <a:pt x="68864" y="281006"/>
                  </a:lnTo>
                  <a:lnTo>
                    <a:pt x="68864" y="131152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6FDBFCB9-3339-B610-EE3F-2984892F5842}"/>
                </a:ext>
              </a:extLst>
            </p:cNvPr>
            <p:cNvSpPr/>
            <p:nvPr/>
          </p:nvSpPr>
          <p:spPr bwMode="invGray">
            <a:xfrm>
              <a:off x="5810324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295D1E05-F6B2-E183-8A01-DF1F2414E101}"/>
                </a:ext>
              </a:extLst>
            </p:cNvPr>
            <p:cNvSpPr/>
            <p:nvPr/>
          </p:nvSpPr>
          <p:spPr bwMode="invGray">
            <a:xfrm>
              <a:off x="5379966" y="4358382"/>
              <a:ext cx="398257" cy="275185"/>
            </a:xfrm>
            <a:custGeom>
              <a:avLst/>
              <a:gdLst>
                <a:gd name="connsiteX0" fmla="*/ 279107 w 398257"/>
                <a:gd name="connsiteY0" fmla="*/ 159710 h 275185"/>
                <a:gd name="connsiteX1" fmla="*/ 232395 w 398257"/>
                <a:gd name="connsiteY1" fmla="*/ 0 h 275185"/>
                <a:gd name="connsiteX2" fmla="*/ 167651 w 398257"/>
                <a:gd name="connsiteY2" fmla="*/ 0 h 275185"/>
                <a:gd name="connsiteX3" fmla="*/ 120939 w 398257"/>
                <a:gd name="connsiteY3" fmla="*/ 159710 h 275185"/>
                <a:gd name="connsiteX4" fmla="*/ 79434 w 398257"/>
                <a:gd name="connsiteY4" fmla="*/ 0 h 275185"/>
                <a:gd name="connsiteX5" fmla="*/ 0 w 398257"/>
                <a:gd name="connsiteY5" fmla="*/ 0 h 275185"/>
                <a:gd name="connsiteX6" fmla="*/ 86429 w 398257"/>
                <a:gd name="connsiteY6" fmla="*/ 275186 h 275185"/>
                <a:gd name="connsiteX7" fmla="*/ 151873 w 398257"/>
                <a:gd name="connsiteY7" fmla="*/ 275186 h 275185"/>
                <a:gd name="connsiteX8" fmla="*/ 199129 w 398257"/>
                <a:gd name="connsiteY8" fmla="*/ 107870 h 275185"/>
                <a:gd name="connsiteX9" fmla="*/ 245841 w 398257"/>
                <a:gd name="connsiteY9" fmla="*/ 275186 h 275185"/>
                <a:gd name="connsiteX10" fmla="*/ 311285 w 398257"/>
                <a:gd name="connsiteY10" fmla="*/ 275186 h 275185"/>
                <a:gd name="connsiteX11" fmla="*/ 398258 w 398257"/>
                <a:gd name="connsiteY11" fmla="*/ 0 h 275185"/>
                <a:gd name="connsiteX12" fmla="*/ 321156 w 398257"/>
                <a:gd name="connsiteY12" fmla="*/ 0 h 275185"/>
                <a:gd name="connsiteX13" fmla="*/ 279107 w 398257"/>
                <a:gd name="connsiteY13" fmla="*/ 159710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8257" h="275185">
                  <a:moveTo>
                    <a:pt x="279107" y="159710"/>
                  </a:moveTo>
                  <a:lnTo>
                    <a:pt x="232395" y="0"/>
                  </a:lnTo>
                  <a:lnTo>
                    <a:pt x="167651" y="0"/>
                  </a:lnTo>
                  <a:lnTo>
                    <a:pt x="120939" y="159710"/>
                  </a:lnTo>
                  <a:lnTo>
                    <a:pt x="79434" y="0"/>
                  </a:lnTo>
                  <a:lnTo>
                    <a:pt x="0" y="0"/>
                  </a:lnTo>
                  <a:lnTo>
                    <a:pt x="86429" y="275186"/>
                  </a:lnTo>
                  <a:lnTo>
                    <a:pt x="151873" y="275186"/>
                  </a:lnTo>
                  <a:lnTo>
                    <a:pt x="199129" y="107870"/>
                  </a:lnTo>
                  <a:lnTo>
                    <a:pt x="245841" y="275186"/>
                  </a:lnTo>
                  <a:lnTo>
                    <a:pt x="311285" y="275186"/>
                  </a:lnTo>
                  <a:lnTo>
                    <a:pt x="398258" y="0"/>
                  </a:lnTo>
                  <a:lnTo>
                    <a:pt x="321156" y="0"/>
                  </a:lnTo>
                  <a:lnTo>
                    <a:pt x="279107" y="15971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BBBB53DB-64E3-1F67-86F1-0DC5164D0F30}"/>
                </a:ext>
              </a:extLst>
            </p:cNvPr>
            <p:cNvSpPr/>
            <p:nvPr/>
          </p:nvSpPr>
          <p:spPr bwMode="invGray">
            <a:xfrm>
              <a:off x="5815609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4FB22AAE-D167-F29D-65EE-C99C1BA85C62}"/>
                </a:ext>
              </a:extLst>
            </p:cNvPr>
            <p:cNvSpPr/>
            <p:nvPr/>
          </p:nvSpPr>
          <p:spPr bwMode="invGray">
            <a:xfrm>
              <a:off x="6582279" y="4352561"/>
              <a:ext cx="240555" cy="286904"/>
            </a:xfrm>
            <a:custGeom>
              <a:avLst/>
              <a:gdLst>
                <a:gd name="connsiteX0" fmla="*/ 131975 w 240555"/>
                <a:gd name="connsiteY0" fmla="*/ 218069 h 286904"/>
                <a:gd name="connsiteX1" fmla="*/ 73605 w 240555"/>
                <a:gd name="connsiteY1" fmla="*/ 142870 h 286904"/>
                <a:gd name="connsiteX2" fmla="*/ 131431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5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5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5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1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19" y="0"/>
                    <a:pt x="131975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5" y="204721"/>
                    <a:pt x="157080" y="218146"/>
                    <a:pt x="131975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0D4EAA45-B471-81C1-182D-B43E51F0E0E0}"/>
                </a:ext>
              </a:extLst>
            </p:cNvPr>
            <p:cNvSpPr/>
            <p:nvPr/>
          </p:nvSpPr>
          <p:spPr bwMode="invGray">
            <a:xfrm>
              <a:off x="7751870" y="4251132"/>
              <a:ext cx="247007" cy="388255"/>
            </a:xfrm>
            <a:custGeom>
              <a:avLst/>
              <a:gdLst>
                <a:gd name="connsiteX0" fmla="*/ 175734 w 247007"/>
                <a:gd name="connsiteY0" fmla="*/ 123547 h 388255"/>
                <a:gd name="connsiteX1" fmla="*/ 111534 w 247007"/>
                <a:gd name="connsiteY1" fmla="*/ 101429 h 388255"/>
                <a:gd name="connsiteX2" fmla="*/ 0 w 247007"/>
                <a:gd name="connsiteY2" fmla="*/ 242514 h 388255"/>
                <a:gd name="connsiteX3" fmla="*/ 113244 w 247007"/>
                <a:gd name="connsiteY3" fmla="*/ 388256 h 388255"/>
                <a:gd name="connsiteX4" fmla="*/ 175734 w 247007"/>
                <a:gd name="connsiteY4" fmla="*/ 364354 h 388255"/>
                <a:gd name="connsiteX5" fmla="*/ 175734 w 247007"/>
                <a:gd name="connsiteY5" fmla="*/ 382436 h 388255"/>
                <a:gd name="connsiteX6" fmla="*/ 247007 w 247007"/>
                <a:gd name="connsiteY6" fmla="*/ 382436 h 388255"/>
                <a:gd name="connsiteX7" fmla="*/ 247007 w 247007"/>
                <a:gd name="connsiteY7" fmla="*/ 0 h 388255"/>
                <a:gd name="connsiteX8" fmla="*/ 175734 w 247007"/>
                <a:gd name="connsiteY8" fmla="*/ 35543 h 388255"/>
                <a:gd name="connsiteX9" fmla="*/ 175734 w 247007"/>
                <a:gd name="connsiteY9" fmla="*/ 123547 h 388255"/>
                <a:gd name="connsiteX10" fmla="*/ 175734 w 247007"/>
                <a:gd name="connsiteY10" fmla="*/ 297303 h 388255"/>
                <a:gd name="connsiteX11" fmla="*/ 127856 w 247007"/>
                <a:gd name="connsiteY11" fmla="*/ 321206 h 388255"/>
                <a:gd name="connsiteX12" fmla="*/ 74693 w 247007"/>
                <a:gd name="connsiteY12" fmla="*/ 240186 h 388255"/>
                <a:gd name="connsiteX13" fmla="*/ 126069 w 247007"/>
                <a:gd name="connsiteY13" fmla="*/ 168480 h 388255"/>
                <a:gd name="connsiteX14" fmla="*/ 175734 w 247007"/>
                <a:gd name="connsiteY14" fmla="*/ 192382 h 388255"/>
                <a:gd name="connsiteX15" fmla="*/ 175734 w 247007"/>
                <a:gd name="connsiteY15" fmla="*/ 297303 h 388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7007" h="388255">
                  <a:moveTo>
                    <a:pt x="175734" y="123547"/>
                  </a:moveTo>
                  <a:cubicBezTo>
                    <a:pt x="158246" y="107793"/>
                    <a:pt x="135473" y="101429"/>
                    <a:pt x="111534" y="101429"/>
                  </a:cubicBezTo>
                  <a:cubicBezTo>
                    <a:pt x="39717" y="101429"/>
                    <a:pt x="0" y="159167"/>
                    <a:pt x="0" y="242514"/>
                  </a:cubicBezTo>
                  <a:cubicBezTo>
                    <a:pt x="0" y="319498"/>
                    <a:pt x="33888" y="388256"/>
                    <a:pt x="113244" y="388256"/>
                  </a:cubicBezTo>
                  <a:cubicBezTo>
                    <a:pt x="138349" y="388256"/>
                    <a:pt x="152339" y="381271"/>
                    <a:pt x="175734" y="364354"/>
                  </a:cubicBezTo>
                  <a:lnTo>
                    <a:pt x="175734" y="382436"/>
                  </a:lnTo>
                  <a:lnTo>
                    <a:pt x="247007" y="382436"/>
                  </a:lnTo>
                  <a:lnTo>
                    <a:pt x="247007" y="0"/>
                  </a:lnTo>
                  <a:lnTo>
                    <a:pt x="175734" y="35543"/>
                  </a:lnTo>
                  <a:lnTo>
                    <a:pt x="175734" y="123547"/>
                  </a:lnTo>
                  <a:close/>
                  <a:moveTo>
                    <a:pt x="175734" y="297303"/>
                  </a:moveTo>
                  <a:cubicBezTo>
                    <a:pt x="161744" y="312436"/>
                    <a:pt x="147676" y="321206"/>
                    <a:pt x="127856" y="321206"/>
                  </a:cubicBezTo>
                  <a:cubicBezTo>
                    <a:pt x="87595" y="321206"/>
                    <a:pt x="74693" y="284499"/>
                    <a:pt x="74693" y="240186"/>
                  </a:cubicBezTo>
                  <a:cubicBezTo>
                    <a:pt x="74693" y="201151"/>
                    <a:pt x="84642" y="168480"/>
                    <a:pt x="126069" y="168480"/>
                  </a:cubicBezTo>
                  <a:cubicBezTo>
                    <a:pt x="145888" y="168480"/>
                    <a:pt x="160500" y="176085"/>
                    <a:pt x="175734" y="192382"/>
                  </a:cubicBezTo>
                  <a:lnTo>
                    <a:pt x="175734" y="297303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200C22C4-EE1B-359C-CE4D-BC5AC4B57A6F}"/>
                </a:ext>
              </a:extLst>
            </p:cNvPr>
            <p:cNvSpPr/>
            <p:nvPr/>
          </p:nvSpPr>
          <p:spPr bwMode="invGray">
            <a:xfrm>
              <a:off x="8325162" y="4352561"/>
              <a:ext cx="237757" cy="281083"/>
            </a:xfrm>
            <a:custGeom>
              <a:avLst/>
              <a:gdLst>
                <a:gd name="connsiteX0" fmla="*/ 138426 w 237757"/>
                <a:gd name="connsiteY0" fmla="*/ 0 h 281083"/>
                <a:gd name="connsiteX1" fmla="*/ 71273 w 237757"/>
                <a:gd name="connsiteY1" fmla="*/ 24523 h 281083"/>
                <a:gd name="connsiteX2" fmla="*/ 71273 w 237757"/>
                <a:gd name="connsiteY2" fmla="*/ 5898 h 281083"/>
                <a:gd name="connsiteX3" fmla="*/ 0 w 237757"/>
                <a:gd name="connsiteY3" fmla="*/ 5898 h 281083"/>
                <a:gd name="connsiteX4" fmla="*/ 0 w 237757"/>
                <a:gd name="connsiteY4" fmla="*/ 281084 h 281083"/>
                <a:gd name="connsiteX5" fmla="*/ 71273 w 237757"/>
                <a:gd name="connsiteY5" fmla="*/ 281084 h 281083"/>
                <a:gd name="connsiteX6" fmla="*/ 71273 w 237757"/>
                <a:gd name="connsiteY6" fmla="*/ 129522 h 281083"/>
                <a:gd name="connsiteX7" fmla="*/ 119151 w 237757"/>
                <a:gd name="connsiteY7" fmla="*/ 67128 h 281083"/>
                <a:gd name="connsiteX8" fmla="*/ 166485 w 237757"/>
                <a:gd name="connsiteY8" fmla="*/ 131229 h 281083"/>
                <a:gd name="connsiteX9" fmla="*/ 166485 w 237757"/>
                <a:gd name="connsiteY9" fmla="*/ 281084 h 281083"/>
                <a:gd name="connsiteX10" fmla="*/ 237758 w 237757"/>
                <a:gd name="connsiteY10" fmla="*/ 281084 h 281083"/>
                <a:gd name="connsiteX11" fmla="*/ 237758 w 237757"/>
                <a:gd name="connsiteY11" fmla="*/ 125409 h 281083"/>
                <a:gd name="connsiteX12" fmla="*/ 138504 w 237757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757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85" y="92815"/>
                    <a:pt x="166485" y="131229"/>
                  </a:cubicBezTo>
                  <a:lnTo>
                    <a:pt x="166485" y="281084"/>
                  </a:lnTo>
                  <a:lnTo>
                    <a:pt x="237758" y="281084"/>
                  </a:lnTo>
                  <a:lnTo>
                    <a:pt x="237758" y="125409"/>
                  </a:lnTo>
                  <a:cubicBezTo>
                    <a:pt x="237758" y="57816"/>
                    <a:pt x="213197" y="78"/>
                    <a:pt x="138504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086D4F8A-DB0A-7D02-424E-0B5B77F2B350}"/>
                </a:ext>
              </a:extLst>
            </p:cNvPr>
            <p:cNvSpPr/>
            <p:nvPr/>
          </p:nvSpPr>
          <p:spPr bwMode="invGray">
            <a:xfrm>
              <a:off x="8041469" y="4352561"/>
              <a:ext cx="238846" cy="286904"/>
            </a:xfrm>
            <a:custGeom>
              <a:avLst/>
              <a:gdLst>
                <a:gd name="connsiteX0" fmla="*/ 122027 w 238846"/>
                <a:gd name="connsiteY0" fmla="*/ 0 h 286904"/>
                <a:gd name="connsiteX1" fmla="*/ 0 w 238846"/>
                <a:gd name="connsiteY1" fmla="*/ 144034 h 286904"/>
                <a:gd name="connsiteX2" fmla="*/ 126690 w 238846"/>
                <a:gd name="connsiteY2" fmla="*/ 286904 h 286904"/>
                <a:gd name="connsiteX3" fmla="*/ 226566 w 238846"/>
                <a:gd name="connsiteY3" fmla="*/ 243213 h 286904"/>
                <a:gd name="connsiteX4" fmla="*/ 177522 w 238846"/>
                <a:gd name="connsiteY4" fmla="*/ 201850 h 286904"/>
                <a:gd name="connsiteX5" fmla="*/ 129644 w 238846"/>
                <a:gd name="connsiteY5" fmla="*/ 221095 h 286904"/>
                <a:gd name="connsiteX6" fmla="*/ 70651 w 238846"/>
                <a:gd name="connsiteY6" fmla="*/ 166850 h 286904"/>
                <a:gd name="connsiteX7" fmla="*/ 237680 w 238846"/>
                <a:gd name="connsiteY7" fmla="*/ 166850 h 286904"/>
                <a:gd name="connsiteX8" fmla="*/ 238846 w 238846"/>
                <a:gd name="connsiteY8" fmla="*/ 142948 h 286904"/>
                <a:gd name="connsiteX9" fmla="*/ 122027 w 238846"/>
                <a:gd name="connsiteY9" fmla="*/ 78 h 286904"/>
                <a:gd name="connsiteX10" fmla="*/ 71817 w 238846"/>
                <a:gd name="connsiteY10" fmla="*/ 113070 h 286904"/>
                <a:gd name="connsiteX11" fmla="*/ 119695 w 238846"/>
                <a:gd name="connsiteY11" fmla="*/ 61152 h 286904"/>
                <a:gd name="connsiteX12" fmla="*/ 169905 w 238846"/>
                <a:gd name="connsiteY12" fmla="*/ 113070 h 286904"/>
                <a:gd name="connsiteX13" fmla="*/ 71817 w 238846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6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2" y="215818"/>
                    <a:pt x="147131" y="221095"/>
                    <a:pt x="129644" y="221095"/>
                  </a:cubicBezTo>
                  <a:cubicBezTo>
                    <a:pt x="99876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6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94C267D8-E263-791B-FC7F-AC05B6EBDEBB}"/>
                </a:ext>
              </a:extLst>
            </p:cNvPr>
            <p:cNvSpPr/>
            <p:nvPr/>
          </p:nvSpPr>
          <p:spPr bwMode="invGray">
            <a:xfrm>
              <a:off x="8867054" y="4352561"/>
              <a:ext cx="238845" cy="286904"/>
            </a:xfrm>
            <a:custGeom>
              <a:avLst/>
              <a:gdLst>
                <a:gd name="connsiteX0" fmla="*/ 122026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1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6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6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1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4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6" y="78"/>
                  </a:cubicBezTo>
                  <a:close/>
                  <a:moveTo>
                    <a:pt x="71817" y="113070"/>
                  </a:moveTo>
                  <a:cubicBezTo>
                    <a:pt x="73604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BB5A9300-B3D2-682F-EF0B-BBE6E56376AF}"/>
                </a:ext>
              </a:extLst>
            </p:cNvPr>
            <p:cNvSpPr/>
            <p:nvPr/>
          </p:nvSpPr>
          <p:spPr bwMode="invGray">
            <a:xfrm>
              <a:off x="4999974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3036C2B0-BC7A-9A66-AEC5-4FDBBD21AA52}"/>
                </a:ext>
              </a:extLst>
            </p:cNvPr>
            <p:cNvSpPr/>
            <p:nvPr/>
          </p:nvSpPr>
          <p:spPr bwMode="invGray">
            <a:xfrm>
              <a:off x="3424508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B05B6A33-51A5-8AAA-66C8-342CAE7237B6}"/>
                </a:ext>
              </a:extLst>
            </p:cNvPr>
            <p:cNvSpPr/>
            <p:nvPr/>
          </p:nvSpPr>
          <p:spPr bwMode="invGray">
            <a:xfrm>
              <a:off x="2512417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6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1" y="215818"/>
                    <a:pt x="147132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07A01657-AC3F-4E3A-84E5-6D427BF47F42}"/>
                </a:ext>
              </a:extLst>
            </p:cNvPr>
            <p:cNvSpPr/>
            <p:nvPr/>
          </p:nvSpPr>
          <p:spPr bwMode="invGray">
            <a:xfrm>
              <a:off x="4536739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F54515EE-33C0-F0EA-2EBE-952A07177B09}"/>
                </a:ext>
              </a:extLst>
            </p:cNvPr>
            <p:cNvSpPr/>
            <p:nvPr/>
          </p:nvSpPr>
          <p:spPr bwMode="invGray">
            <a:xfrm>
              <a:off x="4026014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FBE89F94-59A0-B3EC-0A6F-8D9FBCAF86E3}"/>
                </a:ext>
              </a:extLst>
            </p:cNvPr>
            <p:cNvSpPr/>
            <p:nvPr/>
          </p:nvSpPr>
          <p:spPr bwMode="invGray">
            <a:xfrm>
              <a:off x="8604890" y="4352561"/>
              <a:ext cx="240555" cy="286904"/>
            </a:xfrm>
            <a:custGeom>
              <a:avLst/>
              <a:gdLst>
                <a:gd name="connsiteX0" fmla="*/ 131976 w 240555"/>
                <a:gd name="connsiteY0" fmla="*/ 218069 h 286904"/>
                <a:gd name="connsiteX1" fmla="*/ 73605 w 240555"/>
                <a:gd name="connsiteY1" fmla="*/ 142870 h 286904"/>
                <a:gd name="connsiteX2" fmla="*/ 131432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6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6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6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2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20" y="0"/>
                    <a:pt x="131976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6" y="204721"/>
                    <a:pt x="157080" y="218146"/>
                    <a:pt x="131976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D47CFE8F-9CDE-2406-CA3D-35FB10378B98}"/>
                </a:ext>
              </a:extLst>
            </p:cNvPr>
            <p:cNvSpPr/>
            <p:nvPr/>
          </p:nvSpPr>
          <p:spPr bwMode="invGray">
            <a:xfrm>
              <a:off x="6846230" y="4352561"/>
              <a:ext cx="258043" cy="286826"/>
            </a:xfrm>
            <a:custGeom>
              <a:avLst/>
              <a:gdLst>
                <a:gd name="connsiteX0" fmla="*/ 129022 w 258043"/>
                <a:gd name="connsiteY0" fmla="*/ 0 h 286826"/>
                <a:gd name="connsiteX1" fmla="*/ 0 w 258043"/>
                <a:gd name="connsiteY1" fmla="*/ 143413 h 286826"/>
                <a:gd name="connsiteX2" fmla="*/ 129022 w 258043"/>
                <a:gd name="connsiteY2" fmla="*/ 286827 h 286826"/>
                <a:gd name="connsiteX3" fmla="*/ 258043 w 258043"/>
                <a:gd name="connsiteY3" fmla="*/ 143413 h 286826"/>
                <a:gd name="connsiteX4" fmla="*/ 129022 w 258043"/>
                <a:gd name="connsiteY4" fmla="*/ 0 h 286826"/>
                <a:gd name="connsiteX5" fmla="*/ 129022 w 258043"/>
                <a:gd name="connsiteY5" fmla="*/ 218069 h 286826"/>
                <a:gd name="connsiteX6" fmla="*/ 73527 w 258043"/>
                <a:gd name="connsiteY6" fmla="*/ 143413 h 286826"/>
                <a:gd name="connsiteX7" fmla="*/ 129022 w 258043"/>
                <a:gd name="connsiteY7" fmla="*/ 68215 h 286826"/>
                <a:gd name="connsiteX8" fmla="*/ 184517 w 258043"/>
                <a:gd name="connsiteY8" fmla="*/ 143413 h 286826"/>
                <a:gd name="connsiteX9" fmla="*/ 129022 w 258043"/>
                <a:gd name="connsiteY9" fmla="*/ 21806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8043" h="286826">
                  <a:moveTo>
                    <a:pt x="129022" y="0"/>
                  </a:moveTo>
                  <a:cubicBezTo>
                    <a:pt x="49588" y="0"/>
                    <a:pt x="0" y="62394"/>
                    <a:pt x="0" y="143413"/>
                  </a:cubicBezTo>
                  <a:cubicBezTo>
                    <a:pt x="0" y="228546"/>
                    <a:pt x="54329" y="286827"/>
                    <a:pt x="129022" y="286827"/>
                  </a:cubicBezTo>
                  <a:cubicBezTo>
                    <a:pt x="203714" y="286827"/>
                    <a:pt x="258043" y="228546"/>
                    <a:pt x="258043" y="143413"/>
                  </a:cubicBezTo>
                  <a:cubicBezTo>
                    <a:pt x="258043" y="58281"/>
                    <a:pt x="208378" y="0"/>
                    <a:pt x="129022" y="0"/>
                  </a:cubicBezTo>
                  <a:close/>
                  <a:moveTo>
                    <a:pt x="129022" y="218069"/>
                  </a:moveTo>
                  <a:cubicBezTo>
                    <a:pt x="83476" y="218069"/>
                    <a:pt x="73527" y="174378"/>
                    <a:pt x="73527" y="143413"/>
                  </a:cubicBezTo>
                  <a:cubicBezTo>
                    <a:pt x="73527" y="100886"/>
                    <a:pt x="91015" y="68215"/>
                    <a:pt x="129022" y="68215"/>
                  </a:cubicBezTo>
                  <a:cubicBezTo>
                    <a:pt x="167029" y="68215"/>
                    <a:pt x="184517" y="100886"/>
                    <a:pt x="184517" y="143413"/>
                  </a:cubicBezTo>
                  <a:cubicBezTo>
                    <a:pt x="184517" y="174300"/>
                    <a:pt x="174568" y="218069"/>
                    <a:pt x="129022" y="21806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06AD0C29-44E0-2D92-DA0D-72B43BB085F8}"/>
                </a:ext>
              </a:extLst>
            </p:cNvPr>
            <p:cNvSpPr/>
            <p:nvPr/>
          </p:nvSpPr>
          <p:spPr bwMode="invGray">
            <a:xfrm>
              <a:off x="7419599" y="4252917"/>
              <a:ext cx="174646" cy="380573"/>
            </a:xfrm>
            <a:custGeom>
              <a:avLst/>
              <a:gdLst>
                <a:gd name="connsiteX0" fmla="*/ 38551 w 174646"/>
                <a:gd name="connsiteY0" fmla="*/ 72250 h 380573"/>
                <a:gd name="connsiteX1" fmla="*/ 38551 w 174646"/>
                <a:gd name="connsiteY1" fmla="*/ 105465 h 380573"/>
                <a:gd name="connsiteX2" fmla="*/ 0 w 174646"/>
                <a:gd name="connsiteY2" fmla="*/ 105465 h 380573"/>
                <a:gd name="connsiteX3" fmla="*/ 0 w 174646"/>
                <a:gd name="connsiteY3" fmla="*/ 171894 h 380573"/>
                <a:gd name="connsiteX4" fmla="*/ 38551 w 174646"/>
                <a:gd name="connsiteY4" fmla="*/ 171894 h 380573"/>
                <a:gd name="connsiteX5" fmla="*/ 38551 w 174646"/>
                <a:gd name="connsiteY5" fmla="*/ 380573 h 380573"/>
                <a:gd name="connsiteX6" fmla="*/ 109824 w 174646"/>
                <a:gd name="connsiteY6" fmla="*/ 380573 h 380573"/>
                <a:gd name="connsiteX7" fmla="*/ 109824 w 174646"/>
                <a:gd name="connsiteY7" fmla="*/ 171894 h 380573"/>
                <a:gd name="connsiteX8" fmla="*/ 168817 w 174646"/>
                <a:gd name="connsiteY8" fmla="*/ 171894 h 380573"/>
                <a:gd name="connsiteX9" fmla="*/ 168817 w 174646"/>
                <a:gd name="connsiteY9" fmla="*/ 105465 h 380573"/>
                <a:gd name="connsiteX10" fmla="*/ 109824 w 174646"/>
                <a:gd name="connsiteY10" fmla="*/ 105465 h 380573"/>
                <a:gd name="connsiteX11" fmla="*/ 109824 w 174646"/>
                <a:gd name="connsiteY11" fmla="*/ 83347 h 380573"/>
                <a:gd name="connsiteX12" fmla="*/ 139592 w 174646"/>
                <a:gd name="connsiteY12" fmla="*/ 59445 h 380573"/>
                <a:gd name="connsiteX13" fmla="*/ 174646 w 174646"/>
                <a:gd name="connsiteY13" fmla="*/ 64722 h 380573"/>
                <a:gd name="connsiteX14" fmla="*/ 174646 w 174646"/>
                <a:gd name="connsiteY14" fmla="*/ 7605 h 380573"/>
                <a:gd name="connsiteX15" fmla="*/ 122649 w 174646"/>
                <a:gd name="connsiteY15" fmla="*/ 0 h 380573"/>
                <a:gd name="connsiteX16" fmla="*/ 38551 w 174646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6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3" y="0"/>
                    <a:pt x="122649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B4B1EABA-4AC4-6D69-5271-8E64107FCF70}"/>
                </a:ext>
              </a:extLst>
            </p:cNvPr>
            <p:cNvSpPr/>
            <p:nvPr/>
          </p:nvSpPr>
          <p:spPr bwMode="invGray">
            <a:xfrm>
              <a:off x="3814838" y="4252917"/>
              <a:ext cx="174645" cy="380573"/>
            </a:xfrm>
            <a:custGeom>
              <a:avLst/>
              <a:gdLst>
                <a:gd name="connsiteX0" fmla="*/ 38551 w 174645"/>
                <a:gd name="connsiteY0" fmla="*/ 72250 h 380573"/>
                <a:gd name="connsiteX1" fmla="*/ 38551 w 174645"/>
                <a:gd name="connsiteY1" fmla="*/ 105465 h 380573"/>
                <a:gd name="connsiteX2" fmla="*/ 0 w 174645"/>
                <a:gd name="connsiteY2" fmla="*/ 105465 h 380573"/>
                <a:gd name="connsiteX3" fmla="*/ 0 w 174645"/>
                <a:gd name="connsiteY3" fmla="*/ 171894 h 380573"/>
                <a:gd name="connsiteX4" fmla="*/ 38551 w 174645"/>
                <a:gd name="connsiteY4" fmla="*/ 171894 h 380573"/>
                <a:gd name="connsiteX5" fmla="*/ 38551 w 174645"/>
                <a:gd name="connsiteY5" fmla="*/ 380573 h 380573"/>
                <a:gd name="connsiteX6" fmla="*/ 109824 w 174645"/>
                <a:gd name="connsiteY6" fmla="*/ 380573 h 380573"/>
                <a:gd name="connsiteX7" fmla="*/ 109824 w 174645"/>
                <a:gd name="connsiteY7" fmla="*/ 171894 h 380573"/>
                <a:gd name="connsiteX8" fmla="*/ 168817 w 174645"/>
                <a:gd name="connsiteY8" fmla="*/ 171894 h 380573"/>
                <a:gd name="connsiteX9" fmla="*/ 168817 w 174645"/>
                <a:gd name="connsiteY9" fmla="*/ 105465 h 380573"/>
                <a:gd name="connsiteX10" fmla="*/ 109824 w 174645"/>
                <a:gd name="connsiteY10" fmla="*/ 105465 h 380573"/>
                <a:gd name="connsiteX11" fmla="*/ 109824 w 174645"/>
                <a:gd name="connsiteY11" fmla="*/ 83347 h 380573"/>
                <a:gd name="connsiteX12" fmla="*/ 139592 w 174645"/>
                <a:gd name="connsiteY12" fmla="*/ 59445 h 380573"/>
                <a:gd name="connsiteX13" fmla="*/ 174646 w 174645"/>
                <a:gd name="connsiteY13" fmla="*/ 64722 h 380573"/>
                <a:gd name="connsiteX14" fmla="*/ 174646 w 174645"/>
                <a:gd name="connsiteY14" fmla="*/ 7605 h 380573"/>
                <a:gd name="connsiteX15" fmla="*/ 122648 w 174645"/>
                <a:gd name="connsiteY15" fmla="*/ 0 h 380573"/>
                <a:gd name="connsiteX16" fmla="*/ 38551 w 174645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5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2" y="0"/>
                    <a:pt x="122648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51436850-488E-43D5-60D0-CD92A955EE53}"/>
                </a:ext>
              </a:extLst>
            </p:cNvPr>
            <p:cNvSpPr/>
            <p:nvPr/>
          </p:nvSpPr>
          <p:spPr bwMode="invGray">
            <a:xfrm>
              <a:off x="7146866" y="4352561"/>
              <a:ext cx="237680" cy="281083"/>
            </a:xfrm>
            <a:custGeom>
              <a:avLst/>
              <a:gdLst>
                <a:gd name="connsiteX0" fmla="*/ 138426 w 237680"/>
                <a:gd name="connsiteY0" fmla="*/ 0 h 281083"/>
                <a:gd name="connsiteX1" fmla="*/ 71273 w 237680"/>
                <a:gd name="connsiteY1" fmla="*/ 24523 h 281083"/>
                <a:gd name="connsiteX2" fmla="*/ 71273 w 237680"/>
                <a:gd name="connsiteY2" fmla="*/ 5898 h 281083"/>
                <a:gd name="connsiteX3" fmla="*/ 0 w 237680"/>
                <a:gd name="connsiteY3" fmla="*/ 5898 h 281083"/>
                <a:gd name="connsiteX4" fmla="*/ 0 w 237680"/>
                <a:gd name="connsiteY4" fmla="*/ 281084 h 281083"/>
                <a:gd name="connsiteX5" fmla="*/ 71273 w 237680"/>
                <a:gd name="connsiteY5" fmla="*/ 281084 h 281083"/>
                <a:gd name="connsiteX6" fmla="*/ 71273 w 237680"/>
                <a:gd name="connsiteY6" fmla="*/ 129522 h 281083"/>
                <a:gd name="connsiteX7" fmla="*/ 119151 w 237680"/>
                <a:gd name="connsiteY7" fmla="*/ 67128 h 281083"/>
                <a:gd name="connsiteX8" fmla="*/ 166407 w 237680"/>
                <a:gd name="connsiteY8" fmla="*/ 131229 h 281083"/>
                <a:gd name="connsiteX9" fmla="*/ 166407 w 237680"/>
                <a:gd name="connsiteY9" fmla="*/ 281084 h 281083"/>
                <a:gd name="connsiteX10" fmla="*/ 237680 w 237680"/>
                <a:gd name="connsiteY10" fmla="*/ 281084 h 281083"/>
                <a:gd name="connsiteX11" fmla="*/ 237680 w 237680"/>
                <a:gd name="connsiteY11" fmla="*/ 125409 h 281083"/>
                <a:gd name="connsiteX12" fmla="*/ 138426 w 237680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680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07" y="92815"/>
                    <a:pt x="166407" y="131229"/>
                  </a:cubicBezTo>
                  <a:lnTo>
                    <a:pt x="166407" y="281084"/>
                  </a:lnTo>
                  <a:lnTo>
                    <a:pt x="237680" y="281084"/>
                  </a:lnTo>
                  <a:lnTo>
                    <a:pt x="237680" y="125409"/>
                  </a:lnTo>
                  <a:cubicBezTo>
                    <a:pt x="237680" y="57816"/>
                    <a:pt x="213119" y="78"/>
                    <a:pt x="138426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EE5BDF53-1C20-D4E3-90CD-805F1B8670C7}"/>
                </a:ext>
              </a:extLst>
            </p:cNvPr>
            <p:cNvSpPr/>
            <p:nvPr/>
          </p:nvSpPr>
          <p:spPr bwMode="invGray">
            <a:xfrm>
              <a:off x="7635595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7DD3ECBE-CB20-32A9-2D88-29ED648A5735}"/>
                </a:ext>
              </a:extLst>
            </p:cNvPr>
            <p:cNvSpPr/>
            <p:nvPr/>
          </p:nvSpPr>
          <p:spPr bwMode="invGray">
            <a:xfrm>
              <a:off x="7630931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949958F-D715-9D62-4845-25D66AB6E4FD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6" name="Freeform 25">
              <a:extLst>
                <a:ext uri="{FF2B5EF4-FFF2-40B4-BE49-F238E27FC236}">
                  <a16:creationId xmlns:a16="http://schemas.microsoft.com/office/drawing/2014/main" id="{839CD7D3-F914-92E8-3787-65A64F4EA36F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A9AFA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30">
              <a:extLst>
                <a:ext uri="{FF2B5EF4-FFF2-40B4-BE49-F238E27FC236}">
                  <a16:creationId xmlns:a16="http://schemas.microsoft.com/office/drawing/2014/main" id="{756A2C57-E294-F76E-DA42-511A1BCD45B6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1A9AFA"/>
                </a:gs>
                <a:gs pos="100000">
                  <a:srgbClr val="B4FF00"/>
                </a:gs>
                <a:gs pos="68000">
                  <a:srgbClr val="0DC864"/>
                </a:gs>
              </a:gsLst>
              <a:lin ang="189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52318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Frame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5BBB5A-0446-3C14-B12C-56A5730E1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200" b="1" i="0" kern="1200" dirty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C1D2CA-2DB1-76BC-DAFE-210631AEC288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  <a:solidFill>
            <a:srgbClr val="1A9AFA"/>
          </a:solidFill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grpFill/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pFill/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178B856-A483-3D13-253D-A0E624AF20AF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875073E2-0CC8-7482-BB09-B51C11D1E284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1A9AFA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D95440A-9E5C-5AD1-D79F-C55F92D15F02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5DB5AFB-3F06-7CF7-CB0B-451EB91E851E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9345224" y="5422966"/>
            <a:ext cx="2437200" cy="1056582"/>
            <a:chOff x="1333500" y="1365250"/>
            <a:chExt cx="7772399" cy="3369514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5693816-90AF-54F5-5BDF-72EFFC2D1BAC}"/>
                </a:ext>
              </a:extLst>
            </p:cNvPr>
            <p:cNvSpPr/>
            <p:nvPr/>
          </p:nvSpPr>
          <p:spPr bwMode="invGray">
            <a:xfrm>
              <a:off x="3765639" y="2990756"/>
              <a:ext cx="635704" cy="857763"/>
            </a:xfrm>
            <a:custGeom>
              <a:avLst/>
              <a:gdLst>
                <a:gd name="connsiteX0" fmla="*/ 504506 w 635704"/>
                <a:gd name="connsiteY0" fmla="*/ 268512 h 857763"/>
                <a:gd name="connsiteX1" fmla="*/ 494014 w 635704"/>
                <a:gd name="connsiteY1" fmla="*/ 205730 h 857763"/>
                <a:gd name="connsiteX2" fmla="*/ 464323 w 635704"/>
                <a:gd name="connsiteY2" fmla="*/ 159400 h 857763"/>
                <a:gd name="connsiteX3" fmla="*/ 417922 w 635704"/>
                <a:gd name="connsiteY3" fmla="*/ 130997 h 857763"/>
                <a:gd name="connsiteX4" fmla="*/ 357142 w 635704"/>
                <a:gd name="connsiteY4" fmla="*/ 121374 h 857763"/>
                <a:gd name="connsiteX5" fmla="*/ 126457 w 635704"/>
                <a:gd name="connsiteY5" fmla="*/ 121374 h 857763"/>
                <a:gd name="connsiteX6" fmla="*/ 126457 w 635704"/>
                <a:gd name="connsiteY6" fmla="*/ 416892 h 857763"/>
                <a:gd name="connsiteX7" fmla="*/ 357142 w 635704"/>
                <a:gd name="connsiteY7" fmla="*/ 416892 h 857763"/>
                <a:gd name="connsiteX8" fmla="*/ 467976 w 635704"/>
                <a:gd name="connsiteY8" fmla="*/ 377391 h 857763"/>
                <a:gd name="connsiteX9" fmla="*/ 504506 w 635704"/>
                <a:gd name="connsiteY9" fmla="*/ 268512 h 857763"/>
                <a:gd name="connsiteX10" fmla="*/ 635704 w 635704"/>
                <a:gd name="connsiteY10" fmla="*/ 268512 h 857763"/>
                <a:gd name="connsiteX11" fmla="*/ 614719 w 635704"/>
                <a:gd name="connsiteY11" fmla="*/ 385152 h 857763"/>
                <a:gd name="connsiteX12" fmla="*/ 556037 w 635704"/>
                <a:gd name="connsiteY12" fmla="*/ 469198 h 857763"/>
                <a:gd name="connsiteX13" fmla="*/ 466111 w 635704"/>
                <a:gd name="connsiteY13" fmla="*/ 520339 h 857763"/>
                <a:gd name="connsiteX14" fmla="*/ 351079 w 635704"/>
                <a:gd name="connsiteY14" fmla="*/ 537722 h 857763"/>
                <a:gd name="connsiteX15" fmla="*/ 126379 w 635704"/>
                <a:gd name="connsiteY15" fmla="*/ 537722 h 857763"/>
                <a:gd name="connsiteX16" fmla="*/ 126379 w 635704"/>
                <a:gd name="connsiteY16" fmla="*/ 857764 h 857763"/>
                <a:gd name="connsiteX17" fmla="*/ 0 w 635704"/>
                <a:gd name="connsiteY17" fmla="*/ 857764 h 857763"/>
                <a:gd name="connsiteX18" fmla="*/ 0 w 635704"/>
                <a:gd name="connsiteY18" fmla="*/ 0 h 857763"/>
                <a:gd name="connsiteX19" fmla="*/ 359474 w 635704"/>
                <a:gd name="connsiteY19" fmla="*/ 0 h 857763"/>
                <a:gd name="connsiteX20" fmla="*/ 469375 w 635704"/>
                <a:gd name="connsiteY20" fmla="*/ 17073 h 857763"/>
                <a:gd name="connsiteX21" fmla="*/ 556815 w 635704"/>
                <a:gd name="connsiteY21" fmla="*/ 67594 h 857763"/>
                <a:gd name="connsiteX22" fmla="*/ 614641 w 635704"/>
                <a:gd name="connsiteY22" fmla="*/ 151639 h 857763"/>
                <a:gd name="connsiteX23" fmla="*/ 635627 w 635704"/>
                <a:gd name="connsiteY23" fmla="*/ 268590 h 857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35704" h="857763">
                  <a:moveTo>
                    <a:pt x="504506" y="268512"/>
                  </a:moveTo>
                  <a:cubicBezTo>
                    <a:pt x="504506" y="244998"/>
                    <a:pt x="501009" y="224044"/>
                    <a:pt x="494014" y="205730"/>
                  </a:cubicBezTo>
                  <a:cubicBezTo>
                    <a:pt x="487018" y="187415"/>
                    <a:pt x="477148" y="171972"/>
                    <a:pt x="464323" y="159400"/>
                  </a:cubicBezTo>
                  <a:cubicBezTo>
                    <a:pt x="451576" y="146828"/>
                    <a:pt x="436031" y="137360"/>
                    <a:pt x="417922" y="130997"/>
                  </a:cubicBezTo>
                  <a:cubicBezTo>
                    <a:pt x="399734" y="124633"/>
                    <a:pt x="379448" y="121374"/>
                    <a:pt x="357142" y="121374"/>
                  </a:cubicBezTo>
                  <a:lnTo>
                    <a:pt x="126457" y="121374"/>
                  </a:lnTo>
                  <a:lnTo>
                    <a:pt x="126457" y="416892"/>
                  </a:lnTo>
                  <a:lnTo>
                    <a:pt x="357142" y="416892"/>
                  </a:lnTo>
                  <a:cubicBezTo>
                    <a:pt x="406652" y="416892"/>
                    <a:pt x="443571" y="403699"/>
                    <a:pt x="467976" y="377391"/>
                  </a:cubicBezTo>
                  <a:cubicBezTo>
                    <a:pt x="492304" y="351083"/>
                    <a:pt x="504506" y="314764"/>
                    <a:pt x="504506" y="268512"/>
                  </a:cubicBezTo>
                  <a:moveTo>
                    <a:pt x="635704" y="268512"/>
                  </a:moveTo>
                  <a:cubicBezTo>
                    <a:pt x="635704" y="312746"/>
                    <a:pt x="628709" y="351626"/>
                    <a:pt x="614719" y="385152"/>
                  </a:cubicBezTo>
                  <a:cubicBezTo>
                    <a:pt x="600729" y="418677"/>
                    <a:pt x="581220" y="446692"/>
                    <a:pt x="556037" y="469198"/>
                  </a:cubicBezTo>
                  <a:cubicBezTo>
                    <a:pt x="530855" y="491703"/>
                    <a:pt x="500931" y="508776"/>
                    <a:pt x="466111" y="520339"/>
                  </a:cubicBezTo>
                  <a:cubicBezTo>
                    <a:pt x="431368" y="531902"/>
                    <a:pt x="393050" y="537722"/>
                    <a:pt x="351079" y="537722"/>
                  </a:cubicBezTo>
                  <a:lnTo>
                    <a:pt x="126379" y="537722"/>
                  </a:lnTo>
                  <a:lnTo>
                    <a:pt x="126379" y="857764"/>
                  </a:lnTo>
                  <a:lnTo>
                    <a:pt x="0" y="857764"/>
                  </a:lnTo>
                  <a:lnTo>
                    <a:pt x="0" y="0"/>
                  </a:lnTo>
                  <a:lnTo>
                    <a:pt x="359474" y="0"/>
                  </a:lnTo>
                  <a:cubicBezTo>
                    <a:pt x="398957" y="0"/>
                    <a:pt x="435643" y="5665"/>
                    <a:pt x="469375" y="17073"/>
                  </a:cubicBezTo>
                  <a:cubicBezTo>
                    <a:pt x="503107" y="28481"/>
                    <a:pt x="532254" y="45321"/>
                    <a:pt x="556815" y="67594"/>
                  </a:cubicBezTo>
                  <a:cubicBezTo>
                    <a:pt x="581375" y="89944"/>
                    <a:pt x="600651" y="117959"/>
                    <a:pt x="614641" y="151639"/>
                  </a:cubicBezTo>
                  <a:cubicBezTo>
                    <a:pt x="628632" y="185320"/>
                    <a:pt x="635627" y="224277"/>
                    <a:pt x="635627" y="268590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FC3E7FA-8F35-777F-B153-705C2210B2C4}"/>
                </a:ext>
              </a:extLst>
            </p:cNvPr>
            <p:cNvSpPr/>
            <p:nvPr/>
          </p:nvSpPr>
          <p:spPr bwMode="invGray">
            <a:xfrm>
              <a:off x="4442770" y="3191752"/>
              <a:ext cx="524092" cy="670503"/>
            </a:xfrm>
            <a:custGeom>
              <a:avLst/>
              <a:gdLst>
                <a:gd name="connsiteX0" fmla="*/ 400201 w 524092"/>
                <a:gd name="connsiteY0" fmla="*/ 382125 h 670503"/>
                <a:gd name="connsiteX1" fmla="*/ 367868 w 524092"/>
                <a:gd name="connsiteY1" fmla="*/ 369243 h 670503"/>
                <a:gd name="connsiteX2" fmla="*/ 337944 w 524092"/>
                <a:gd name="connsiteY2" fmla="*/ 361482 h 670503"/>
                <a:gd name="connsiteX3" fmla="*/ 300559 w 524092"/>
                <a:gd name="connsiteY3" fmla="*/ 356128 h 670503"/>
                <a:gd name="connsiteX4" fmla="*/ 252914 w 524092"/>
                <a:gd name="connsiteY4" fmla="*/ 354032 h 670503"/>
                <a:gd name="connsiteX5" fmla="*/ 156225 w 524092"/>
                <a:gd name="connsiteY5" fmla="*/ 379719 h 670503"/>
                <a:gd name="connsiteX6" fmla="*/ 120550 w 524092"/>
                <a:gd name="connsiteY6" fmla="*/ 449719 h 670503"/>
                <a:gd name="connsiteX7" fmla="*/ 130732 w 524092"/>
                <a:gd name="connsiteY7" fmla="*/ 498454 h 670503"/>
                <a:gd name="connsiteX8" fmla="*/ 156458 w 524092"/>
                <a:gd name="connsiteY8" fmla="*/ 531048 h 670503"/>
                <a:gd name="connsiteX9" fmla="*/ 193300 w 524092"/>
                <a:gd name="connsiteY9" fmla="*/ 549906 h 670503"/>
                <a:gd name="connsiteX10" fmla="*/ 244520 w 524092"/>
                <a:gd name="connsiteY10" fmla="*/ 556192 h 670503"/>
                <a:gd name="connsiteX11" fmla="*/ 293019 w 524092"/>
                <a:gd name="connsiteY11" fmla="*/ 548975 h 670503"/>
                <a:gd name="connsiteX12" fmla="*/ 336778 w 524092"/>
                <a:gd name="connsiteY12" fmla="*/ 530117 h 670503"/>
                <a:gd name="connsiteX13" fmla="*/ 373308 w 524092"/>
                <a:gd name="connsiteY13" fmla="*/ 503809 h 670503"/>
                <a:gd name="connsiteX14" fmla="*/ 400279 w 524092"/>
                <a:gd name="connsiteY14" fmla="*/ 474164 h 670503"/>
                <a:gd name="connsiteX15" fmla="*/ 400279 w 524092"/>
                <a:gd name="connsiteY15" fmla="*/ 382047 h 670503"/>
                <a:gd name="connsiteX16" fmla="*/ 400201 w 524092"/>
                <a:gd name="connsiteY16" fmla="*/ 656690 h 670503"/>
                <a:gd name="connsiteX17" fmla="*/ 400201 w 524092"/>
                <a:gd name="connsiteY17" fmla="*/ 593287 h 670503"/>
                <a:gd name="connsiteX18" fmla="*/ 359474 w 524092"/>
                <a:gd name="connsiteY18" fmla="*/ 626502 h 670503"/>
                <a:gd name="connsiteX19" fmla="*/ 325897 w 524092"/>
                <a:gd name="connsiteY19" fmla="*/ 646291 h 670503"/>
                <a:gd name="connsiteX20" fmla="*/ 281905 w 524092"/>
                <a:gd name="connsiteY20" fmla="*/ 663054 h 670503"/>
                <a:gd name="connsiteX21" fmla="*/ 223534 w 524092"/>
                <a:gd name="connsiteY21" fmla="*/ 670504 h 670503"/>
                <a:gd name="connsiteX22" fmla="*/ 144722 w 524092"/>
                <a:gd name="connsiteY22" fmla="*/ 658863 h 670503"/>
                <a:gd name="connsiteX23" fmla="*/ 72827 w 524092"/>
                <a:gd name="connsiteY23" fmla="*/ 621225 h 670503"/>
                <a:gd name="connsiteX24" fmla="*/ 20364 w 524092"/>
                <a:gd name="connsiteY24" fmla="*/ 553942 h 670503"/>
                <a:gd name="connsiteX25" fmla="*/ 0 w 524092"/>
                <a:gd name="connsiteY25" fmla="*/ 453444 h 670503"/>
                <a:gd name="connsiteX26" fmla="*/ 19431 w 524092"/>
                <a:gd name="connsiteY26" fmla="*/ 360473 h 670503"/>
                <a:gd name="connsiteX27" fmla="*/ 73371 w 524092"/>
                <a:gd name="connsiteY27" fmla="*/ 295596 h 670503"/>
                <a:gd name="connsiteX28" fmla="*/ 154826 w 524092"/>
                <a:gd name="connsiteY28" fmla="*/ 257570 h 670503"/>
                <a:gd name="connsiteX29" fmla="*/ 256334 w 524092"/>
                <a:gd name="connsiteY29" fmla="*/ 245308 h 670503"/>
                <a:gd name="connsiteX30" fmla="*/ 341986 w 524092"/>
                <a:gd name="connsiteY30" fmla="*/ 252215 h 670503"/>
                <a:gd name="connsiteX31" fmla="*/ 400123 w 524092"/>
                <a:gd name="connsiteY31" fmla="*/ 269831 h 670503"/>
                <a:gd name="connsiteX32" fmla="*/ 400123 w 524092"/>
                <a:gd name="connsiteY32" fmla="*/ 221949 h 670503"/>
                <a:gd name="connsiteX33" fmla="*/ 368956 w 524092"/>
                <a:gd name="connsiteY33" fmla="*/ 141240 h 670503"/>
                <a:gd name="connsiteX34" fmla="*/ 278485 w 524092"/>
                <a:gd name="connsiteY34" fmla="*/ 113148 h 670503"/>
                <a:gd name="connsiteX35" fmla="*/ 188636 w 524092"/>
                <a:gd name="connsiteY35" fmla="*/ 122693 h 670503"/>
                <a:gd name="connsiteX36" fmla="*/ 110757 w 524092"/>
                <a:gd name="connsiteY36" fmla="*/ 153192 h 670503"/>
                <a:gd name="connsiteX37" fmla="*/ 61635 w 524092"/>
                <a:gd name="connsiteY37" fmla="*/ 58048 h 670503"/>
                <a:gd name="connsiteX38" fmla="*/ 160733 w 524092"/>
                <a:gd name="connsiteY38" fmla="*/ 14667 h 670503"/>
                <a:gd name="connsiteX39" fmla="*/ 282060 w 524092"/>
                <a:gd name="connsiteY39" fmla="*/ 0 h 670503"/>
                <a:gd name="connsiteX40" fmla="*/ 380614 w 524092"/>
                <a:gd name="connsiteY40" fmla="*/ 13193 h 670503"/>
                <a:gd name="connsiteX41" fmla="*/ 457017 w 524092"/>
                <a:gd name="connsiteY41" fmla="*/ 53314 h 670503"/>
                <a:gd name="connsiteX42" fmla="*/ 506450 w 524092"/>
                <a:gd name="connsiteY42" fmla="*/ 120908 h 670503"/>
                <a:gd name="connsiteX43" fmla="*/ 524093 w 524092"/>
                <a:gd name="connsiteY43" fmla="*/ 216051 h 670503"/>
                <a:gd name="connsiteX44" fmla="*/ 524093 w 524092"/>
                <a:gd name="connsiteY44" fmla="*/ 656923 h 670503"/>
                <a:gd name="connsiteX45" fmla="*/ 400123 w 524092"/>
                <a:gd name="connsiteY45" fmla="*/ 65692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24092" h="670503">
                  <a:moveTo>
                    <a:pt x="400201" y="382125"/>
                  </a:moveTo>
                  <a:cubicBezTo>
                    <a:pt x="388231" y="376538"/>
                    <a:pt x="377428" y="372269"/>
                    <a:pt x="367868" y="369243"/>
                  </a:cubicBezTo>
                  <a:cubicBezTo>
                    <a:pt x="358308" y="366216"/>
                    <a:pt x="348359" y="363655"/>
                    <a:pt x="337944" y="361482"/>
                  </a:cubicBezTo>
                  <a:cubicBezTo>
                    <a:pt x="327607" y="359309"/>
                    <a:pt x="315093" y="357524"/>
                    <a:pt x="300559" y="356128"/>
                  </a:cubicBezTo>
                  <a:cubicBezTo>
                    <a:pt x="285946" y="354731"/>
                    <a:pt x="270091" y="354032"/>
                    <a:pt x="252914" y="354032"/>
                  </a:cubicBezTo>
                  <a:cubicBezTo>
                    <a:pt x="212186" y="354032"/>
                    <a:pt x="179931" y="362646"/>
                    <a:pt x="156225" y="379719"/>
                  </a:cubicBezTo>
                  <a:cubicBezTo>
                    <a:pt x="132442" y="396870"/>
                    <a:pt x="120550" y="420229"/>
                    <a:pt x="120550" y="449719"/>
                  </a:cubicBezTo>
                  <a:cubicBezTo>
                    <a:pt x="120550" y="468809"/>
                    <a:pt x="123892" y="485106"/>
                    <a:pt x="130732" y="498454"/>
                  </a:cubicBezTo>
                  <a:cubicBezTo>
                    <a:pt x="137494" y="511802"/>
                    <a:pt x="146121" y="522667"/>
                    <a:pt x="156458" y="531048"/>
                  </a:cubicBezTo>
                  <a:cubicBezTo>
                    <a:pt x="166796" y="539430"/>
                    <a:pt x="179154" y="545716"/>
                    <a:pt x="193300" y="549906"/>
                  </a:cubicBezTo>
                  <a:cubicBezTo>
                    <a:pt x="207523" y="554097"/>
                    <a:pt x="224545" y="556192"/>
                    <a:pt x="244520" y="556192"/>
                  </a:cubicBezTo>
                  <a:cubicBezTo>
                    <a:pt x="261308" y="556192"/>
                    <a:pt x="277475" y="553787"/>
                    <a:pt x="293019" y="548975"/>
                  </a:cubicBezTo>
                  <a:cubicBezTo>
                    <a:pt x="308642" y="544164"/>
                    <a:pt x="323176" y="537955"/>
                    <a:pt x="336778" y="530117"/>
                  </a:cubicBezTo>
                  <a:cubicBezTo>
                    <a:pt x="350380" y="522357"/>
                    <a:pt x="362505" y="513587"/>
                    <a:pt x="373308" y="503809"/>
                  </a:cubicBezTo>
                  <a:cubicBezTo>
                    <a:pt x="384112" y="494031"/>
                    <a:pt x="393050" y="484175"/>
                    <a:pt x="400279" y="474164"/>
                  </a:cubicBezTo>
                  <a:lnTo>
                    <a:pt x="400279" y="382047"/>
                  </a:lnTo>
                  <a:close/>
                  <a:moveTo>
                    <a:pt x="400201" y="656690"/>
                  </a:moveTo>
                  <a:lnTo>
                    <a:pt x="400201" y="593287"/>
                  </a:lnTo>
                  <a:cubicBezTo>
                    <a:pt x="383801" y="608498"/>
                    <a:pt x="370277" y="619518"/>
                    <a:pt x="359474" y="626502"/>
                  </a:cubicBezTo>
                  <a:cubicBezTo>
                    <a:pt x="348670" y="633486"/>
                    <a:pt x="337555" y="640083"/>
                    <a:pt x="325897" y="646291"/>
                  </a:cubicBezTo>
                  <a:cubicBezTo>
                    <a:pt x="314316" y="652422"/>
                    <a:pt x="299626" y="658009"/>
                    <a:pt x="281905" y="663054"/>
                  </a:cubicBezTo>
                  <a:cubicBezTo>
                    <a:pt x="264106" y="668021"/>
                    <a:pt x="244675" y="670504"/>
                    <a:pt x="223534" y="670504"/>
                  </a:cubicBezTo>
                  <a:cubicBezTo>
                    <a:pt x="197574" y="670504"/>
                    <a:pt x="171304" y="666624"/>
                    <a:pt x="144722" y="658863"/>
                  </a:cubicBezTo>
                  <a:cubicBezTo>
                    <a:pt x="118140" y="651103"/>
                    <a:pt x="94201" y="638531"/>
                    <a:pt x="72827" y="621225"/>
                  </a:cubicBezTo>
                  <a:cubicBezTo>
                    <a:pt x="51453" y="603842"/>
                    <a:pt x="33965" y="581414"/>
                    <a:pt x="20364" y="553942"/>
                  </a:cubicBezTo>
                  <a:cubicBezTo>
                    <a:pt x="6762" y="526470"/>
                    <a:pt x="0" y="492945"/>
                    <a:pt x="0" y="453444"/>
                  </a:cubicBezTo>
                  <a:cubicBezTo>
                    <a:pt x="0" y="417591"/>
                    <a:pt x="6451" y="386549"/>
                    <a:pt x="19431" y="360473"/>
                  </a:cubicBezTo>
                  <a:cubicBezTo>
                    <a:pt x="32411" y="334321"/>
                    <a:pt x="50365" y="312747"/>
                    <a:pt x="73371" y="295596"/>
                  </a:cubicBezTo>
                  <a:cubicBezTo>
                    <a:pt x="96378" y="278445"/>
                    <a:pt x="123503" y="265796"/>
                    <a:pt x="154826" y="257570"/>
                  </a:cubicBezTo>
                  <a:cubicBezTo>
                    <a:pt x="186149" y="249421"/>
                    <a:pt x="220037" y="245308"/>
                    <a:pt x="256334" y="245308"/>
                  </a:cubicBezTo>
                  <a:cubicBezTo>
                    <a:pt x="290299" y="245308"/>
                    <a:pt x="318824" y="247636"/>
                    <a:pt x="341986" y="252215"/>
                  </a:cubicBezTo>
                  <a:cubicBezTo>
                    <a:pt x="365147" y="256794"/>
                    <a:pt x="384501" y="262692"/>
                    <a:pt x="400123" y="269831"/>
                  </a:cubicBezTo>
                  <a:lnTo>
                    <a:pt x="400123" y="221949"/>
                  </a:lnTo>
                  <a:cubicBezTo>
                    <a:pt x="400123" y="186872"/>
                    <a:pt x="389786" y="159943"/>
                    <a:pt x="368956" y="141240"/>
                  </a:cubicBezTo>
                  <a:cubicBezTo>
                    <a:pt x="348203" y="122538"/>
                    <a:pt x="317969" y="113148"/>
                    <a:pt x="278485" y="113148"/>
                  </a:cubicBezTo>
                  <a:cubicBezTo>
                    <a:pt x="245297" y="113148"/>
                    <a:pt x="215373" y="116329"/>
                    <a:pt x="188636" y="122693"/>
                  </a:cubicBezTo>
                  <a:cubicBezTo>
                    <a:pt x="161899" y="129057"/>
                    <a:pt x="135939" y="139223"/>
                    <a:pt x="110757" y="153192"/>
                  </a:cubicBezTo>
                  <a:lnTo>
                    <a:pt x="61635" y="58048"/>
                  </a:lnTo>
                  <a:cubicBezTo>
                    <a:pt x="92414" y="38880"/>
                    <a:pt x="125446" y="24445"/>
                    <a:pt x="160733" y="14667"/>
                  </a:cubicBezTo>
                  <a:cubicBezTo>
                    <a:pt x="196098" y="4889"/>
                    <a:pt x="236514" y="0"/>
                    <a:pt x="282060" y="0"/>
                  </a:cubicBezTo>
                  <a:cubicBezTo>
                    <a:pt x="317969" y="0"/>
                    <a:pt x="350846" y="4423"/>
                    <a:pt x="380614" y="13193"/>
                  </a:cubicBezTo>
                  <a:cubicBezTo>
                    <a:pt x="410383" y="21962"/>
                    <a:pt x="435798" y="35310"/>
                    <a:pt x="457017" y="53314"/>
                  </a:cubicBezTo>
                  <a:cubicBezTo>
                    <a:pt x="478158" y="71241"/>
                    <a:pt x="494635" y="93746"/>
                    <a:pt x="506450" y="120908"/>
                  </a:cubicBezTo>
                  <a:cubicBezTo>
                    <a:pt x="518264" y="148070"/>
                    <a:pt x="524093" y="179732"/>
                    <a:pt x="524093" y="216051"/>
                  </a:cubicBezTo>
                  <a:lnTo>
                    <a:pt x="524093" y="656923"/>
                  </a:lnTo>
                  <a:lnTo>
                    <a:pt x="400123" y="656923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9E141C3-E7AF-0A90-B1A1-F03AE4366177}"/>
                </a:ext>
              </a:extLst>
            </p:cNvPr>
            <p:cNvSpPr/>
            <p:nvPr/>
          </p:nvSpPr>
          <p:spPr bwMode="invGray">
            <a:xfrm>
              <a:off x="5089745" y="3191596"/>
              <a:ext cx="382790" cy="656767"/>
            </a:xfrm>
            <a:custGeom>
              <a:avLst/>
              <a:gdLst>
                <a:gd name="connsiteX0" fmla="*/ 349369 w 382790"/>
                <a:gd name="connsiteY0" fmla="*/ 147216 h 656767"/>
                <a:gd name="connsiteX1" fmla="*/ 306543 w 382790"/>
                <a:gd name="connsiteY1" fmla="*/ 129833 h 656767"/>
                <a:gd name="connsiteX2" fmla="*/ 252914 w 382790"/>
                <a:gd name="connsiteY2" fmla="*/ 123857 h 656767"/>
                <a:gd name="connsiteX3" fmla="*/ 159412 w 382790"/>
                <a:gd name="connsiteY3" fmla="*/ 165375 h 656767"/>
                <a:gd name="connsiteX4" fmla="*/ 126457 w 382790"/>
                <a:gd name="connsiteY4" fmla="*/ 289465 h 656767"/>
                <a:gd name="connsiteX5" fmla="*/ 126457 w 382790"/>
                <a:gd name="connsiteY5" fmla="*/ 656768 h 656767"/>
                <a:gd name="connsiteX6" fmla="*/ 0 w 382790"/>
                <a:gd name="connsiteY6" fmla="*/ 656768 h 656767"/>
                <a:gd name="connsiteX7" fmla="*/ 0 w 382790"/>
                <a:gd name="connsiteY7" fmla="*/ 13736 h 656767"/>
                <a:gd name="connsiteX8" fmla="*/ 126457 w 382790"/>
                <a:gd name="connsiteY8" fmla="*/ 13736 h 656767"/>
                <a:gd name="connsiteX9" fmla="*/ 126457 w 382790"/>
                <a:gd name="connsiteY9" fmla="*/ 74733 h 656767"/>
                <a:gd name="connsiteX10" fmla="*/ 152805 w 382790"/>
                <a:gd name="connsiteY10" fmla="*/ 45088 h 656767"/>
                <a:gd name="connsiteX11" fmla="*/ 187237 w 382790"/>
                <a:gd name="connsiteY11" fmla="*/ 21497 h 656767"/>
                <a:gd name="connsiteX12" fmla="*/ 227654 w 382790"/>
                <a:gd name="connsiteY12" fmla="*/ 5665 h 656767"/>
                <a:gd name="connsiteX13" fmla="*/ 273200 w 382790"/>
                <a:gd name="connsiteY13" fmla="*/ 0 h 656767"/>
                <a:gd name="connsiteX14" fmla="*/ 337866 w 382790"/>
                <a:gd name="connsiteY14" fmla="*/ 7217 h 656767"/>
                <a:gd name="connsiteX15" fmla="*/ 382791 w 382790"/>
                <a:gd name="connsiteY15" fmla="*/ 26929 h 656767"/>
                <a:gd name="connsiteX16" fmla="*/ 349214 w 382790"/>
                <a:gd name="connsiteY16" fmla="*/ 147138 h 65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2790" h="656767">
                  <a:moveTo>
                    <a:pt x="349369" y="147216"/>
                  </a:moveTo>
                  <a:cubicBezTo>
                    <a:pt x="335768" y="139611"/>
                    <a:pt x="321467" y="133868"/>
                    <a:pt x="306543" y="129833"/>
                  </a:cubicBezTo>
                  <a:cubicBezTo>
                    <a:pt x="291543" y="125875"/>
                    <a:pt x="273666" y="123857"/>
                    <a:pt x="252914" y="123857"/>
                  </a:cubicBezTo>
                  <a:cubicBezTo>
                    <a:pt x="212575" y="123857"/>
                    <a:pt x="181408" y="137671"/>
                    <a:pt x="159412" y="165375"/>
                  </a:cubicBezTo>
                  <a:cubicBezTo>
                    <a:pt x="137416" y="193158"/>
                    <a:pt x="126457" y="234443"/>
                    <a:pt x="126457" y="289465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3608" y="63946"/>
                    <a:pt x="142390" y="54090"/>
                    <a:pt x="152805" y="45088"/>
                  </a:cubicBezTo>
                  <a:cubicBezTo>
                    <a:pt x="163220" y="36164"/>
                    <a:pt x="174646" y="28248"/>
                    <a:pt x="187237" y="21497"/>
                  </a:cubicBezTo>
                  <a:cubicBezTo>
                    <a:pt x="199828" y="14745"/>
                    <a:pt x="213275" y="9468"/>
                    <a:pt x="227654" y="5665"/>
                  </a:cubicBezTo>
                  <a:cubicBezTo>
                    <a:pt x="242032" y="1863"/>
                    <a:pt x="257189" y="0"/>
                    <a:pt x="273200" y="0"/>
                  </a:cubicBezTo>
                  <a:cubicBezTo>
                    <a:pt x="299160" y="0"/>
                    <a:pt x="320689" y="2406"/>
                    <a:pt x="337866" y="7217"/>
                  </a:cubicBezTo>
                  <a:cubicBezTo>
                    <a:pt x="355043" y="12029"/>
                    <a:pt x="370044" y="18547"/>
                    <a:pt x="382791" y="26929"/>
                  </a:cubicBezTo>
                  <a:lnTo>
                    <a:pt x="349214" y="147138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55F0132-233E-3872-A00B-9EAFC079990D}"/>
                </a:ext>
              </a:extLst>
            </p:cNvPr>
            <p:cNvSpPr/>
            <p:nvPr/>
          </p:nvSpPr>
          <p:spPr bwMode="invGray">
            <a:xfrm>
              <a:off x="5546296" y="2955446"/>
              <a:ext cx="375018" cy="906809"/>
            </a:xfrm>
            <a:custGeom>
              <a:avLst/>
              <a:gdLst>
                <a:gd name="connsiteX0" fmla="*/ 360639 w 375018"/>
                <a:gd name="connsiteY0" fmla="*/ 876854 h 906809"/>
                <a:gd name="connsiteX1" fmla="*/ 305844 w 375018"/>
                <a:gd name="connsiteY1" fmla="*/ 898428 h 906809"/>
                <a:gd name="connsiteX2" fmla="*/ 236669 w 375018"/>
                <a:gd name="connsiteY2" fmla="*/ 906810 h 906809"/>
                <a:gd name="connsiteX3" fmla="*/ 178843 w 375018"/>
                <a:gd name="connsiteY3" fmla="*/ 897575 h 906809"/>
                <a:gd name="connsiteX4" fmla="*/ 133608 w 375018"/>
                <a:gd name="connsiteY4" fmla="*/ 868240 h 906809"/>
                <a:gd name="connsiteX5" fmla="*/ 102440 w 375018"/>
                <a:gd name="connsiteY5" fmla="*/ 815625 h 906809"/>
                <a:gd name="connsiteX6" fmla="*/ 91636 w 375018"/>
                <a:gd name="connsiteY6" fmla="*/ 736390 h 906809"/>
                <a:gd name="connsiteX7" fmla="*/ 91636 w 375018"/>
                <a:gd name="connsiteY7" fmla="*/ 364897 h 906809"/>
                <a:gd name="connsiteX8" fmla="*/ 0 w 375018"/>
                <a:gd name="connsiteY8" fmla="*/ 364897 h 906809"/>
                <a:gd name="connsiteX9" fmla="*/ 0 w 375018"/>
                <a:gd name="connsiteY9" fmla="*/ 250042 h 906809"/>
                <a:gd name="connsiteX10" fmla="*/ 91636 w 375018"/>
                <a:gd name="connsiteY10" fmla="*/ 250042 h 906809"/>
                <a:gd name="connsiteX11" fmla="*/ 91636 w 375018"/>
                <a:gd name="connsiteY11" fmla="*/ 66430 h 906809"/>
                <a:gd name="connsiteX12" fmla="*/ 215606 w 375018"/>
                <a:gd name="connsiteY12" fmla="*/ 0 h 906809"/>
                <a:gd name="connsiteX13" fmla="*/ 215606 w 375018"/>
                <a:gd name="connsiteY13" fmla="*/ 250042 h 906809"/>
                <a:gd name="connsiteX14" fmla="*/ 375018 w 375018"/>
                <a:gd name="connsiteY14" fmla="*/ 250042 h 906809"/>
                <a:gd name="connsiteX15" fmla="*/ 375018 w 375018"/>
                <a:gd name="connsiteY15" fmla="*/ 364897 h 906809"/>
                <a:gd name="connsiteX16" fmla="*/ 215606 w 375018"/>
                <a:gd name="connsiteY16" fmla="*/ 364897 h 906809"/>
                <a:gd name="connsiteX17" fmla="*/ 215606 w 375018"/>
                <a:gd name="connsiteY17" fmla="*/ 714195 h 906809"/>
                <a:gd name="connsiteX18" fmla="*/ 219493 w 375018"/>
                <a:gd name="connsiteY18" fmla="*/ 751601 h 906809"/>
                <a:gd name="connsiteX19" fmla="*/ 231462 w 375018"/>
                <a:gd name="connsiteY19" fmla="*/ 775192 h 906809"/>
                <a:gd name="connsiteX20" fmla="*/ 252137 w 375018"/>
                <a:gd name="connsiteY20" fmla="*/ 787764 h 906809"/>
                <a:gd name="connsiteX21" fmla="*/ 282060 w 375018"/>
                <a:gd name="connsiteY21" fmla="*/ 791412 h 906809"/>
                <a:gd name="connsiteX22" fmla="*/ 332115 w 375018"/>
                <a:gd name="connsiteY22" fmla="*/ 783651 h 906809"/>
                <a:gd name="connsiteX23" fmla="*/ 374941 w 375018"/>
                <a:gd name="connsiteY23" fmla="*/ 765725 h 906809"/>
                <a:gd name="connsiteX24" fmla="*/ 360561 w 375018"/>
                <a:gd name="connsiteY24" fmla="*/ 877010 h 90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5018" h="906809">
                  <a:moveTo>
                    <a:pt x="360639" y="876854"/>
                  </a:moveTo>
                  <a:cubicBezTo>
                    <a:pt x="345094" y="885624"/>
                    <a:pt x="326752" y="892841"/>
                    <a:pt x="305844" y="898428"/>
                  </a:cubicBezTo>
                  <a:cubicBezTo>
                    <a:pt x="284858" y="904016"/>
                    <a:pt x="261774" y="906810"/>
                    <a:pt x="236669" y="906810"/>
                  </a:cubicBezTo>
                  <a:cubicBezTo>
                    <a:pt x="214674" y="906810"/>
                    <a:pt x="195398" y="903706"/>
                    <a:pt x="178843" y="897575"/>
                  </a:cubicBezTo>
                  <a:cubicBezTo>
                    <a:pt x="162288" y="891366"/>
                    <a:pt x="147209" y="881588"/>
                    <a:pt x="133608" y="868240"/>
                  </a:cubicBezTo>
                  <a:cubicBezTo>
                    <a:pt x="120006" y="854892"/>
                    <a:pt x="109668" y="837354"/>
                    <a:pt x="102440" y="815625"/>
                  </a:cubicBezTo>
                  <a:cubicBezTo>
                    <a:pt x="95212" y="793895"/>
                    <a:pt x="91636" y="767432"/>
                    <a:pt x="91636" y="736390"/>
                  </a:cubicBezTo>
                  <a:lnTo>
                    <a:pt x="91636" y="364897"/>
                  </a:lnTo>
                  <a:lnTo>
                    <a:pt x="0" y="364897"/>
                  </a:lnTo>
                  <a:lnTo>
                    <a:pt x="0" y="250042"/>
                  </a:lnTo>
                  <a:lnTo>
                    <a:pt x="91636" y="250042"/>
                  </a:lnTo>
                  <a:lnTo>
                    <a:pt x="91636" y="66430"/>
                  </a:lnTo>
                  <a:lnTo>
                    <a:pt x="215606" y="0"/>
                  </a:lnTo>
                  <a:lnTo>
                    <a:pt x="215606" y="250042"/>
                  </a:lnTo>
                  <a:lnTo>
                    <a:pt x="375018" y="250042"/>
                  </a:lnTo>
                  <a:lnTo>
                    <a:pt x="375018" y="364897"/>
                  </a:lnTo>
                  <a:lnTo>
                    <a:pt x="215606" y="364897"/>
                  </a:lnTo>
                  <a:lnTo>
                    <a:pt x="215606" y="714195"/>
                  </a:lnTo>
                  <a:cubicBezTo>
                    <a:pt x="215606" y="729328"/>
                    <a:pt x="216927" y="741822"/>
                    <a:pt x="219493" y="751601"/>
                  </a:cubicBezTo>
                  <a:cubicBezTo>
                    <a:pt x="222058" y="761379"/>
                    <a:pt x="226099" y="769217"/>
                    <a:pt x="231462" y="775192"/>
                  </a:cubicBezTo>
                  <a:cubicBezTo>
                    <a:pt x="236825" y="781168"/>
                    <a:pt x="243742" y="785359"/>
                    <a:pt x="252137" y="787764"/>
                  </a:cubicBezTo>
                  <a:cubicBezTo>
                    <a:pt x="260531" y="790170"/>
                    <a:pt x="270479" y="791412"/>
                    <a:pt x="282060" y="791412"/>
                  </a:cubicBezTo>
                  <a:cubicBezTo>
                    <a:pt x="298460" y="791412"/>
                    <a:pt x="315093" y="788851"/>
                    <a:pt x="332115" y="783651"/>
                  </a:cubicBezTo>
                  <a:cubicBezTo>
                    <a:pt x="349058" y="778452"/>
                    <a:pt x="363360" y="772476"/>
                    <a:pt x="374941" y="765725"/>
                  </a:cubicBezTo>
                  <a:lnTo>
                    <a:pt x="360561" y="877010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C8D0561-D6D8-F96E-4CB3-2DC751A8B0B6}"/>
                </a:ext>
              </a:extLst>
            </p:cNvPr>
            <p:cNvSpPr/>
            <p:nvPr/>
          </p:nvSpPr>
          <p:spPr bwMode="invGray">
            <a:xfrm>
              <a:off x="6038988" y="2955368"/>
              <a:ext cx="517642" cy="893073"/>
            </a:xfrm>
            <a:custGeom>
              <a:avLst/>
              <a:gdLst>
                <a:gd name="connsiteX0" fmla="*/ 391185 w 517642"/>
                <a:gd name="connsiteY0" fmla="*/ 893074 h 893073"/>
                <a:gd name="connsiteX1" fmla="*/ 391185 w 517642"/>
                <a:gd name="connsiteY1" fmla="*/ 529419 h 893073"/>
                <a:gd name="connsiteX2" fmla="*/ 359396 w 517642"/>
                <a:gd name="connsiteY2" fmla="*/ 396637 h 893073"/>
                <a:gd name="connsiteX3" fmla="*/ 258744 w 517642"/>
                <a:gd name="connsiteY3" fmla="*/ 352946 h 893073"/>
                <a:gd name="connsiteX4" fmla="*/ 204492 w 517642"/>
                <a:gd name="connsiteY4" fmla="*/ 362491 h 893073"/>
                <a:gd name="connsiteX5" fmla="*/ 161977 w 517642"/>
                <a:gd name="connsiteY5" fmla="*/ 394154 h 893073"/>
                <a:gd name="connsiteX6" fmla="*/ 135318 w 517642"/>
                <a:gd name="connsiteY6" fmla="*/ 446227 h 893073"/>
                <a:gd name="connsiteX7" fmla="*/ 126379 w 517642"/>
                <a:gd name="connsiteY7" fmla="*/ 516847 h 893073"/>
                <a:gd name="connsiteX8" fmla="*/ 126379 w 517642"/>
                <a:gd name="connsiteY8" fmla="*/ 893074 h 893073"/>
                <a:gd name="connsiteX9" fmla="*/ 0 w 517642"/>
                <a:gd name="connsiteY9" fmla="*/ 893074 h 893073"/>
                <a:gd name="connsiteX10" fmla="*/ 0 w 517642"/>
                <a:gd name="connsiteY10" fmla="*/ 66430 h 893073"/>
                <a:gd name="connsiteX11" fmla="*/ 126379 w 517642"/>
                <a:gd name="connsiteY11" fmla="*/ 0 h 893073"/>
                <a:gd name="connsiteX12" fmla="*/ 126379 w 517642"/>
                <a:gd name="connsiteY12" fmla="*/ 311039 h 893073"/>
                <a:gd name="connsiteX13" fmla="*/ 155759 w 517642"/>
                <a:gd name="connsiteY13" fmla="*/ 279687 h 893073"/>
                <a:gd name="connsiteX14" fmla="*/ 194155 w 517642"/>
                <a:gd name="connsiteY14" fmla="*/ 256095 h 893073"/>
                <a:gd name="connsiteX15" fmla="*/ 239079 w 517642"/>
                <a:gd name="connsiteY15" fmla="*/ 241428 h 893073"/>
                <a:gd name="connsiteX16" fmla="*/ 288201 w 517642"/>
                <a:gd name="connsiteY16" fmla="*/ 236306 h 893073"/>
                <a:gd name="connsiteX17" fmla="*/ 388853 w 517642"/>
                <a:gd name="connsiteY17" fmla="*/ 254854 h 893073"/>
                <a:gd name="connsiteX18" fmla="*/ 460437 w 517642"/>
                <a:gd name="connsiteY18" fmla="*/ 309565 h 893073"/>
                <a:gd name="connsiteX19" fmla="*/ 503574 w 517642"/>
                <a:gd name="connsiteY19" fmla="*/ 401682 h 893073"/>
                <a:gd name="connsiteX20" fmla="*/ 517642 w 517642"/>
                <a:gd name="connsiteY20" fmla="*/ 524607 h 893073"/>
                <a:gd name="connsiteX21" fmla="*/ 517642 w 517642"/>
                <a:gd name="connsiteY21" fmla="*/ 893074 h 893073"/>
                <a:gd name="connsiteX22" fmla="*/ 391263 w 517642"/>
                <a:gd name="connsiteY22" fmla="*/ 893074 h 893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2" h="893073">
                  <a:moveTo>
                    <a:pt x="391185" y="893074"/>
                  </a:moveTo>
                  <a:lnTo>
                    <a:pt x="391185" y="529419"/>
                  </a:lnTo>
                  <a:cubicBezTo>
                    <a:pt x="391185" y="469974"/>
                    <a:pt x="380615" y="425739"/>
                    <a:pt x="359396" y="396637"/>
                  </a:cubicBezTo>
                  <a:cubicBezTo>
                    <a:pt x="338255" y="367535"/>
                    <a:pt x="304678" y="352946"/>
                    <a:pt x="258744" y="352946"/>
                  </a:cubicBezTo>
                  <a:cubicBezTo>
                    <a:pt x="239157" y="352946"/>
                    <a:pt x="221125" y="356128"/>
                    <a:pt x="204492" y="362491"/>
                  </a:cubicBezTo>
                  <a:cubicBezTo>
                    <a:pt x="187937" y="368855"/>
                    <a:pt x="173713" y="379409"/>
                    <a:pt x="161977" y="394154"/>
                  </a:cubicBezTo>
                  <a:cubicBezTo>
                    <a:pt x="150163" y="408899"/>
                    <a:pt x="141303" y="426282"/>
                    <a:pt x="135318" y="446227"/>
                  </a:cubicBezTo>
                  <a:cubicBezTo>
                    <a:pt x="129333" y="466171"/>
                    <a:pt x="126379" y="489685"/>
                    <a:pt x="126379" y="516847"/>
                  </a:cubicBezTo>
                  <a:lnTo>
                    <a:pt x="126379" y="893074"/>
                  </a:lnTo>
                  <a:lnTo>
                    <a:pt x="0" y="893074"/>
                  </a:lnTo>
                  <a:lnTo>
                    <a:pt x="0" y="66430"/>
                  </a:lnTo>
                  <a:lnTo>
                    <a:pt x="126379" y="0"/>
                  </a:lnTo>
                  <a:lnTo>
                    <a:pt x="126379" y="311039"/>
                  </a:lnTo>
                  <a:cubicBezTo>
                    <a:pt x="134385" y="299476"/>
                    <a:pt x="144178" y="289000"/>
                    <a:pt x="155759" y="279687"/>
                  </a:cubicBezTo>
                  <a:cubicBezTo>
                    <a:pt x="167340" y="270297"/>
                    <a:pt x="180087" y="262459"/>
                    <a:pt x="194155" y="256095"/>
                  </a:cubicBezTo>
                  <a:cubicBezTo>
                    <a:pt x="208067" y="249732"/>
                    <a:pt x="223068" y="244843"/>
                    <a:pt x="239079" y="241428"/>
                  </a:cubicBezTo>
                  <a:cubicBezTo>
                    <a:pt x="255012" y="238013"/>
                    <a:pt x="271413" y="236306"/>
                    <a:pt x="288201" y="236306"/>
                  </a:cubicBezTo>
                  <a:cubicBezTo>
                    <a:pt x="326907" y="236306"/>
                    <a:pt x="360484" y="242514"/>
                    <a:pt x="388853" y="254854"/>
                  </a:cubicBezTo>
                  <a:cubicBezTo>
                    <a:pt x="417223" y="267193"/>
                    <a:pt x="441084" y="285430"/>
                    <a:pt x="460437" y="309565"/>
                  </a:cubicBezTo>
                  <a:cubicBezTo>
                    <a:pt x="479791" y="333700"/>
                    <a:pt x="494169" y="364431"/>
                    <a:pt x="503574" y="401682"/>
                  </a:cubicBezTo>
                  <a:cubicBezTo>
                    <a:pt x="512978" y="439009"/>
                    <a:pt x="517642" y="479985"/>
                    <a:pt x="517642" y="524607"/>
                  </a:cubicBezTo>
                  <a:lnTo>
                    <a:pt x="517642" y="893074"/>
                  </a:lnTo>
                  <a:lnTo>
                    <a:pt x="391263" y="893074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279A299-8506-BC05-BC21-2F6DF5C1A023}"/>
                </a:ext>
              </a:extLst>
            </p:cNvPr>
            <p:cNvSpPr/>
            <p:nvPr/>
          </p:nvSpPr>
          <p:spPr bwMode="invGray">
            <a:xfrm>
              <a:off x="6650598" y="3191674"/>
              <a:ext cx="553550" cy="670581"/>
            </a:xfrm>
            <a:custGeom>
              <a:avLst/>
              <a:gdLst>
                <a:gd name="connsiteX0" fmla="*/ 425850 w 553550"/>
                <a:gd name="connsiteY0" fmla="*/ 275729 h 670581"/>
                <a:gd name="connsiteX1" fmla="*/ 414192 w 553550"/>
                <a:gd name="connsiteY1" fmla="*/ 213568 h 670581"/>
                <a:gd name="connsiteX2" fmla="*/ 386600 w 553550"/>
                <a:gd name="connsiteY2" fmla="*/ 162116 h 670581"/>
                <a:gd name="connsiteX3" fmla="*/ 340509 w 553550"/>
                <a:gd name="connsiteY3" fmla="*/ 127116 h 670581"/>
                <a:gd name="connsiteX4" fmla="*/ 273666 w 553550"/>
                <a:gd name="connsiteY4" fmla="*/ 114234 h 670581"/>
                <a:gd name="connsiteX5" fmla="*/ 214907 w 553550"/>
                <a:gd name="connsiteY5" fmla="*/ 125331 h 670581"/>
                <a:gd name="connsiteX6" fmla="*/ 171770 w 553550"/>
                <a:gd name="connsiteY6" fmla="*/ 156761 h 670581"/>
                <a:gd name="connsiteX7" fmla="*/ 142080 w 553550"/>
                <a:gd name="connsiteY7" fmla="*/ 206739 h 670581"/>
                <a:gd name="connsiteX8" fmla="*/ 126224 w 553550"/>
                <a:gd name="connsiteY8" fmla="*/ 275807 h 670581"/>
                <a:gd name="connsiteX9" fmla="*/ 425772 w 553550"/>
                <a:gd name="connsiteY9" fmla="*/ 275807 h 670581"/>
                <a:gd name="connsiteX10" fmla="*/ 553473 w 553550"/>
                <a:gd name="connsiteY10" fmla="*/ 322447 h 670581"/>
                <a:gd name="connsiteX11" fmla="*/ 552229 w 553550"/>
                <a:gd name="connsiteY11" fmla="*/ 354731 h 670581"/>
                <a:gd name="connsiteX12" fmla="*/ 549820 w 553550"/>
                <a:gd name="connsiteY12" fmla="*/ 379797 h 670581"/>
                <a:gd name="connsiteX13" fmla="*/ 123892 w 553550"/>
                <a:gd name="connsiteY13" fmla="*/ 379797 h 670581"/>
                <a:gd name="connsiteX14" fmla="*/ 144256 w 553550"/>
                <a:gd name="connsiteY14" fmla="*/ 459652 h 670581"/>
                <a:gd name="connsiteX15" fmla="*/ 180786 w 553550"/>
                <a:gd name="connsiteY15" fmla="*/ 514363 h 670581"/>
                <a:gd name="connsiteX16" fmla="*/ 229675 w 553550"/>
                <a:gd name="connsiteY16" fmla="*/ 546104 h 670581"/>
                <a:gd name="connsiteX17" fmla="*/ 286258 w 553550"/>
                <a:gd name="connsiteY17" fmla="*/ 556270 h 670581"/>
                <a:gd name="connsiteX18" fmla="*/ 325819 w 553550"/>
                <a:gd name="connsiteY18" fmla="*/ 552700 h 670581"/>
                <a:gd name="connsiteX19" fmla="*/ 361494 w 553550"/>
                <a:gd name="connsiteY19" fmla="*/ 541913 h 670581"/>
                <a:gd name="connsiteX20" fmla="*/ 391807 w 553550"/>
                <a:gd name="connsiteY20" fmla="*/ 527246 h 670581"/>
                <a:gd name="connsiteX21" fmla="*/ 425928 w 553550"/>
                <a:gd name="connsiteY21" fmla="*/ 504818 h 670581"/>
                <a:gd name="connsiteX22" fmla="*/ 500853 w 553550"/>
                <a:gd name="connsiteY22" fmla="*/ 585604 h 670581"/>
                <a:gd name="connsiteX23" fmla="*/ 454997 w 553550"/>
                <a:gd name="connsiteY23" fmla="*/ 622389 h 670581"/>
                <a:gd name="connsiteX24" fmla="*/ 407662 w 553550"/>
                <a:gd name="connsiteY24" fmla="*/ 647533 h 670581"/>
                <a:gd name="connsiteX25" fmla="*/ 349836 w 553550"/>
                <a:gd name="connsiteY25" fmla="*/ 664606 h 670581"/>
                <a:gd name="connsiteX26" fmla="*/ 278563 w 553550"/>
                <a:gd name="connsiteY26" fmla="*/ 670581 h 670581"/>
                <a:gd name="connsiteX27" fmla="*/ 200062 w 553550"/>
                <a:gd name="connsiteY27" fmla="*/ 658941 h 670581"/>
                <a:gd name="connsiteX28" fmla="*/ 135396 w 553550"/>
                <a:gd name="connsiteY28" fmla="*/ 628442 h 670581"/>
                <a:gd name="connsiteX29" fmla="*/ 84797 w 553550"/>
                <a:gd name="connsiteY29" fmla="*/ 585372 h 670581"/>
                <a:gd name="connsiteX30" fmla="*/ 41971 w 553550"/>
                <a:gd name="connsiteY30" fmla="*/ 523133 h 670581"/>
                <a:gd name="connsiteX31" fmla="*/ 10804 w 553550"/>
                <a:gd name="connsiteY31" fmla="*/ 438233 h 670581"/>
                <a:gd name="connsiteX32" fmla="*/ 0 w 553550"/>
                <a:gd name="connsiteY32" fmla="*/ 335640 h 670581"/>
                <a:gd name="connsiteX33" fmla="*/ 20675 w 553550"/>
                <a:gd name="connsiteY33" fmla="*/ 191450 h 670581"/>
                <a:gd name="connsiteX34" fmla="*/ 78502 w 553550"/>
                <a:gd name="connsiteY34" fmla="*/ 86141 h 670581"/>
                <a:gd name="connsiteX35" fmla="*/ 167729 w 553550"/>
                <a:gd name="connsiteY35" fmla="*/ 21884 h 670581"/>
                <a:gd name="connsiteX36" fmla="*/ 282139 w 553550"/>
                <a:gd name="connsiteY36" fmla="*/ 0 h 670581"/>
                <a:gd name="connsiteX37" fmla="*/ 401989 w 553550"/>
                <a:gd name="connsiteY37" fmla="*/ 26075 h 670581"/>
                <a:gd name="connsiteX38" fmla="*/ 486475 w 553550"/>
                <a:gd name="connsiteY38" fmla="*/ 96074 h 670581"/>
                <a:gd name="connsiteX39" fmla="*/ 536762 w 553550"/>
                <a:gd name="connsiteY39" fmla="*/ 198668 h 670581"/>
                <a:gd name="connsiteX40" fmla="*/ 553551 w 553550"/>
                <a:gd name="connsiteY40" fmla="*/ 322447 h 67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53550" h="670581">
                  <a:moveTo>
                    <a:pt x="425850" y="275729"/>
                  </a:moveTo>
                  <a:cubicBezTo>
                    <a:pt x="424218" y="253767"/>
                    <a:pt x="420332" y="233047"/>
                    <a:pt x="414192" y="213568"/>
                  </a:cubicBezTo>
                  <a:cubicBezTo>
                    <a:pt x="407974" y="194012"/>
                    <a:pt x="398802" y="176861"/>
                    <a:pt x="386600" y="162116"/>
                  </a:cubicBezTo>
                  <a:cubicBezTo>
                    <a:pt x="374397" y="147371"/>
                    <a:pt x="359085" y="135730"/>
                    <a:pt x="340509" y="127116"/>
                  </a:cubicBezTo>
                  <a:cubicBezTo>
                    <a:pt x="321933" y="118580"/>
                    <a:pt x="299626" y="114234"/>
                    <a:pt x="273666" y="114234"/>
                  </a:cubicBezTo>
                  <a:cubicBezTo>
                    <a:pt x="251282" y="114234"/>
                    <a:pt x="231773" y="117959"/>
                    <a:pt x="214907" y="125331"/>
                  </a:cubicBezTo>
                  <a:cubicBezTo>
                    <a:pt x="198196" y="132704"/>
                    <a:pt x="183740" y="143180"/>
                    <a:pt x="171770" y="156761"/>
                  </a:cubicBezTo>
                  <a:cubicBezTo>
                    <a:pt x="159801" y="170342"/>
                    <a:pt x="149930" y="187027"/>
                    <a:pt x="142080" y="206739"/>
                  </a:cubicBezTo>
                  <a:cubicBezTo>
                    <a:pt x="134307" y="226528"/>
                    <a:pt x="129022" y="249499"/>
                    <a:pt x="126224" y="275807"/>
                  </a:cubicBezTo>
                  <a:lnTo>
                    <a:pt x="425772" y="275807"/>
                  </a:lnTo>
                  <a:close/>
                  <a:moveTo>
                    <a:pt x="553473" y="322447"/>
                  </a:moveTo>
                  <a:cubicBezTo>
                    <a:pt x="553473" y="334010"/>
                    <a:pt x="553084" y="344797"/>
                    <a:pt x="552229" y="354731"/>
                  </a:cubicBezTo>
                  <a:cubicBezTo>
                    <a:pt x="551452" y="364742"/>
                    <a:pt x="550597" y="373045"/>
                    <a:pt x="549820" y="379797"/>
                  </a:cubicBezTo>
                  <a:lnTo>
                    <a:pt x="123892" y="379797"/>
                  </a:lnTo>
                  <a:cubicBezTo>
                    <a:pt x="127468" y="410916"/>
                    <a:pt x="134307" y="437535"/>
                    <a:pt x="144256" y="459652"/>
                  </a:cubicBezTo>
                  <a:cubicBezTo>
                    <a:pt x="154205" y="481769"/>
                    <a:pt x="166407" y="500006"/>
                    <a:pt x="180786" y="514363"/>
                  </a:cubicBezTo>
                  <a:cubicBezTo>
                    <a:pt x="195165" y="528720"/>
                    <a:pt x="211487" y="539274"/>
                    <a:pt x="229675" y="546104"/>
                  </a:cubicBezTo>
                  <a:cubicBezTo>
                    <a:pt x="247862" y="552933"/>
                    <a:pt x="266671" y="556270"/>
                    <a:pt x="286258" y="556270"/>
                  </a:cubicBezTo>
                  <a:cubicBezTo>
                    <a:pt x="300248" y="556270"/>
                    <a:pt x="313383" y="555106"/>
                    <a:pt x="325819" y="552700"/>
                  </a:cubicBezTo>
                  <a:cubicBezTo>
                    <a:pt x="338177" y="550294"/>
                    <a:pt x="350069" y="546724"/>
                    <a:pt x="361494" y="541913"/>
                  </a:cubicBezTo>
                  <a:cubicBezTo>
                    <a:pt x="372920" y="537101"/>
                    <a:pt x="382946" y="532290"/>
                    <a:pt x="391807" y="527246"/>
                  </a:cubicBezTo>
                  <a:cubicBezTo>
                    <a:pt x="400590" y="522279"/>
                    <a:pt x="411937" y="514751"/>
                    <a:pt x="425928" y="504818"/>
                  </a:cubicBezTo>
                  <a:lnTo>
                    <a:pt x="500853" y="585604"/>
                  </a:lnTo>
                  <a:cubicBezTo>
                    <a:pt x="484842" y="600737"/>
                    <a:pt x="469609" y="612999"/>
                    <a:pt x="454997" y="622389"/>
                  </a:cubicBezTo>
                  <a:cubicBezTo>
                    <a:pt x="440384" y="631779"/>
                    <a:pt x="424684" y="640160"/>
                    <a:pt x="407662" y="647533"/>
                  </a:cubicBezTo>
                  <a:cubicBezTo>
                    <a:pt x="390719" y="654905"/>
                    <a:pt x="371443" y="660570"/>
                    <a:pt x="349836" y="664606"/>
                  </a:cubicBezTo>
                  <a:cubicBezTo>
                    <a:pt x="328307" y="668564"/>
                    <a:pt x="304445" y="670581"/>
                    <a:pt x="278563" y="670581"/>
                  </a:cubicBezTo>
                  <a:cubicBezTo>
                    <a:pt x="250583" y="670581"/>
                    <a:pt x="224467" y="666701"/>
                    <a:pt x="200062" y="658941"/>
                  </a:cubicBezTo>
                  <a:cubicBezTo>
                    <a:pt x="175734" y="651180"/>
                    <a:pt x="154127" y="641014"/>
                    <a:pt x="135396" y="628442"/>
                  </a:cubicBezTo>
                  <a:cubicBezTo>
                    <a:pt x="116586" y="615870"/>
                    <a:pt x="99720" y="601513"/>
                    <a:pt x="84797" y="585372"/>
                  </a:cubicBezTo>
                  <a:cubicBezTo>
                    <a:pt x="69796" y="569230"/>
                    <a:pt x="55573" y="548509"/>
                    <a:pt x="41971" y="523133"/>
                  </a:cubicBezTo>
                  <a:cubicBezTo>
                    <a:pt x="28369" y="497834"/>
                    <a:pt x="18032" y="469508"/>
                    <a:pt x="10804" y="438233"/>
                  </a:cubicBezTo>
                  <a:cubicBezTo>
                    <a:pt x="3575" y="406959"/>
                    <a:pt x="0" y="372735"/>
                    <a:pt x="0" y="335640"/>
                  </a:cubicBezTo>
                  <a:cubicBezTo>
                    <a:pt x="0" y="281394"/>
                    <a:pt x="6918" y="233357"/>
                    <a:pt x="20675" y="191450"/>
                  </a:cubicBezTo>
                  <a:cubicBezTo>
                    <a:pt x="34432" y="149622"/>
                    <a:pt x="53708" y="114467"/>
                    <a:pt x="78502" y="86141"/>
                  </a:cubicBezTo>
                  <a:cubicBezTo>
                    <a:pt x="103296" y="57815"/>
                    <a:pt x="132986" y="36396"/>
                    <a:pt x="167729" y="21884"/>
                  </a:cubicBezTo>
                  <a:cubicBezTo>
                    <a:pt x="202549" y="7295"/>
                    <a:pt x="240634" y="0"/>
                    <a:pt x="282139" y="0"/>
                  </a:cubicBezTo>
                  <a:cubicBezTo>
                    <a:pt x="328073" y="0"/>
                    <a:pt x="368023" y="8692"/>
                    <a:pt x="401989" y="26075"/>
                  </a:cubicBezTo>
                  <a:cubicBezTo>
                    <a:pt x="435954" y="43381"/>
                    <a:pt x="464090" y="66740"/>
                    <a:pt x="486475" y="96074"/>
                  </a:cubicBezTo>
                  <a:cubicBezTo>
                    <a:pt x="508859" y="125409"/>
                    <a:pt x="525570" y="159633"/>
                    <a:pt x="536762" y="198668"/>
                  </a:cubicBezTo>
                  <a:cubicBezTo>
                    <a:pt x="547954" y="237780"/>
                    <a:pt x="553551" y="278988"/>
                    <a:pt x="553551" y="322447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DEA2AAA-05CE-74A9-3D2A-1994A090655C}"/>
                </a:ext>
              </a:extLst>
            </p:cNvPr>
            <p:cNvSpPr/>
            <p:nvPr/>
          </p:nvSpPr>
          <p:spPr bwMode="invGray">
            <a:xfrm>
              <a:off x="7297884" y="3191752"/>
              <a:ext cx="517719" cy="656845"/>
            </a:xfrm>
            <a:custGeom>
              <a:avLst/>
              <a:gdLst>
                <a:gd name="connsiteX0" fmla="*/ 391262 w 517719"/>
                <a:gd name="connsiteY0" fmla="*/ 656690 h 656845"/>
                <a:gd name="connsiteX1" fmla="*/ 391262 w 517719"/>
                <a:gd name="connsiteY1" fmla="*/ 293035 h 656845"/>
                <a:gd name="connsiteX2" fmla="*/ 360095 w 517719"/>
                <a:gd name="connsiteY2" fmla="*/ 161107 h 656845"/>
                <a:gd name="connsiteX3" fmla="*/ 258821 w 517719"/>
                <a:gd name="connsiteY3" fmla="*/ 116562 h 656845"/>
                <a:gd name="connsiteX4" fmla="*/ 202471 w 517719"/>
                <a:gd name="connsiteY4" fmla="*/ 127349 h 656845"/>
                <a:gd name="connsiteX5" fmla="*/ 159334 w 517719"/>
                <a:gd name="connsiteY5" fmla="*/ 160874 h 656845"/>
                <a:gd name="connsiteX6" fmla="*/ 134152 w 517719"/>
                <a:gd name="connsiteY6" fmla="*/ 214421 h 656845"/>
                <a:gd name="connsiteX7" fmla="*/ 126379 w 517719"/>
                <a:gd name="connsiteY7" fmla="*/ 280541 h 656845"/>
                <a:gd name="connsiteX8" fmla="*/ 126379 w 517719"/>
                <a:gd name="connsiteY8" fmla="*/ 656768 h 656845"/>
                <a:gd name="connsiteX9" fmla="*/ 0 w 517719"/>
                <a:gd name="connsiteY9" fmla="*/ 656768 h 656845"/>
                <a:gd name="connsiteX10" fmla="*/ 0 w 517719"/>
                <a:gd name="connsiteY10" fmla="*/ 13736 h 656845"/>
                <a:gd name="connsiteX11" fmla="*/ 126379 w 517719"/>
                <a:gd name="connsiteY11" fmla="*/ 13736 h 656845"/>
                <a:gd name="connsiteX12" fmla="*/ 126379 w 517719"/>
                <a:gd name="connsiteY12" fmla="*/ 74733 h 656845"/>
                <a:gd name="connsiteX13" fmla="*/ 155759 w 517719"/>
                <a:gd name="connsiteY13" fmla="*/ 43381 h 656845"/>
                <a:gd name="connsiteX14" fmla="*/ 194154 w 517719"/>
                <a:gd name="connsiteY14" fmla="*/ 19789 h 656845"/>
                <a:gd name="connsiteX15" fmla="*/ 239079 w 517719"/>
                <a:gd name="connsiteY15" fmla="*/ 5122 h 656845"/>
                <a:gd name="connsiteX16" fmla="*/ 288201 w 517719"/>
                <a:gd name="connsiteY16" fmla="*/ 0 h 656845"/>
                <a:gd name="connsiteX17" fmla="*/ 389164 w 517719"/>
                <a:gd name="connsiteY17" fmla="*/ 18858 h 656845"/>
                <a:gd name="connsiteX18" fmla="*/ 460515 w 517719"/>
                <a:gd name="connsiteY18" fmla="*/ 73026 h 656845"/>
                <a:gd name="connsiteX19" fmla="*/ 503341 w 517719"/>
                <a:gd name="connsiteY19" fmla="*/ 162194 h 656845"/>
                <a:gd name="connsiteX20" fmla="*/ 517719 w 517719"/>
                <a:gd name="connsiteY20" fmla="*/ 288379 h 656845"/>
                <a:gd name="connsiteX21" fmla="*/ 517719 w 517719"/>
                <a:gd name="connsiteY21" fmla="*/ 656845 h 656845"/>
                <a:gd name="connsiteX22" fmla="*/ 391262 w 517719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719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471" y="127349"/>
                  </a:cubicBezTo>
                  <a:cubicBezTo>
                    <a:pt x="185294" y="134566"/>
                    <a:pt x="170915" y="145664"/>
                    <a:pt x="159334" y="160874"/>
                  </a:cubicBezTo>
                  <a:cubicBezTo>
                    <a:pt x="147753" y="176007"/>
                    <a:pt x="139359" y="193856"/>
                    <a:pt x="134152" y="214421"/>
                  </a:cubicBezTo>
                  <a:cubicBezTo>
                    <a:pt x="128944" y="234987"/>
                    <a:pt x="126379" y="257027"/>
                    <a:pt x="126379" y="280541"/>
                  </a:cubicBezTo>
                  <a:lnTo>
                    <a:pt x="126379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379" y="13736"/>
                  </a:lnTo>
                  <a:lnTo>
                    <a:pt x="126379" y="74733"/>
                  </a:lnTo>
                  <a:cubicBezTo>
                    <a:pt x="134385" y="63170"/>
                    <a:pt x="144178" y="52693"/>
                    <a:pt x="155759" y="43381"/>
                  </a:cubicBezTo>
                  <a:cubicBezTo>
                    <a:pt x="167340" y="33991"/>
                    <a:pt x="180086" y="26153"/>
                    <a:pt x="194154" y="19789"/>
                  </a:cubicBezTo>
                  <a:cubicBezTo>
                    <a:pt x="208067" y="13426"/>
                    <a:pt x="223068" y="8537"/>
                    <a:pt x="239079" y="5122"/>
                  </a:cubicBezTo>
                  <a:cubicBezTo>
                    <a:pt x="255090" y="1707"/>
                    <a:pt x="271412" y="0"/>
                    <a:pt x="288201" y="0"/>
                  </a:cubicBezTo>
                  <a:cubicBezTo>
                    <a:pt x="326907" y="0"/>
                    <a:pt x="360562" y="6286"/>
                    <a:pt x="389164" y="18858"/>
                  </a:cubicBezTo>
                  <a:cubicBezTo>
                    <a:pt x="417767" y="31430"/>
                    <a:pt x="441472" y="49434"/>
                    <a:pt x="460515" y="73026"/>
                  </a:cubicBezTo>
                  <a:cubicBezTo>
                    <a:pt x="479479" y="96540"/>
                    <a:pt x="493703" y="126263"/>
                    <a:pt x="503341" y="162194"/>
                  </a:cubicBezTo>
                  <a:cubicBezTo>
                    <a:pt x="512901" y="198125"/>
                    <a:pt x="517719" y="240186"/>
                    <a:pt x="517719" y="288379"/>
                  </a:cubicBezTo>
                  <a:lnTo>
                    <a:pt x="517719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372FB10-C192-0396-6805-BD375B38FC36}"/>
                </a:ext>
              </a:extLst>
            </p:cNvPr>
            <p:cNvSpPr/>
            <p:nvPr/>
          </p:nvSpPr>
          <p:spPr bwMode="invGray">
            <a:xfrm>
              <a:off x="7909572" y="3191752"/>
              <a:ext cx="574457" cy="670503"/>
            </a:xfrm>
            <a:custGeom>
              <a:avLst/>
              <a:gdLst>
                <a:gd name="connsiteX0" fmla="*/ 446913 w 574457"/>
                <a:gd name="connsiteY0" fmla="*/ 335485 h 670503"/>
                <a:gd name="connsiteX1" fmla="*/ 435487 w 574457"/>
                <a:gd name="connsiteY1" fmla="*/ 246628 h 670503"/>
                <a:gd name="connsiteX2" fmla="*/ 402843 w 574457"/>
                <a:gd name="connsiteY2" fmla="*/ 178724 h 670503"/>
                <a:gd name="connsiteX3" fmla="*/ 351001 w 574457"/>
                <a:gd name="connsiteY3" fmla="*/ 135342 h 670503"/>
                <a:gd name="connsiteX4" fmla="*/ 282138 w 574457"/>
                <a:gd name="connsiteY4" fmla="*/ 120132 h 670503"/>
                <a:gd name="connsiteX5" fmla="*/ 217705 w 574457"/>
                <a:gd name="connsiteY5" fmla="*/ 135342 h 670503"/>
                <a:gd name="connsiteX6" fmla="*/ 169205 w 574457"/>
                <a:gd name="connsiteY6" fmla="*/ 178413 h 670503"/>
                <a:gd name="connsiteX7" fmla="*/ 138349 w 574457"/>
                <a:gd name="connsiteY7" fmla="*/ 245153 h 670503"/>
                <a:gd name="connsiteX8" fmla="*/ 127623 w 574457"/>
                <a:gd name="connsiteY8" fmla="*/ 331837 h 670503"/>
                <a:gd name="connsiteX9" fmla="*/ 139281 w 574457"/>
                <a:gd name="connsiteY9" fmla="*/ 425739 h 670503"/>
                <a:gd name="connsiteX10" fmla="*/ 172236 w 574457"/>
                <a:gd name="connsiteY10" fmla="*/ 493953 h 670503"/>
                <a:gd name="connsiteX11" fmla="*/ 223145 w 574457"/>
                <a:gd name="connsiteY11" fmla="*/ 535782 h 670503"/>
                <a:gd name="connsiteX12" fmla="*/ 288744 w 574457"/>
                <a:gd name="connsiteY12" fmla="*/ 550139 h 670503"/>
                <a:gd name="connsiteX13" fmla="*/ 353722 w 574457"/>
                <a:gd name="connsiteY13" fmla="*/ 533066 h 670503"/>
                <a:gd name="connsiteX14" fmla="*/ 403465 w 574457"/>
                <a:gd name="connsiteY14" fmla="*/ 486969 h 670503"/>
                <a:gd name="connsiteX15" fmla="*/ 435487 w 574457"/>
                <a:gd name="connsiteY15" fmla="*/ 418755 h 670503"/>
                <a:gd name="connsiteX16" fmla="*/ 446913 w 574457"/>
                <a:gd name="connsiteY16" fmla="*/ 335330 h 670503"/>
                <a:gd name="connsiteX17" fmla="*/ 574458 w 574457"/>
                <a:gd name="connsiteY17" fmla="*/ 331915 h 670503"/>
                <a:gd name="connsiteX18" fmla="*/ 552307 w 574457"/>
                <a:gd name="connsiteY18" fmla="*/ 474863 h 670503"/>
                <a:gd name="connsiteX19" fmla="*/ 491216 w 574457"/>
                <a:gd name="connsiteY19" fmla="*/ 581336 h 670503"/>
                <a:gd name="connsiteX20" fmla="*/ 398957 w 574457"/>
                <a:gd name="connsiteY20" fmla="*/ 647766 h 670503"/>
                <a:gd name="connsiteX21" fmla="*/ 283926 w 574457"/>
                <a:gd name="connsiteY21" fmla="*/ 670504 h 670503"/>
                <a:gd name="connsiteX22" fmla="*/ 170993 w 574457"/>
                <a:gd name="connsiteY22" fmla="*/ 646602 h 670503"/>
                <a:gd name="connsiteX23" fmla="*/ 81144 w 574457"/>
                <a:gd name="connsiteY23" fmla="*/ 578698 h 670503"/>
                <a:gd name="connsiteX24" fmla="*/ 21529 w 574457"/>
                <a:gd name="connsiteY24" fmla="*/ 472845 h 670503"/>
                <a:gd name="connsiteX25" fmla="*/ 0 w 574457"/>
                <a:gd name="connsiteY25" fmla="*/ 335562 h 670503"/>
                <a:gd name="connsiteX26" fmla="*/ 22151 w 574457"/>
                <a:gd name="connsiteY26" fmla="*/ 194400 h 670503"/>
                <a:gd name="connsiteX27" fmla="*/ 82931 w 574457"/>
                <a:gd name="connsiteY27" fmla="*/ 88857 h 670503"/>
                <a:gd name="connsiteX28" fmla="*/ 174024 w 574457"/>
                <a:gd name="connsiteY28" fmla="*/ 22738 h 670503"/>
                <a:gd name="connsiteX29" fmla="*/ 287579 w 574457"/>
                <a:gd name="connsiteY29" fmla="*/ 0 h 670503"/>
                <a:gd name="connsiteX30" fmla="*/ 401678 w 574457"/>
                <a:gd name="connsiteY30" fmla="*/ 23669 h 670503"/>
                <a:gd name="connsiteX31" fmla="*/ 492459 w 574457"/>
                <a:gd name="connsiteY31" fmla="*/ 90642 h 670503"/>
                <a:gd name="connsiteX32" fmla="*/ 552617 w 574457"/>
                <a:gd name="connsiteY32" fmla="*/ 195331 h 670503"/>
                <a:gd name="connsiteX33" fmla="*/ 574458 w 574457"/>
                <a:gd name="connsiteY33" fmla="*/ 33199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74457" h="670503">
                  <a:moveTo>
                    <a:pt x="446913" y="335485"/>
                  </a:moveTo>
                  <a:cubicBezTo>
                    <a:pt x="446913" y="302813"/>
                    <a:pt x="443105" y="273168"/>
                    <a:pt x="435487" y="246628"/>
                  </a:cubicBezTo>
                  <a:cubicBezTo>
                    <a:pt x="427871" y="220164"/>
                    <a:pt x="416989" y="197504"/>
                    <a:pt x="402843" y="178724"/>
                  </a:cubicBezTo>
                  <a:cubicBezTo>
                    <a:pt x="388698" y="160021"/>
                    <a:pt x="371365" y="145509"/>
                    <a:pt x="351001" y="135342"/>
                  </a:cubicBezTo>
                  <a:cubicBezTo>
                    <a:pt x="330638" y="125176"/>
                    <a:pt x="307631" y="120132"/>
                    <a:pt x="282138" y="120132"/>
                  </a:cubicBezTo>
                  <a:cubicBezTo>
                    <a:pt x="258199" y="120132"/>
                    <a:pt x="236670" y="125176"/>
                    <a:pt x="217705" y="135342"/>
                  </a:cubicBezTo>
                  <a:cubicBezTo>
                    <a:pt x="198740" y="145509"/>
                    <a:pt x="182574" y="159866"/>
                    <a:pt x="169205" y="178413"/>
                  </a:cubicBezTo>
                  <a:cubicBezTo>
                    <a:pt x="155837" y="196960"/>
                    <a:pt x="145577" y="219233"/>
                    <a:pt x="138349" y="245153"/>
                  </a:cubicBezTo>
                  <a:cubicBezTo>
                    <a:pt x="131120" y="271073"/>
                    <a:pt x="127623" y="300019"/>
                    <a:pt x="127623" y="331837"/>
                  </a:cubicBezTo>
                  <a:cubicBezTo>
                    <a:pt x="127623" y="367303"/>
                    <a:pt x="131509" y="398655"/>
                    <a:pt x="139281" y="425739"/>
                  </a:cubicBezTo>
                  <a:cubicBezTo>
                    <a:pt x="147054" y="452901"/>
                    <a:pt x="158013" y="475561"/>
                    <a:pt x="172236" y="493953"/>
                  </a:cubicBezTo>
                  <a:cubicBezTo>
                    <a:pt x="186382" y="512268"/>
                    <a:pt x="203404" y="526237"/>
                    <a:pt x="223145" y="535782"/>
                  </a:cubicBezTo>
                  <a:cubicBezTo>
                    <a:pt x="242888" y="545328"/>
                    <a:pt x="264728" y="550139"/>
                    <a:pt x="288744" y="550139"/>
                  </a:cubicBezTo>
                  <a:cubicBezTo>
                    <a:pt x="312761" y="550139"/>
                    <a:pt x="334368" y="544474"/>
                    <a:pt x="353722" y="533066"/>
                  </a:cubicBezTo>
                  <a:cubicBezTo>
                    <a:pt x="373075" y="521658"/>
                    <a:pt x="389708" y="506293"/>
                    <a:pt x="403465" y="486969"/>
                  </a:cubicBezTo>
                  <a:cubicBezTo>
                    <a:pt x="417222" y="467645"/>
                    <a:pt x="427948" y="444907"/>
                    <a:pt x="435487" y="418755"/>
                  </a:cubicBezTo>
                  <a:cubicBezTo>
                    <a:pt x="443027" y="392602"/>
                    <a:pt x="446913" y="364819"/>
                    <a:pt x="446913" y="335330"/>
                  </a:cubicBezTo>
                  <a:moveTo>
                    <a:pt x="574458" y="331915"/>
                  </a:moveTo>
                  <a:cubicBezTo>
                    <a:pt x="574458" y="385384"/>
                    <a:pt x="567074" y="433034"/>
                    <a:pt x="552307" y="474863"/>
                  </a:cubicBezTo>
                  <a:cubicBezTo>
                    <a:pt x="537539" y="516769"/>
                    <a:pt x="517175" y="552234"/>
                    <a:pt x="491216" y="581336"/>
                  </a:cubicBezTo>
                  <a:cubicBezTo>
                    <a:pt x="465256" y="610438"/>
                    <a:pt x="434477" y="632555"/>
                    <a:pt x="398957" y="647766"/>
                  </a:cubicBezTo>
                  <a:cubicBezTo>
                    <a:pt x="363438" y="662899"/>
                    <a:pt x="325042" y="670504"/>
                    <a:pt x="283926" y="670504"/>
                  </a:cubicBezTo>
                  <a:cubicBezTo>
                    <a:pt x="242810" y="670504"/>
                    <a:pt x="205502" y="662511"/>
                    <a:pt x="170993" y="646602"/>
                  </a:cubicBezTo>
                  <a:cubicBezTo>
                    <a:pt x="136483" y="630693"/>
                    <a:pt x="106482" y="608032"/>
                    <a:pt x="81144" y="578698"/>
                  </a:cubicBezTo>
                  <a:cubicBezTo>
                    <a:pt x="55728" y="549363"/>
                    <a:pt x="35908" y="514130"/>
                    <a:pt x="21529" y="472845"/>
                  </a:cubicBezTo>
                  <a:cubicBezTo>
                    <a:pt x="7150" y="431559"/>
                    <a:pt x="0" y="385850"/>
                    <a:pt x="0" y="335562"/>
                  </a:cubicBezTo>
                  <a:cubicBezTo>
                    <a:pt x="0" y="285275"/>
                    <a:pt x="7384" y="235840"/>
                    <a:pt x="22151" y="194400"/>
                  </a:cubicBezTo>
                  <a:cubicBezTo>
                    <a:pt x="36919" y="152959"/>
                    <a:pt x="57205" y="117726"/>
                    <a:pt x="82931" y="88857"/>
                  </a:cubicBezTo>
                  <a:cubicBezTo>
                    <a:pt x="108658" y="59988"/>
                    <a:pt x="139048" y="37949"/>
                    <a:pt x="174024" y="22738"/>
                  </a:cubicBezTo>
                  <a:cubicBezTo>
                    <a:pt x="208999" y="7605"/>
                    <a:pt x="246774" y="0"/>
                    <a:pt x="287579" y="0"/>
                  </a:cubicBezTo>
                  <a:cubicBezTo>
                    <a:pt x="328384" y="0"/>
                    <a:pt x="366702" y="7916"/>
                    <a:pt x="401678" y="23669"/>
                  </a:cubicBezTo>
                  <a:cubicBezTo>
                    <a:pt x="436653" y="39423"/>
                    <a:pt x="466888" y="61773"/>
                    <a:pt x="492459" y="90642"/>
                  </a:cubicBezTo>
                  <a:cubicBezTo>
                    <a:pt x="518030" y="119589"/>
                    <a:pt x="538083" y="154433"/>
                    <a:pt x="552617" y="195331"/>
                  </a:cubicBezTo>
                  <a:cubicBezTo>
                    <a:pt x="567152" y="236151"/>
                    <a:pt x="574458" y="281782"/>
                    <a:pt x="574458" y="331993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06A5B23-70C0-C995-D44F-004504E1ACA1}"/>
                </a:ext>
              </a:extLst>
            </p:cNvPr>
            <p:cNvSpPr/>
            <p:nvPr/>
          </p:nvSpPr>
          <p:spPr bwMode="invGray">
            <a:xfrm>
              <a:off x="8577920" y="3191752"/>
              <a:ext cx="517641" cy="656845"/>
            </a:xfrm>
            <a:custGeom>
              <a:avLst/>
              <a:gdLst>
                <a:gd name="connsiteX0" fmla="*/ 391262 w 517641"/>
                <a:gd name="connsiteY0" fmla="*/ 656690 h 656845"/>
                <a:gd name="connsiteX1" fmla="*/ 391262 w 517641"/>
                <a:gd name="connsiteY1" fmla="*/ 293035 h 656845"/>
                <a:gd name="connsiteX2" fmla="*/ 360095 w 517641"/>
                <a:gd name="connsiteY2" fmla="*/ 161107 h 656845"/>
                <a:gd name="connsiteX3" fmla="*/ 258821 w 517641"/>
                <a:gd name="connsiteY3" fmla="*/ 116562 h 656845"/>
                <a:gd name="connsiteX4" fmla="*/ 202549 w 517641"/>
                <a:gd name="connsiteY4" fmla="*/ 127349 h 656845"/>
                <a:gd name="connsiteX5" fmla="*/ 159412 w 517641"/>
                <a:gd name="connsiteY5" fmla="*/ 160874 h 656845"/>
                <a:gd name="connsiteX6" fmla="*/ 134230 w 517641"/>
                <a:gd name="connsiteY6" fmla="*/ 214421 h 656845"/>
                <a:gd name="connsiteX7" fmla="*/ 126457 w 517641"/>
                <a:gd name="connsiteY7" fmla="*/ 280541 h 656845"/>
                <a:gd name="connsiteX8" fmla="*/ 126457 w 517641"/>
                <a:gd name="connsiteY8" fmla="*/ 656768 h 656845"/>
                <a:gd name="connsiteX9" fmla="*/ 0 w 517641"/>
                <a:gd name="connsiteY9" fmla="*/ 656768 h 656845"/>
                <a:gd name="connsiteX10" fmla="*/ 0 w 517641"/>
                <a:gd name="connsiteY10" fmla="*/ 13736 h 656845"/>
                <a:gd name="connsiteX11" fmla="*/ 126457 w 517641"/>
                <a:gd name="connsiteY11" fmla="*/ 13736 h 656845"/>
                <a:gd name="connsiteX12" fmla="*/ 126457 w 517641"/>
                <a:gd name="connsiteY12" fmla="*/ 74733 h 656845"/>
                <a:gd name="connsiteX13" fmla="*/ 155837 w 517641"/>
                <a:gd name="connsiteY13" fmla="*/ 43381 h 656845"/>
                <a:gd name="connsiteX14" fmla="*/ 194154 w 517641"/>
                <a:gd name="connsiteY14" fmla="*/ 19789 h 656845"/>
                <a:gd name="connsiteX15" fmla="*/ 239079 w 517641"/>
                <a:gd name="connsiteY15" fmla="*/ 5122 h 656845"/>
                <a:gd name="connsiteX16" fmla="*/ 288201 w 517641"/>
                <a:gd name="connsiteY16" fmla="*/ 0 h 656845"/>
                <a:gd name="connsiteX17" fmla="*/ 389164 w 517641"/>
                <a:gd name="connsiteY17" fmla="*/ 18858 h 656845"/>
                <a:gd name="connsiteX18" fmla="*/ 460437 w 517641"/>
                <a:gd name="connsiteY18" fmla="*/ 73026 h 656845"/>
                <a:gd name="connsiteX19" fmla="*/ 503263 w 517641"/>
                <a:gd name="connsiteY19" fmla="*/ 162194 h 656845"/>
                <a:gd name="connsiteX20" fmla="*/ 517642 w 517641"/>
                <a:gd name="connsiteY20" fmla="*/ 288379 h 656845"/>
                <a:gd name="connsiteX21" fmla="*/ 517642 w 517641"/>
                <a:gd name="connsiteY21" fmla="*/ 656845 h 656845"/>
                <a:gd name="connsiteX22" fmla="*/ 391262 w 517641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1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549" y="127349"/>
                  </a:cubicBezTo>
                  <a:cubicBezTo>
                    <a:pt x="185372" y="134566"/>
                    <a:pt x="170993" y="145664"/>
                    <a:pt x="159412" y="160874"/>
                  </a:cubicBezTo>
                  <a:cubicBezTo>
                    <a:pt x="147831" y="176007"/>
                    <a:pt x="139437" y="193856"/>
                    <a:pt x="134230" y="214421"/>
                  </a:cubicBezTo>
                  <a:cubicBezTo>
                    <a:pt x="129022" y="234987"/>
                    <a:pt x="126457" y="257027"/>
                    <a:pt x="126457" y="280541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4462" y="63170"/>
                    <a:pt x="144178" y="52693"/>
                    <a:pt x="155837" y="43381"/>
                  </a:cubicBezTo>
                  <a:cubicBezTo>
                    <a:pt x="167417" y="33991"/>
                    <a:pt x="180164" y="26153"/>
                    <a:pt x="194154" y="19789"/>
                  </a:cubicBezTo>
                  <a:cubicBezTo>
                    <a:pt x="208145" y="13426"/>
                    <a:pt x="223146" y="8537"/>
                    <a:pt x="239079" y="5122"/>
                  </a:cubicBezTo>
                  <a:cubicBezTo>
                    <a:pt x="255012" y="1707"/>
                    <a:pt x="271412" y="0"/>
                    <a:pt x="288201" y="0"/>
                  </a:cubicBezTo>
                  <a:cubicBezTo>
                    <a:pt x="326985" y="0"/>
                    <a:pt x="360562" y="6286"/>
                    <a:pt x="389164" y="18858"/>
                  </a:cubicBezTo>
                  <a:cubicBezTo>
                    <a:pt x="417689" y="31430"/>
                    <a:pt x="441472" y="49434"/>
                    <a:pt x="460437" y="73026"/>
                  </a:cubicBezTo>
                  <a:cubicBezTo>
                    <a:pt x="479402" y="96540"/>
                    <a:pt x="493703" y="126263"/>
                    <a:pt x="503263" y="162194"/>
                  </a:cubicBezTo>
                  <a:cubicBezTo>
                    <a:pt x="512823" y="198125"/>
                    <a:pt x="517642" y="240186"/>
                    <a:pt x="517642" y="288379"/>
                  </a:cubicBezTo>
                  <a:lnTo>
                    <a:pt x="517642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0FF1528-791A-2C6E-03F8-7AA1628538E5}"/>
                </a:ext>
              </a:extLst>
            </p:cNvPr>
            <p:cNvSpPr/>
            <p:nvPr/>
          </p:nvSpPr>
          <p:spPr bwMode="invGray">
            <a:xfrm>
              <a:off x="1333500" y="1365250"/>
              <a:ext cx="2432217" cy="886244"/>
            </a:xfrm>
            <a:custGeom>
              <a:avLst/>
              <a:gdLst>
                <a:gd name="connsiteX0" fmla="*/ 2431984 w 2432217"/>
                <a:gd name="connsiteY0" fmla="*/ 0 h 886244"/>
                <a:gd name="connsiteX1" fmla="*/ 0 w 2432217"/>
                <a:gd name="connsiteY1" fmla="*/ 886245 h 886244"/>
                <a:gd name="connsiteX2" fmla="*/ 2432217 w 2432217"/>
                <a:gd name="connsiteY2" fmla="*/ 457246 h 886244"/>
                <a:gd name="connsiteX3" fmla="*/ 2432217 w 2432217"/>
                <a:gd name="connsiteY3" fmla="*/ 0 h 886244"/>
                <a:gd name="connsiteX4" fmla="*/ 2431984 w 2432217"/>
                <a:gd name="connsiteY4" fmla="*/ 0 h 886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2217" h="886244">
                  <a:moveTo>
                    <a:pt x="2431984" y="0"/>
                  </a:moveTo>
                  <a:lnTo>
                    <a:pt x="0" y="886245"/>
                  </a:lnTo>
                  <a:lnTo>
                    <a:pt x="2432217" y="457246"/>
                  </a:lnTo>
                  <a:lnTo>
                    <a:pt x="2432217" y="0"/>
                  </a:lnTo>
                  <a:lnTo>
                    <a:pt x="2431984" y="0"/>
                  </a:lnTo>
                  <a:close/>
                </a:path>
              </a:pathLst>
            </a:custGeom>
            <a:solidFill>
              <a:srgbClr val="FFE600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B25E00A-C8DF-1BED-E8AF-F5B34BF9BBE4}"/>
                </a:ext>
              </a:extLst>
            </p:cNvPr>
            <p:cNvSpPr/>
            <p:nvPr/>
          </p:nvSpPr>
          <p:spPr bwMode="invGray">
            <a:xfrm>
              <a:off x="1354718" y="2619961"/>
              <a:ext cx="2042042" cy="1228558"/>
            </a:xfrm>
            <a:custGeom>
              <a:avLst/>
              <a:gdLst>
                <a:gd name="connsiteX0" fmla="*/ 1639277 w 2042042"/>
                <a:gd name="connsiteY0" fmla="*/ 78 h 1228558"/>
                <a:gd name="connsiteX1" fmla="*/ 1430277 w 2042042"/>
                <a:gd name="connsiteY1" fmla="*/ 400983 h 1228558"/>
                <a:gd name="connsiteX2" fmla="*/ 1221821 w 2042042"/>
                <a:gd name="connsiteY2" fmla="*/ 78 h 1228558"/>
                <a:gd name="connsiteX3" fmla="*/ 813848 w 2042042"/>
                <a:gd name="connsiteY3" fmla="*/ 78 h 1228558"/>
                <a:gd name="connsiteX4" fmla="*/ 1243662 w 2042042"/>
                <a:gd name="connsiteY4" fmla="*/ 743297 h 1228558"/>
                <a:gd name="connsiteX5" fmla="*/ 1243662 w 2042042"/>
                <a:gd name="connsiteY5" fmla="*/ 1228559 h 1228558"/>
                <a:gd name="connsiteX6" fmla="*/ 1611607 w 2042042"/>
                <a:gd name="connsiteY6" fmla="*/ 1228559 h 1228558"/>
                <a:gd name="connsiteX7" fmla="*/ 1611607 w 2042042"/>
                <a:gd name="connsiteY7" fmla="*/ 743297 h 1228558"/>
                <a:gd name="connsiteX8" fmla="*/ 2042043 w 2042042"/>
                <a:gd name="connsiteY8" fmla="*/ 78 h 1228558"/>
                <a:gd name="connsiteX9" fmla="*/ 1639277 w 2042042"/>
                <a:gd name="connsiteY9" fmla="*/ 78 h 1228558"/>
                <a:gd name="connsiteX10" fmla="*/ 0 w 2042042"/>
                <a:gd name="connsiteY10" fmla="*/ 78 h 1228558"/>
                <a:gd name="connsiteX11" fmla="*/ 0 w 2042042"/>
                <a:gd name="connsiteY11" fmla="*/ 1228481 h 1228558"/>
                <a:gd name="connsiteX12" fmla="*/ 984219 w 2042042"/>
                <a:gd name="connsiteY12" fmla="*/ 1228481 h 1228558"/>
                <a:gd name="connsiteX13" fmla="*/ 984219 w 2042042"/>
                <a:gd name="connsiteY13" fmla="*/ 945923 h 1228558"/>
                <a:gd name="connsiteX14" fmla="*/ 369034 w 2042042"/>
                <a:gd name="connsiteY14" fmla="*/ 945923 h 1228558"/>
                <a:gd name="connsiteX15" fmla="*/ 369034 w 2042042"/>
                <a:gd name="connsiteY15" fmla="*/ 743220 h 1228558"/>
                <a:gd name="connsiteX16" fmla="*/ 813848 w 2042042"/>
                <a:gd name="connsiteY16" fmla="*/ 743220 h 1228558"/>
                <a:gd name="connsiteX17" fmla="*/ 813848 w 2042042"/>
                <a:gd name="connsiteY17" fmla="*/ 485339 h 1228558"/>
                <a:gd name="connsiteX18" fmla="*/ 369034 w 2042042"/>
                <a:gd name="connsiteY18" fmla="*/ 485339 h 1228558"/>
                <a:gd name="connsiteX19" fmla="*/ 369034 w 2042042"/>
                <a:gd name="connsiteY19" fmla="*/ 282558 h 1228558"/>
                <a:gd name="connsiteX20" fmla="*/ 861182 w 2042042"/>
                <a:gd name="connsiteY20" fmla="*/ 282558 h 1228558"/>
                <a:gd name="connsiteX21" fmla="*/ 697884 w 2042042"/>
                <a:gd name="connsiteY21" fmla="*/ 0 h 1228558"/>
                <a:gd name="connsiteX22" fmla="*/ 0 w 2042042"/>
                <a:gd name="connsiteY22" fmla="*/ 0 h 122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2042" h="1228558">
                  <a:moveTo>
                    <a:pt x="1639277" y="78"/>
                  </a:moveTo>
                  <a:lnTo>
                    <a:pt x="1430277" y="400983"/>
                  </a:lnTo>
                  <a:lnTo>
                    <a:pt x="1221821" y="78"/>
                  </a:lnTo>
                  <a:lnTo>
                    <a:pt x="813848" y="78"/>
                  </a:lnTo>
                  <a:lnTo>
                    <a:pt x="1243662" y="743297"/>
                  </a:lnTo>
                  <a:lnTo>
                    <a:pt x="1243662" y="1228559"/>
                  </a:lnTo>
                  <a:lnTo>
                    <a:pt x="1611607" y="1228559"/>
                  </a:lnTo>
                  <a:lnTo>
                    <a:pt x="1611607" y="743297"/>
                  </a:lnTo>
                  <a:lnTo>
                    <a:pt x="2042043" y="78"/>
                  </a:lnTo>
                  <a:lnTo>
                    <a:pt x="1639277" y="78"/>
                  </a:lnTo>
                  <a:close/>
                  <a:moveTo>
                    <a:pt x="0" y="78"/>
                  </a:moveTo>
                  <a:lnTo>
                    <a:pt x="0" y="1228481"/>
                  </a:lnTo>
                  <a:lnTo>
                    <a:pt x="984219" y="1228481"/>
                  </a:lnTo>
                  <a:lnTo>
                    <a:pt x="984219" y="945923"/>
                  </a:lnTo>
                  <a:lnTo>
                    <a:pt x="369034" y="945923"/>
                  </a:lnTo>
                  <a:lnTo>
                    <a:pt x="369034" y="743220"/>
                  </a:lnTo>
                  <a:lnTo>
                    <a:pt x="813848" y="743220"/>
                  </a:lnTo>
                  <a:lnTo>
                    <a:pt x="813848" y="485339"/>
                  </a:lnTo>
                  <a:lnTo>
                    <a:pt x="369034" y="485339"/>
                  </a:lnTo>
                  <a:lnTo>
                    <a:pt x="369034" y="282558"/>
                  </a:lnTo>
                  <a:lnTo>
                    <a:pt x="861182" y="282558"/>
                  </a:lnTo>
                  <a:lnTo>
                    <a:pt x="6978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F77595F-2F34-9A24-CF24-38A868D945EE}"/>
                </a:ext>
              </a:extLst>
            </p:cNvPr>
            <p:cNvSpPr/>
            <p:nvPr/>
          </p:nvSpPr>
          <p:spPr bwMode="invGray">
            <a:xfrm>
              <a:off x="5925900" y="4251210"/>
              <a:ext cx="200839" cy="388178"/>
            </a:xfrm>
            <a:custGeom>
              <a:avLst/>
              <a:gdLst>
                <a:gd name="connsiteX0" fmla="*/ 119151 w 200839"/>
                <a:gd name="connsiteY0" fmla="*/ 286749 h 388178"/>
                <a:gd name="connsiteX1" fmla="*/ 119151 w 200839"/>
                <a:gd name="connsiteY1" fmla="*/ 173679 h 388178"/>
                <a:gd name="connsiteX2" fmla="*/ 199751 w 200839"/>
                <a:gd name="connsiteY2" fmla="*/ 173679 h 388178"/>
                <a:gd name="connsiteX3" fmla="*/ 199751 w 200839"/>
                <a:gd name="connsiteY3" fmla="*/ 107250 h 388178"/>
                <a:gd name="connsiteX4" fmla="*/ 119151 w 200839"/>
                <a:gd name="connsiteY4" fmla="*/ 107250 h 388178"/>
                <a:gd name="connsiteX5" fmla="*/ 119151 w 200839"/>
                <a:gd name="connsiteY5" fmla="*/ 0 h 388178"/>
                <a:gd name="connsiteX6" fmla="*/ 47878 w 200839"/>
                <a:gd name="connsiteY6" fmla="*/ 35543 h 388178"/>
                <a:gd name="connsiteX7" fmla="*/ 47878 w 200839"/>
                <a:gd name="connsiteY7" fmla="*/ 107250 h 388178"/>
                <a:gd name="connsiteX8" fmla="*/ 0 w 200839"/>
                <a:gd name="connsiteY8" fmla="*/ 107250 h 388178"/>
                <a:gd name="connsiteX9" fmla="*/ 0 w 200839"/>
                <a:gd name="connsiteY9" fmla="*/ 173679 h 388178"/>
                <a:gd name="connsiteX10" fmla="*/ 47878 w 200839"/>
                <a:gd name="connsiteY10" fmla="*/ 173679 h 388178"/>
                <a:gd name="connsiteX11" fmla="*/ 47878 w 200839"/>
                <a:gd name="connsiteY11" fmla="*/ 305995 h 388178"/>
                <a:gd name="connsiteX12" fmla="*/ 122027 w 200839"/>
                <a:gd name="connsiteY12" fmla="*/ 388178 h 388178"/>
                <a:gd name="connsiteX13" fmla="*/ 190346 w 200839"/>
                <a:gd name="connsiteY13" fmla="*/ 371260 h 388178"/>
                <a:gd name="connsiteX14" fmla="*/ 200839 w 200839"/>
                <a:gd name="connsiteY14" fmla="*/ 299554 h 388178"/>
                <a:gd name="connsiteX15" fmla="*/ 145344 w 200839"/>
                <a:gd name="connsiteY15" fmla="*/ 319964 h 388178"/>
                <a:gd name="connsiteX16" fmla="*/ 119073 w 200839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9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1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10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E8A9D428-67D0-DCD0-0F64-7D73953EDA3F}"/>
                </a:ext>
              </a:extLst>
            </p:cNvPr>
            <p:cNvSpPr/>
            <p:nvPr/>
          </p:nvSpPr>
          <p:spPr bwMode="invGray">
            <a:xfrm>
              <a:off x="4293307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CE7E7F2B-DDF3-376A-6D73-7C1914B51665}"/>
                </a:ext>
              </a:extLst>
            </p:cNvPr>
            <p:cNvSpPr/>
            <p:nvPr/>
          </p:nvSpPr>
          <p:spPr bwMode="invGray">
            <a:xfrm>
              <a:off x="617057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2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79 w 238379"/>
                <a:gd name="connsiteY10" fmla="*/ 382436 h 382435"/>
                <a:gd name="connsiteX11" fmla="*/ 238379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2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79" y="382436"/>
                  </a:lnTo>
                  <a:lnTo>
                    <a:pt x="238379" y="226761"/>
                  </a:lnTo>
                  <a:cubicBezTo>
                    <a:pt x="238379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CE82F85B-D37C-31D7-DAC4-7F0EC59E4F8F}"/>
                </a:ext>
              </a:extLst>
            </p:cNvPr>
            <p:cNvSpPr/>
            <p:nvPr/>
          </p:nvSpPr>
          <p:spPr bwMode="invGray">
            <a:xfrm>
              <a:off x="167820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8F9FC53A-4BB0-1A34-91FD-3E7020110E3D}"/>
                </a:ext>
              </a:extLst>
            </p:cNvPr>
            <p:cNvSpPr/>
            <p:nvPr/>
          </p:nvSpPr>
          <p:spPr bwMode="invGray">
            <a:xfrm>
              <a:off x="2898939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8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49C2944-DEE2-4F47-62D1-AE50D50A8AD8}"/>
                </a:ext>
              </a:extLst>
            </p:cNvPr>
            <p:cNvSpPr/>
            <p:nvPr/>
          </p:nvSpPr>
          <p:spPr bwMode="invGray">
            <a:xfrm>
              <a:off x="3143614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F330B1EA-9949-DB61-6F62-8D9CF5F1F2BA}"/>
                </a:ext>
              </a:extLst>
            </p:cNvPr>
            <p:cNvSpPr/>
            <p:nvPr/>
          </p:nvSpPr>
          <p:spPr bwMode="invGray">
            <a:xfrm>
              <a:off x="2242171" y="4352251"/>
              <a:ext cx="237602" cy="382513"/>
            </a:xfrm>
            <a:custGeom>
              <a:avLst/>
              <a:gdLst>
                <a:gd name="connsiteX0" fmla="*/ 131354 w 237602"/>
                <a:gd name="connsiteY0" fmla="*/ 0 h 382513"/>
                <a:gd name="connsiteX1" fmla="*/ 68863 w 237602"/>
                <a:gd name="connsiteY1" fmla="*/ 24523 h 382513"/>
                <a:gd name="connsiteX2" fmla="*/ 68863 w 237602"/>
                <a:gd name="connsiteY2" fmla="*/ 5898 h 382513"/>
                <a:gd name="connsiteX3" fmla="*/ 0 w 237602"/>
                <a:gd name="connsiteY3" fmla="*/ 5898 h 382513"/>
                <a:gd name="connsiteX4" fmla="*/ 0 w 237602"/>
                <a:gd name="connsiteY4" fmla="*/ 382513 h 382513"/>
                <a:gd name="connsiteX5" fmla="*/ 68863 w 237602"/>
                <a:gd name="connsiteY5" fmla="*/ 348134 h 382513"/>
                <a:gd name="connsiteX6" fmla="*/ 68863 w 237602"/>
                <a:gd name="connsiteY6" fmla="*/ 264166 h 382513"/>
                <a:gd name="connsiteX7" fmla="*/ 130188 w 237602"/>
                <a:gd name="connsiteY7" fmla="*/ 286904 h 382513"/>
                <a:gd name="connsiteX8" fmla="*/ 237602 w 237602"/>
                <a:gd name="connsiteY8" fmla="*/ 144034 h 382513"/>
                <a:gd name="connsiteX9" fmla="*/ 131354 w 237602"/>
                <a:gd name="connsiteY9" fmla="*/ 0 h 382513"/>
                <a:gd name="connsiteX10" fmla="*/ 118529 w 237602"/>
                <a:gd name="connsiteY10" fmla="*/ 220940 h 382513"/>
                <a:gd name="connsiteX11" fmla="*/ 68863 w 237602"/>
                <a:gd name="connsiteY11" fmla="*/ 195874 h 382513"/>
                <a:gd name="connsiteX12" fmla="*/ 68863 w 237602"/>
                <a:gd name="connsiteY12" fmla="*/ 90953 h 382513"/>
                <a:gd name="connsiteX13" fmla="*/ 114410 w 237602"/>
                <a:gd name="connsiteY13" fmla="*/ 66430 h 382513"/>
                <a:gd name="connsiteX14" fmla="*/ 166407 w 237602"/>
                <a:gd name="connsiteY14" fmla="*/ 147449 h 382513"/>
                <a:gd name="connsiteX15" fmla="*/ 118529 w 237602"/>
                <a:gd name="connsiteY15" fmla="*/ 220940 h 382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7602" h="382513">
                  <a:moveTo>
                    <a:pt x="131354" y="0"/>
                  </a:moveTo>
                  <a:cubicBezTo>
                    <a:pt x="105627" y="0"/>
                    <a:pt x="86973" y="8149"/>
                    <a:pt x="68863" y="24523"/>
                  </a:cubicBezTo>
                  <a:lnTo>
                    <a:pt x="68863" y="5898"/>
                  </a:lnTo>
                  <a:lnTo>
                    <a:pt x="0" y="5898"/>
                  </a:lnTo>
                  <a:lnTo>
                    <a:pt x="0" y="382513"/>
                  </a:lnTo>
                  <a:lnTo>
                    <a:pt x="68863" y="348134"/>
                  </a:lnTo>
                  <a:lnTo>
                    <a:pt x="68863" y="264166"/>
                  </a:lnTo>
                  <a:cubicBezTo>
                    <a:pt x="81144" y="275807"/>
                    <a:pt x="99798" y="286904"/>
                    <a:pt x="130188" y="286904"/>
                  </a:cubicBezTo>
                  <a:cubicBezTo>
                    <a:pt x="208456" y="286904"/>
                    <a:pt x="237602" y="214577"/>
                    <a:pt x="237602" y="144034"/>
                  </a:cubicBezTo>
                  <a:cubicBezTo>
                    <a:pt x="237602" y="70000"/>
                    <a:pt x="205502" y="0"/>
                    <a:pt x="131354" y="0"/>
                  </a:cubicBezTo>
                  <a:close/>
                  <a:moveTo>
                    <a:pt x="118529" y="220940"/>
                  </a:moveTo>
                  <a:cubicBezTo>
                    <a:pt x="98709" y="220940"/>
                    <a:pt x="79978" y="211628"/>
                    <a:pt x="68863" y="195874"/>
                  </a:cubicBezTo>
                  <a:lnTo>
                    <a:pt x="68863" y="90953"/>
                  </a:lnTo>
                  <a:cubicBezTo>
                    <a:pt x="79978" y="75199"/>
                    <a:pt x="95134" y="66430"/>
                    <a:pt x="114410" y="66430"/>
                  </a:cubicBezTo>
                  <a:cubicBezTo>
                    <a:pt x="155837" y="66430"/>
                    <a:pt x="166407" y="107250"/>
                    <a:pt x="166407" y="147449"/>
                  </a:cubicBezTo>
                  <a:cubicBezTo>
                    <a:pt x="166407" y="187648"/>
                    <a:pt x="157080" y="220940"/>
                    <a:pt x="118529" y="22094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00468C1-1E3C-E349-C2E1-01D36B0CA1EF}"/>
                </a:ext>
              </a:extLst>
            </p:cNvPr>
            <p:cNvSpPr/>
            <p:nvPr/>
          </p:nvSpPr>
          <p:spPr bwMode="invGray">
            <a:xfrm>
              <a:off x="1958323" y="4352251"/>
              <a:ext cx="230063" cy="286826"/>
            </a:xfrm>
            <a:custGeom>
              <a:avLst/>
              <a:gdLst>
                <a:gd name="connsiteX0" fmla="*/ 230063 w 230063"/>
                <a:gd name="connsiteY0" fmla="*/ 281006 h 286826"/>
                <a:gd name="connsiteX1" fmla="*/ 230063 w 230063"/>
                <a:gd name="connsiteY1" fmla="*/ 96230 h 286826"/>
                <a:gd name="connsiteX2" fmla="*/ 117985 w 230063"/>
                <a:gd name="connsiteY2" fmla="*/ 0 h 286826"/>
                <a:gd name="connsiteX3" fmla="*/ 22773 w 230063"/>
                <a:gd name="connsiteY3" fmla="*/ 28015 h 286826"/>
                <a:gd name="connsiteX4" fmla="*/ 50210 w 230063"/>
                <a:gd name="connsiteY4" fmla="*/ 76984 h 286826"/>
                <a:gd name="connsiteX5" fmla="*/ 113866 w 230063"/>
                <a:gd name="connsiteY5" fmla="*/ 58902 h 286826"/>
                <a:gd name="connsiteX6" fmla="*/ 161122 w 230063"/>
                <a:gd name="connsiteY6" fmla="*/ 95066 h 286826"/>
                <a:gd name="connsiteX7" fmla="*/ 161122 w 230063"/>
                <a:gd name="connsiteY7" fmla="*/ 109655 h 286826"/>
                <a:gd name="connsiteX8" fmla="*/ 107415 w 230063"/>
                <a:gd name="connsiteY8" fmla="*/ 98558 h 286826"/>
                <a:gd name="connsiteX9" fmla="*/ 0 w 230063"/>
                <a:gd name="connsiteY9" fmla="*/ 191218 h 286826"/>
                <a:gd name="connsiteX10" fmla="*/ 96922 w 230063"/>
                <a:gd name="connsiteY10" fmla="*/ 286827 h 286826"/>
                <a:gd name="connsiteX11" fmla="*/ 161122 w 230063"/>
                <a:gd name="connsiteY11" fmla="*/ 261760 h 286826"/>
                <a:gd name="connsiteX12" fmla="*/ 161122 w 230063"/>
                <a:gd name="connsiteY12" fmla="*/ 281006 h 286826"/>
                <a:gd name="connsiteX13" fmla="*/ 229985 w 230063"/>
                <a:gd name="connsiteY13" fmla="*/ 281006 h 286826"/>
                <a:gd name="connsiteX14" fmla="*/ 109202 w 230063"/>
                <a:gd name="connsiteY14" fmla="*/ 227382 h 286826"/>
                <a:gd name="connsiteX15" fmla="*/ 70107 w 230063"/>
                <a:gd name="connsiteY15" fmla="*/ 189511 h 286826"/>
                <a:gd name="connsiteX16" fmla="*/ 115032 w 230063"/>
                <a:gd name="connsiteY16" fmla="*/ 153968 h 286826"/>
                <a:gd name="connsiteX17" fmla="*/ 161122 w 230063"/>
                <a:gd name="connsiteY17" fmla="*/ 165608 h 286826"/>
                <a:gd name="connsiteX18" fmla="*/ 161122 w 230063"/>
                <a:gd name="connsiteY18" fmla="*/ 200608 h 286826"/>
                <a:gd name="connsiteX19" fmla="*/ 109125 w 230063"/>
                <a:gd name="connsiteY19" fmla="*/ 22745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0063" h="286826">
                  <a:moveTo>
                    <a:pt x="230063" y="281006"/>
                  </a:moveTo>
                  <a:lnTo>
                    <a:pt x="230063" y="96230"/>
                  </a:lnTo>
                  <a:cubicBezTo>
                    <a:pt x="230063" y="33836"/>
                    <a:pt x="187470" y="0"/>
                    <a:pt x="117985" y="0"/>
                  </a:cubicBezTo>
                  <a:cubicBezTo>
                    <a:pt x="81222" y="0"/>
                    <a:pt x="52619" y="9313"/>
                    <a:pt x="22773" y="28015"/>
                  </a:cubicBezTo>
                  <a:lnTo>
                    <a:pt x="50210" y="76984"/>
                  </a:lnTo>
                  <a:cubicBezTo>
                    <a:pt x="71817" y="64179"/>
                    <a:pt x="92258" y="58902"/>
                    <a:pt x="113866" y="58902"/>
                  </a:cubicBezTo>
                  <a:cubicBezTo>
                    <a:pt x="144256" y="58902"/>
                    <a:pt x="161122" y="69379"/>
                    <a:pt x="161122" y="95066"/>
                  </a:cubicBezTo>
                  <a:lnTo>
                    <a:pt x="161122" y="109655"/>
                  </a:lnTo>
                  <a:cubicBezTo>
                    <a:pt x="143012" y="100886"/>
                    <a:pt x="124902" y="98558"/>
                    <a:pt x="107415" y="98558"/>
                  </a:cubicBezTo>
                  <a:cubicBezTo>
                    <a:pt x="41427" y="98558"/>
                    <a:pt x="0" y="131229"/>
                    <a:pt x="0" y="191218"/>
                  </a:cubicBezTo>
                  <a:cubicBezTo>
                    <a:pt x="0" y="251206"/>
                    <a:pt x="42593" y="286827"/>
                    <a:pt x="96922" y="286827"/>
                  </a:cubicBezTo>
                  <a:cubicBezTo>
                    <a:pt x="123814" y="286827"/>
                    <a:pt x="144800" y="278057"/>
                    <a:pt x="161122" y="261760"/>
                  </a:cubicBezTo>
                  <a:lnTo>
                    <a:pt x="161122" y="281006"/>
                  </a:lnTo>
                  <a:lnTo>
                    <a:pt x="229985" y="281006"/>
                  </a:lnTo>
                  <a:close/>
                  <a:moveTo>
                    <a:pt x="109202" y="227382"/>
                  </a:moveTo>
                  <a:cubicBezTo>
                    <a:pt x="83476" y="227382"/>
                    <a:pt x="70107" y="210464"/>
                    <a:pt x="70107" y="189511"/>
                  </a:cubicBezTo>
                  <a:cubicBezTo>
                    <a:pt x="70107" y="167393"/>
                    <a:pt x="84719" y="153968"/>
                    <a:pt x="115032" y="153968"/>
                  </a:cubicBezTo>
                  <a:cubicBezTo>
                    <a:pt x="129022" y="153968"/>
                    <a:pt x="147132" y="156917"/>
                    <a:pt x="161122" y="165608"/>
                  </a:cubicBezTo>
                  <a:lnTo>
                    <a:pt x="161122" y="200608"/>
                  </a:lnTo>
                  <a:cubicBezTo>
                    <a:pt x="145966" y="222725"/>
                    <a:pt x="122571" y="227459"/>
                    <a:pt x="109125" y="22745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9DAEF4DB-475A-31CF-44F1-134663025776}"/>
                </a:ext>
              </a:extLst>
            </p:cNvPr>
            <p:cNvSpPr/>
            <p:nvPr/>
          </p:nvSpPr>
          <p:spPr bwMode="invGray">
            <a:xfrm>
              <a:off x="1340728" y="4260755"/>
              <a:ext cx="284392" cy="378322"/>
            </a:xfrm>
            <a:custGeom>
              <a:avLst/>
              <a:gdLst>
                <a:gd name="connsiteX0" fmla="*/ 144800 w 284392"/>
                <a:gd name="connsiteY0" fmla="*/ 308944 h 378322"/>
                <a:gd name="connsiteX1" fmla="*/ 51376 w 284392"/>
                <a:gd name="connsiteY1" fmla="*/ 266960 h 378322"/>
                <a:gd name="connsiteX2" fmla="*/ 0 w 284392"/>
                <a:gd name="connsiteY2" fmla="*/ 312436 h 378322"/>
                <a:gd name="connsiteX3" fmla="*/ 146587 w 284392"/>
                <a:gd name="connsiteY3" fmla="*/ 378322 h 378322"/>
                <a:gd name="connsiteX4" fmla="*/ 284392 w 284392"/>
                <a:gd name="connsiteY4" fmla="*/ 262304 h 378322"/>
                <a:gd name="connsiteX5" fmla="*/ 251126 w 284392"/>
                <a:gd name="connsiteY5" fmla="*/ 185941 h 378322"/>
                <a:gd name="connsiteX6" fmla="*/ 161821 w 284392"/>
                <a:gd name="connsiteY6" fmla="*/ 149234 h 378322"/>
                <a:gd name="connsiteX7" fmla="*/ 102829 w 284392"/>
                <a:gd name="connsiteY7" fmla="*/ 129988 h 378322"/>
                <a:gd name="connsiteX8" fmla="*/ 87673 w 284392"/>
                <a:gd name="connsiteY8" fmla="*/ 104922 h 378322"/>
                <a:gd name="connsiteX9" fmla="*/ 141380 w 284392"/>
                <a:gd name="connsiteY9" fmla="*/ 69379 h 378322"/>
                <a:gd name="connsiteX10" fmla="*/ 224856 w 284392"/>
                <a:gd name="connsiteY10" fmla="*/ 106706 h 378322"/>
                <a:gd name="connsiteX11" fmla="*/ 276231 w 284392"/>
                <a:gd name="connsiteY11" fmla="*/ 56574 h 378322"/>
                <a:gd name="connsiteX12" fmla="*/ 146043 w 284392"/>
                <a:gd name="connsiteY12" fmla="*/ 0 h 378322"/>
                <a:gd name="connsiteX13" fmla="*/ 14068 w 284392"/>
                <a:gd name="connsiteY13" fmla="*/ 109035 h 378322"/>
                <a:gd name="connsiteX14" fmla="*/ 45624 w 284392"/>
                <a:gd name="connsiteY14" fmla="*/ 182526 h 378322"/>
                <a:gd name="connsiteX15" fmla="*/ 129100 w 284392"/>
                <a:gd name="connsiteY15" fmla="*/ 216362 h 378322"/>
                <a:gd name="connsiteX16" fmla="*/ 188636 w 284392"/>
                <a:gd name="connsiteY16" fmla="*/ 234444 h 378322"/>
                <a:gd name="connsiteX17" fmla="*/ 210243 w 284392"/>
                <a:gd name="connsiteY17" fmla="*/ 264166 h 378322"/>
                <a:gd name="connsiteX18" fmla="*/ 144878 w 284392"/>
                <a:gd name="connsiteY18" fmla="*/ 309022 h 378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84392" h="378322">
                  <a:moveTo>
                    <a:pt x="144800" y="308944"/>
                  </a:moveTo>
                  <a:cubicBezTo>
                    <a:pt x="109746" y="308944"/>
                    <a:pt x="75315" y="295518"/>
                    <a:pt x="51376" y="266960"/>
                  </a:cubicBezTo>
                  <a:lnTo>
                    <a:pt x="0" y="312436"/>
                  </a:lnTo>
                  <a:cubicBezTo>
                    <a:pt x="33266" y="361405"/>
                    <a:pt x="92802" y="378322"/>
                    <a:pt x="146587" y="378322"/>
                  </a:cubicBezTo>
                  <a:cubicBezTo>
                    <a:pt x="221358" y="378322"/>
                    <a:pt x="284392" y="345108"/>
                    <a:pt x="284392" y="262304"/>
                  </a:cubicBezTo>
                  <a:cubicBezTo>
                    <a:pt x="284392" y="227925"/>
                    <a:pt x="273278" y="204023"/>
                    <a:pt x="251126" y="185941"/>
                  </a:cubicBezTo>
                  <a:cubicBezTo>
                    <a:pt x="226021" y="165531"/>
                    <a:pt x="195087" y="157925"/>
                    <a:pt x="161821" y="149234"/>
                  </a:cubicBezTo>
                  <a:cubicBezTo>
                    <a:pt x="133763" y="142249"/>
                    <a:pt x="115731" y="136972"/>
                    <a:pt x="102829" y="129988"/>
                  </a:cubicBezTo>
                  <a:cubicBezTo>
                    <a:pt x="91714" y="123547"/>
                    <a:pt x="87673" y="116019"/>
                    <a:pt x="87673" y="104922"/>
                  </a:cubicBezTo>
                  <a:cubicBezTo>
                    <a:pt x="87673" y="79234"/>
                    <a:pt x="110446" y="69379"/>
                    <a:pt x="141380" y="69379"/>
                  </a:cubicBezTo>
                  <a:cubicBezTo>
                    <a:pt x="177599" y="69379"/>
                    <a:pt x="200917" y="82804"/>
                    <a:pt x="224856" y="106706"/>
                  </a:cubicBezTo>
                  <a:lnTo>
                    <a:pt x="276231" y="56574"/>
                  </a:lnTo>
                  <a:cubicBezTo>
                    <a:pt x="243509" y="23359"/>
                    <a:pt x="202626" y="0"/>
                    <a:pt x="146043" y="0"/>
                  </a:cubicBezTo>
                  <a:cubicBezTo>
                    <a:pt x="80678" y="0"/>
                    <a:pt x="14068" y="31508"/>
                    <a:pt x="14068" y="109035"/>
                  </a:cubicBezTo>
                  <a:cubicBezTo>
                    <a:pt x="14068" y="134101"/>
                    <a:pt x="21063" y="162659"/>
                    <a:pt x="45624" y="182526"/>
                  </a:cubicBezTo>
                  <a:cubicBezTo>
                    <a:pt x="70185" y="202315"/>
                    <a:pt x="109824" y="211706"/>
                    <a:pt x="129100" y="216362"/>
                  </a:cubicBezTo>
                  <a:cubicBezTo>
                    <a:pt x="160034" y="223967"/>
                    <a:pt x="175812" y="228002"/>
                    <a:pt x="188636" y="234444"/>
                  </a:cubicBezTo>
                  <a:cubicBezTo>
                    <a:pt x="206124" y="243213"/>
                    <a:pt x="210243" y="253689"/>
                    <a:pt x="210243" y="264166"/>
                  </a:cubicBezTo>
                  <a:cubicBezTo>
                    <a:pt x="210243" y="290397"/>
                    <a:pt x="186304" y="309022"/>
                    <a:pt x="144878" y="309022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2043FF32-8C8D-C3A2-D4D6-A0C926A77E11}"/>
                </a:ext>
              </a:extLst>
            </p:cNvPr>
            <p:cNvSpPr/>
            <p:nvPr/>
          </p:nvSpPr>
          <p:spPr bwMode="invGray">
            <a:xfrm>
              <a:off x="4818877" y="4352329"/>
              <a:ext cx="177521" cy="281006"/>
            </a:xfrm>
            <a:custGeom>
              <a:avLst/>
              <a:gdLst>
                <a:gd name="connsiteX0" fmla="*/ 68864 w 177521"/>
                <a:gd name="connsiteY0" fmla="*/ 131074 h 281006"/>
                <a:gd name="connsiteX1" fmla="*/ 109669 w 177521"/>
                <a:gd name="connsiteY1" fmla="*/ 70465 h 281006"/>
                <a:gd name="connsiteX2" fmla="*/ 149386 w 177521"/>
                <a:gd name="connsiteY2" fmla="*/ 87383 h 281006"/>
                <a:gd name="connsiteX3" fmla="*/ 177522 w 177521"/>
                <a:gd name="connsiteY3" fmla="*/ 18625 h 281006"/>
                <a:gd name="connsiteX4" fmla="*/ 126690 w 177521"/>
                <a:gd name="connsiteY4" fmla="*/ 0 h 281006"/>
                <a:gd name="connsiteX5" fmla="*/ 68864 w 177521"/>
                <a:gd name="connsiteY5" fmla="*/ 25066 h 281006"/>
                <a:gd name="connsiteX6" fmla="*/ 68864 w 177521"/>
                <a:gd name="connsiteY6" fmla="*/ 5820 h 281006"/>
                <a:gd name="connsiteX7" fmla="*/ 0 w 177521"/>
                <a:gd name="connsiteY7" fmla="*/ 5820 h 281006"/>
                <a:gd name="connsiteX8" fmla="*/ 0 w 177521"/>
                <a:gd name="connsiteY8" fmla="*/ 281006 h 281006"/>
                <a:gd name="connsiteX9" fmla="*/ 68864 w 177521"/>
                <a:gd name="connsiteY9" fmla="*/ 281006 h 281006"/>
                <a:gd name="connsiteX10" fmla="*/ 68864 w 177521"/>
                <a:gd name="connsiteY10" fmla="*/ 131152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7521" h="281006">
                  <a:moveTo>
                    <a:pt x="68864" y="131074"/>
                  </a:moveTo>
                  <a:cubicBezTo>
                    <a:pt x="68864" y="97859"/>
                    <a:pt x="76947" y="70465"/>
                    <a:pt x="109669" y="70465"/>
                  </a:cubicBezTo>
                  <a:cubicBezTo>
                    <a:pt x="126612" y="70465"/>
                    <a:pt x="138893" y="77449"/>
                    <a:pt x="149386" y="87383"/>
                  </a:cubicBezTo>
                  <a:lnTo>
                    <a:pt x="177522" y="18625"/>
                  </a:lnTo>
                  <a:cubicBezTo>
                    <a:pt x="162910" y="5820"/>
                    <a:pt x="145966" y="0"/>
                    <a:pt x="126690" y="0"/>
                  </a:cubicBezTo>
                  <a:cubicBezTo>
                    <a:pt x="104539" y="0"/>
                    <a:pt x="84642" y="9312"/>
                    <a:pt x="68864" y="25066"/>
                  </a:cubicBezTo>
                  <a:lnTo>
                    <a:pt x="68864" y="5820"/>
                  </a:lnTo>
                  <a:lnTo>
                    <a:pt x="0" y="5820"/>
                  </a:lnTo>
                  <a:lnTo>
                    <a:pt x="0" y="281006"/>
                  </a:lnTo>
                  <a:lnTo>
                    <a:pt x="68864" y="281006"/>
                  </a:lnTo>
                  <a:lnTo>
                    <a:pt x="68864" y="131152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7A301ED1-E6BA-7CD4-8A58-EAE131B1DD10}"/>
                </a:ext>
              </a:extLst>
            </p:cNvPr>
            <p:cNvSpPr/>
            <p:nvPr/>
          </p:nvSpPr>
          <p:spPr bwMode="invGray">
            <a:xfrm>
              <a:off x="5810324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142EE2C0-3470-567E-1823-FEC7CCAAA5BD}"/>
                </a:ext>
              </a:extLst>
            </p:cNvPr>
            <p:cNvSpPr/>
            <p:nvPr/>
          </p:nvSpPr>
          <p:spPr bwMode="invGray">
            <a:xfrm>
              <a:off x="5379966" y="4358382"/>
              <a:ext cx="398257" cy="275185"/>
            </a:xfrm>
            <a:custGeom>
              <a:avLst/>
              <a:gdLst>
                <a:gd name="connsiteX0" fmla="*/ 279107 w 398257"/>
                <a:gd name="connsiteY0" fmla="*/ 159710 h 275185"/>
                <a:gd name="connsiteX1" fmla="*/ 232395 w 398257"/>
                <a:gd name="connsiteY1" fmla="*/ 0 h 275185"/>
                <a:gd name="connsiteX2" fmla="*/ 167651 w 398257"/>
                <a:gd name="connsiteY2" fmla="*/ 0 h 275185"/>
                <a:gd name="connsiteX3" fmla="*/ 120939 w 398257"/>
                <a:gd name="connsiteY3" fmla="*/ 159710 h 275185"/>
                <a:gd name="connsiteX4" fmla="*/ 79434 w 398257"/>
                <a:gd name="connsiteY4" fmla="*/ 0 h 275185"/>
                <a:gd name="connsiteX5" fmla="*/ 0 w 398257"/>
                <a:gd name="connsiteY5" fmla="*/ 0 h 275185"/>
                <a:gd name="connsiteX6" fmla="*/ 86429 w 398257"/>
                <a:gd name="connsiteY6" fmla="*/ 275186 h 275185"/>
                <a:gd name="connsiteX7" fmla="*/ 151873 w 398257"/>
                <a:gd name="connsiteY7" fmla="*/ 275186 h 275185"/>
                <a:gd name="connsiteX8" fmla="*/ 199129 w 398257"/>
                <a:gd name="connsiteY8" fmla="*/ 107870 h 275185"/>
                <a:gd name="connsiteX9" fmla="*/ 245841 w 398257"/>
                <a:gd name="connsiteY9" fmla="*/ 275186 h 275185"/>
                <a:gd name="connsiteX10" fmla="*/ 311285 w 398257"/>
                <a:gd name="connsiteY10" fmla="*/ 275186 h 275185"/>
                <a:gd name="connsiteX11" fmla="*/ 398258 w 398257"/>
                <a:gd name="connsiteY11" fmla="*/ 0 h 275185"/>
                <a:gd name="connsiteX12" fmla="*/ 321156 w 398257"/>
                <a:gd name="connsiteY12" fmla="*/ 0 h 275185"/>
                <a:gd name="connsiteX13" fmla="*/ 279107 w 398257"/>
                <a:gd name="connsiteY13" fmla="*/ 159710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8257" h="275185">
                  <a:moveTo>
                    <a:pt x="279107" y="159710"/>
                  </a:moveTo>
                  <a:lnTo>
                    <a:pt x="232395" y="0"/>
                  </a:lnTo>
                  <a:lnTo>
                    <a:pt x="167651" y="0"/>
                  </a:lnTo>
                  <a:lnTo>
                    <a:pt x="120939" y="159710"/>
                  </a:lnTo>
                  <a:lnTo>
                    <a:pt x="79434" y="0"/>
                  </a:lnTo>
                  <a:lnTo>
                    <a:pt x="0" y="0"/>
                  </a:lnTo>
                  <a:lnTo>
                    <a:pt x="86429" y="275186"/>
                  </a:lnTo>
                  <a:lnTo>
                    <a:pt x="151873" y="275186"/>
                  </a:lnTo>
                  <a:lnTo>
                    <a:pt x="199129" y="107870"/>
                  </a:lnTo>
                  <a:lnTo>
                    <a:pt x="245841" y="275186"/>
                  </a:lnTo>
                  <a:lnTo>
                    <a:pt x="311285" y="275186"/>
                  </a:lnTo>
                  <a:lnTo>
                    <a:pt x="398258" y="0"/>
                  </a:lnTo>
                  <a:lnTo>
                    <a:pt x="321156" y="0"/>
                  </a:lnTo>
                  <a:lnTo>
                    <a:pt x="279107" y="15971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92FA2525-CF86-A839-42D7-DD1A94BAE576}"/>
                </a:ext>
              </a:extLst>
            </p:cNvPr>
            <p:cNvSpPr/>
            <p:nvPr/>
          </p:nvSpPr>
          <p:spPr bwMode="invGray">
            <a:xfrm>
              <a:off x="5815609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6D30A39F-C8D4-38E8-2158-E0CFD6CCFBB4}"/>
                </a:ext>
              </a:extLst>
            </p:cNvPr>
            <p:cNvSpPr/>
            <p:nvPr/>
          </p:nvSpPr>
          <p:spPr bwMode="invGray">
            <a:xfrm>
              <a:off x="6582279" y="4352561"/>
              <a:ext cx="240555" cy="286904"/>
            </a:xfrm>
            <a:custGeom>
              <a:avLst/>
              <a:gdLst>
                <a:gd name="connsiteX0" fmla="*/ 131975 w 240555"/>
                <a:gd name="connsiteY0" fmla="*/ 218069 h 286904"/>
                <a:gd name="connsiteX1" fmla="*/ 73605 w 240555"/>
                <a:gd name="connsiteY1" fmla="*/ 142870 h 286904"/>
                <a:gd name="connsiteX2" fmla="*/ 131431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5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5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5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1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19" y="0"/>
                    <a:pt x="131975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5" y="204721"/>
                    <a:pt x="157080" y="218146"/>
                    <a:pt x="131975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871BC9F-8745-D8D1-7599-071ABA549814}"/>
                </a:ext>
              </a:extLst>
            </p:cNvPr>
            <p:cNvSpPr/>
            <p:nvPr/>
          </p:nvSpPr>
          <p:spPr bwMode="invGray">
            <a:xfrm>
              <a:off x="7751870" y="4251132"/>
              <a:ext cx="247007" cy="388255"/>
            </a:xfrm>
            <a:custGeom>
              <a:avLst/>
              <a:gdLst>
                <a:gd name="connsiteX0" fmla="*/ 175734 w 247007"/>
                <a:gd name="connsiteY0" fmla="*/ 123547 h 388255"/>
                <a:gd name="connsiteX1" fmla="*/ 111534 w 247007"/>
                <a:gd name="connsiteY1" fmla="*/ 101429 h 388255"/>
                <a:gd name="connsiteX2" fmla="*/ 0 w 247007"/>
                <a:gd name="connsiteY2" fmla="*/ 242514 h 388255"/>
                <a:gd name="connsiteX3" fmla="*/ 113244 w 247007"/>
                <a:gd name="connsiteY3" fmla="*/ 388256 h 388255"/>
                <a:gd name="connsiteX4" fmla="*/ 175734 w 247007"/>
                <a:gd name="connsiteY4" fmla="*/ 364354 h 388255"/>
                <a:gd name="connsiteX5" fmla="*/ 175734 w 247007"/>
                <a:gd name="connsiteY5" fmla="*/ 382436 h 388255"/>
                <a:gd name="connsiteX6" fmla="*/ 247007 w 247007"/>
                <a:gd name="connsiteY6" fmla="*/ 382436 h 388255"/>
                <a:gd name="connsiteX7" fmla="*/ 247007 w 247007"/>
                <a:gd name="connsiteY7" fmla="*/ 0 h 388255"/>
                <a:gd name="connsiteX8" fmla="*/ 175734 w 247007"/>
                <a:gd name="connsiteY8" fmla="*/ 35543 h 388255"/>
                <a:gd name="connsiteX9" fmla="*/ 175734 w 247007"/>
                <a:gd name="connsiteY9" fmla="*/ 123547 h 388255"/>
                <a:gd name="connsiteX10" fmla="*/ 175734 w 247007"/>
                <a:gd name="connsiteY10" fmla="*/ 297303 h 388255"/>
                <a:gd name="connsiteX11" fmla="*/ 127856 w 247007"/>
                <a:gd name="connsiteY11" fmla="*/ 321206 h 388255"/>
                <a:gd name="connsiteX12" fmla="*/ 74693 w 247007"/>
                <a:gd name="connsiteY12" fmla="*/ 240186 h 388255"/>
                <a:gd name="connsiteX13" fmla="*/ 126069 w 247007"/>
                <a:gd name="connsiteY13" fmla="*/ 168480 h 388255"/>
                <a:gd name="connsiteX14" fmla="*/ 175734 w 247007"/>
                <a:gd name="connsiteY14" fmla="*/ 192382 h 388255"/>
                <a:gd name="connsiteX15" fmla="*/ 175734 w 247007"/>
                <a:gd name="connsiteY15" fmla="*/ 297303 h 388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7007" h="388255">
                  <a:moveTo>
                    <a:pt x="175734" y="123547"/>
                  </a:moveTo>
                  <a:cubicBezTo>
                    <a:pt x="158246" y="107793"/>
                    <a:pt x="135473" y="101429"/>
                    <a:pt x="111534" y="101429"/>
                  </a:cubicBezTo>
                  <a:cubicBezTo>
                    <a:pt x="39717" y="101429"/>
                    <a:pt x="0" y="159167"/>
                    <a:pt x="0" y="242514"/>
                  </a:cubicBezTo>
                  <a:cubicBezTo>
                    <a:pt x="0" y="319498"/>
                    <a:pt x="33888" y="388256"/>
                    <a:pt x="113244" y="388256"/>
                  </a:cubicBezTo>
                  <a:cubicBezTo>
                    <a:pt x="138349" y="388256"/>
                    <a:pt x="152339" y="381271"/>
                    <a:pt x="175734" y="364354"/>
                  </a:cubicBezTo>
                  <a:lnTo>
                    <a:pt x="175734" y="382436"/>
                  </a:lnTo>
                  <a:lnTo>
                    <a:pt x="247007" y="382436"/>
                  </a:lnTo>
                  <a:lnTo>
                    <a:pt x="247007" y="0"/>
                  </a:lnTo>
                  <a:lnTo>
                    <a:pt x="175734" y="35543"/>
                  </a:lnTo>
                  <a:lnTo>
                    <a:pt x="175734" y="123547"/>
                  </a:lnTo>
                  <a:close/>
                  <a:moveTo>
                    <a:pt x="175734" y="297303"/>
                  </a:moveTo>
                  <a:cubicBezTo>
                    <a:pt x="161744" y="312436"/>
                    <a:pt x="147676" y="321206"/>
                    <a:pt x="127856" y="321206"/>
                  </a:cubicBezTo>
                  <a:cubicBezTo>
                    <a:pt x="87595" y="321206"/>
                    <a:pt x="74693" y="284499"/>
                    <a:pt x="74693" y="240186"/>
                  </a:cubicBezTo>
                  <a:cubicBezTo>
                    <a:pt x="74693" y="201151"/>
                    <a:pt x="84642" y="168480"/>
                    <a:pt x="126069" y="168480"/>
                  </a:cubicBezTo>
                  <a:cubicBezTo>
                    <a:pt x="145888" y="168480"/>
                    <a:pt x="160500" y="176085"/>
                    <a:pt x="175734" y="192382"/>
                  </a:cubicBezTo>
                  <a:lnTo>
                    <a:pt x="175734" y="297303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D50F9CA2-F7BF-7DB1-B385-671BAB763DB7}"/>
                </a:ext>
              </a:extLst>
            </p:cNvPr>
            <p:cNvSpPr/>
            <p:nvPr/>
          </p:nvSpPr>
          <p:spPr bwMode="invGray">
            <a:xfrm>
              <a:off x="8325162" y="4352561"/>
              <a:ext cx="237757" cy="281083"/>
            </a:xfrm>
            <a:custGeom>
              <a:avLst/>
              <a:gdLst>
                <a:gd name="connsiteX0" fmla="*/ 138426 w 237757"/>
                <a:gd name="connsiteY0" fmla="*/ 0 h 281083"/>
                <a:gd name="connsiteX1" fmla="*/ 71273 w 237757"/>
                <a:gd name="connsiteY1" fmla="*/ 24523 h 281083"/>
                <a:gd name="connsiteX2" fmla="*/ 71273 w 237757"/>
                <a:gd name="connsiteY2" fmla="*/ 5898 h 281083"/>
                <a:gd name="connsiteX3" fmla="*/ 0 w 237757"/>
                <a:gd name="connsiteY3" fmla="*/ 5898 h 281083"/>
                <a:gd name="connsiteX4" fmla="*/ 0 w 237757"/>
                <a:gd name="connsiteY4" fmla="*/ 281084 h 281083"/>
                <a:gd name="connsiteX5" fmla="*/ 71273 w 237757"/>
                <a:gd name="connsiteY5" fmla="*/ 281084 h 281083"/>
                <a:gd name="connsiteX6" fmla="*/ 71273 w 237757"/>
                <a:gd name="connsiteY6" fmla="*/ 129522 h 281083"/>
                <a:gd name="connsiteX7" fmla="*/ 119151 w 237757"/>
                <a:gd name="connsiteY7" fmla="*/ 67128 h 281083"/>
                <a:gd name="connsiteX8" fmla="*/ 166485 w 237757"/>
                <a:gd name="connsiteY8" fmla="*/ 131229 h 281083"/>
                <a:gd name="connsiteX9" fmla="*/ 166485 w 237757"/>
                <a:gd name="connsiteY9" fmla="*/ 281084 h 281083"/>
                <a:gd name="connsiteX10" fmla="*/ 237758 w 237757"/>
                <a:gd name="connsiteY10" fmla="*/ 281084 h 281083"/>
                <a:gd name="connsiteX11" fmla="*/ 237758 w 237757"/>
                <a:gd name="connsiteY11" fmla="*/ 125409 h 281083"/>
                <a:gd name="connsiteX12" fmla="*/ 138504 w 237757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757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85" y="92815"/>
                    <a:pt x="166485" y="131229"/>
                  </a:cubicBezTo>
                  <a:lnTo>
                    <a:pt x="166485" y="281084"/>
                  </a:lnTo>
                  <a:lnTo>
                    <a:pt x="237758" y="281084"/>
                  </a:lnTo>
                  <a:lnTo>
                    <a:pt x="237758" y="125409"/>
                  </a:lnTo>
                  <a:cubicBezTo>
                    <a:pt x="237758" y="57816"/>
                    <a:pt x="213197" y="78"/>
                    <a:pt x="138504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BC7779EC-E433-CC52-B4DF-7FB27982E88B}"/>
                </a:ext>
              </a:extLst>
            </p:cNvPr>
            <p:cNvSpPr/>
            <p:nvPr/>
          </p:nvSpPr>
          <p:spPr bwMode="invGray">
            <a:xfrm>
              <a:off x="8041469" y="4352561"/>
              <a:ext cx="238846" cy="286904"/>
            </a:xfrm>
            <a:custGeom>
              <a:avLst/>
              <a:gdLst>
                <a:gd name="connsiteX0" fmla="*/ 122027 w 238846"/>
                <a:gd name="connsiteY0" fmla="*/ 0 h 286904"/>
                <a:gd name="connsiteX1" fmla="*/ 0 w 238846"/>
                <a:gd name="connsiteY1" fmla="*/ 144034 h 286904"/>
                <a:gd name="connsiteX2" fmla="*/ 126690 w 238846"/>
                <a:gd name="connsiteY2" fmla="*/ 286904 h 286904"/>
                <a:gd name="connsiteX3" fmla="*/ 226566 w 238846"/>
                <a:gd name="connsiteY3" fmla="*/ 243213 h 286904"/>
                <a:gd name="connsiteX4" fmla="*/ 177522 w 238846"/>
                <a:gd name="connsiteY4" fmla="*/ 201850 h 286904"/>
                <a:gd name="connsiteX5" fmla="*/ 129644 w 238846"/>
                <a:gd name="connsiteY5" fmla="*/ 221095 h 286904"/>
                <a:gd name="connsiteX6" fmla="*/ 70651 w 238846"/>
                <a:gd name="connsiteY6" fmla="*/ 166850 h 286904"/>
                <a:gd name="connsiteX7" fmla="*/ 237680 w 238846"/>
                <a:gd name="connsiteY7" fmla="*/ 166850 h 286904"/>
                <a:gd name="connsiteX8" fmla="*/ 238846 w 238846"/>
                <a:gd name="connsiteY8" fmla="*/ 142948 h 286904"/>
                <a:gd name="connsiteX9" fmla="*/ 122027 w 238846"/>
                <a:gd name="connsiteY9" fmla="*/ 78 h 286904"/>
                <a:gd name="connsiteX10" fmla="*/ 71817 w 238846"/>
                <a:gd name="connsiteY10" fmla="*/ 113070 h 286904"/>
                <a:gd name="connsiteX11" fmla="*/ 119695 w 238846"/>
                <a:gd name="connsiteY11" fmla="*/ 61152 h 286904"/>
                <a:gd name="connsiteX12" fmla="*/ 169905 w 238846"/>
                <a:gd name="connsiteY12" fmla="*/ 113070 h 286904"/>
                <a:gd name="connsiteX13" fmla="*/ 71817 w 238846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6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2" y="215818"/>
                    <a:pt x="147131" y="221095"/>
                    <a:pt x="129644" y="221095"/>
                  </a:cubicBezTo>
                  <a:cubicBezTo>
                    <a:pt x="99876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6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14D4CAE6-6296-E5DE-9711-5AF087A6F099}"/>
                </a:ext>
              </a:extLst>
            </p:cNvPr>
            <p:cNvSpPr/>
            <p:nvPr/>
          </p:nvSpPr>
          <p:spPr bwMode="invGray">
            <a:xfrm>
              <a:off x="8867054" y="4352561"/>
              <a:ext cx="238845" cy="286904"/>
            </a:xfrm>
            <a:custGeom>
              <a:avLst/>
              <a:gdLst>
                <a:gd name="connsiteX0" fmla="*/ 122026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1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6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6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1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4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6" y="78"/>
                  </a:cubicBezTo>
                  <a:close/>
                  <a:moveTo>
                    <a:pt x="71817" y="113070"/>
                  </a:moveTo>
                  <a:cubicBezTo>
                    <a:pt x="73604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DFEAF8AE-FCF3-5C72-669B-271CBAACC356}"/>
                </a:ext>
              </a:extLst>
            </p:cNvPr>
            <p:cNvSpPr/>
            <p:nvPr/>
          </p:nvSpPr>
          <p:spPr bwMode="invGray">
            <a:xfrm>
              <a:off x="4999974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CC4385CA-214A-EF76-332B-3D2C76E5A36A}"/>
                </a:ext>
              </a:extLst>
            </p:cNvPr>
            <p:cNvSpPr/>
            <p:nvPr/>
          </p:nvSpPr>
          <p:spPr bwMode="invGray">
            <a:xfrm>
              <a:off x="3424508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51BA20EA-49BD-96CB-69FE-D6BA04DE948F}"/>
                </a:ext>
              </a:extLst>
            </p:cNvPr>
            <p:cNvSpPr/>
            <p:nvPr/>
          </p:nvSpPr>
          <p:spPr bwMode="invGray">
            <a:xfrm>
              <a:off x="2512417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6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1" y="215818"/>
                    <a:pt x="147132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E8F2C2D5-7794-567F-5F59-A3F3D52D027D}"/>
                </a:ext>
              </a:extLst>
            </p:cNvPr>
            <p:cNvSpPr/>
            <p:nvPr/>
          </p:nvSpPr>
          <p:spPr bwMode="invGray">
            <a:xfrm>
              <a:off x="4536739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E66CE8CD-5059-0E87-6CE0-CF365AE57D36}"/>
                </a:ext>
              </a:extLst>
            </p:cNvPr>
            <p:cNvSpPr/>
            <p:nvPr/>
          </p:nvSpPr>
          <p:spPr bwMode="invGray">
            <a:xfrm>
              <a:off x="4026014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229E324-010A-AC69-E007-C11E05C218C4}"/>
                </a:ext>
              </a:extLst>
            </p:cNvPr>
            <p:cNvSpPr/>
            <p:nvPr/>
          </p:nvSpPr>
          <p:spPr bwMode="invGray">
            <a:xfrm>
              <a:off x="8604890" y="4352561"/>
              <a:ext cx="240555" cy="286904"/>
            </a:xfrm>
            <a:custGeom>
              <a:avLst/>
              <a:gdLst>
                <a:gd name="connsiteX0" fmla="*/ 131976 w 240555"/>
                <a:gd name="connsiteY0" fmla="*/ 218069 h 286904"/>
                <a:gd name="connsiteX1" fmla="*/ 73605 w 240555"/>
                <a:gd name="connsiteY1" fmla="*/ 142870 h 286904"/>
                <a:gd name="connsiteX2" fmla="*/ 131432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6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6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6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2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20" y="0"/>
                    <a:pt x="131976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6" y="204721"/>
                    <a:pt x="157080" y="218146"/>
                    <a:pt x="131976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B40E4BC3-B447-E9D7-83A7-1621D2B65228}"/>
                </a:ext>
              </a:extLst>
            </p:cNvPr>
            <p:cNvSpPr/>
            <p:nvPr/>
          </p:nvSpPr>
          <p:spPr bwMode="invGray">
            <a:xfrm>
              <a:off x="6846230" y="4352561"/>
              <a:ext cx="258043" cy="286826"/>
            </a:xfrm>
            <a:custGeom>
              <a:avLst/>
              <a:gdLst>
                <a:gd name="connsiteX0" fmla="*/ 129022 w 258043"/>
                <a:gd name="connsiteY0" fmla="*/ 0 h 286826"/>
                <a:gd name="connsiteX1" fmla="*/ 0 w 258043"/>
                <a:gd name="connsiteY1" fmla="*/ 143413 h 286826"/>
                <a:gd name="connsiteX2" fmla="*/ 129022 w 258043"/>
                <a:gd name="connsiteY2" fmla="*/ 286827 h 286826"/>
                <a:gd name="connsiteX3" fmla="*/ 258043 w 258043"/>
                <a:gd name="connsiteY3" fmla="*/ 143413 h 286826"/>
                <a:gd name="connsiteX4" fmla="*/ 129022 w 258043"/>
                <a:gd name="connsiteY4" fmla="*/ 0 h 286826"/>
                <a:gd name="connsiteX5" fmla="*/ 129022 w 258043"/>
                <a:gd name="connsiteY5" fmla="*/ 218069 h 286826"/>
                <a:gd name="connsiteX6" fmla="*/ 73527 w 258043"/>
                <a:gd name="connsiteY6" fmla="*/ 143413 h 286826"/>
                <a:gd name="connsiteX7" fmla="*/ 129022 w 258043"/>
                <a:gd name="connsiteY7" fmla="*/ 68215 h 286826"/>
                <a:gd name="connsiteX8" fmla="*/ 184517 w 258043"/>
                <a:gd name="connsiteY8" fmla="*/ 143413 h 286826"/>
                <a:gd name="connsiteX9" fmla="*/ 129022 w 258043"/>
                <a:gd name="connsiteY9" fmla="*/ 21806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8043" h="286826">
                  <a:moveTo>
                    <a:pt x="129022" y="0"/>
                  </a:moveTo>
                  <a:cubicBezTo>
                    <a:pt x="49588" y="0"/>
                    <a:pt x="0" y="62394"/>
                    <a:pt x="0" y="143413"/>
                  </a:cubicBezTo>
                  <a:cubicBezTo>
                    <a:pt x="0" y="228546"/>
                    <a:pt x="54329" y="286827"/>
                    <a:pt x="129022" y="286827"/>
                  </a:cubicBezTo>
                  <a:cubicBezTo>
                    <a:pt x="203714" y="286827"/>
                    <a:pt x="258043" y="228546"/>
                    <a:pt x="258043" y="143413"/>
                  </a:cubicBezTo>
                  <a:cubicBezTo>
                    <a:pt x="258043" y="58281"/>
                    <a:pt x="208378" y="0"/>
                    <a:pt x="129022" y="0"/>
                  </a:cubicBezTo>
                  <a:close/>
                  <a:moveTo>
                    <a:pt x="129022" y="218069"/>
                  </a:moveTo>
                  <a:cubicBezTo>
                    <a:pt x="83476" y="218069"/>
                    <a:pt x="73527" y="174378"/>
                    <a:pt x="73527" y="143413"/>
                  </a:cubicBezTo>
                  <a:cubicBezTo>
                    <a:pt x="73527" y="100886"/>
                    <a:pt x="91015" y="68215"/>
                    <a:pt x="129022" y="68215"/>
                  </a:cubicBezTo>
                  <a:cubicBezTo>
                    <a:pt x="167029" y="68215"/>
                    <a:pt x="184517" y="100886"/>
                    <a:pt x="184517" y="143413"/>
                  </a:cubicBezTo>
                  <a:cubicBezTo>
                    <a:pt x="184517" y="174300"/>
                    <a:pt x="174568" y="218069"/>
                    <a:pt x="129022" y="21806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E6307EAB-BCA4-F6B6-87C0-6AD2E0C89B60}"/>
                </a:ext>
              </a:extLst>
            </p:cNvPr>
            <p:cNvSpPr/>
            <p:nvPr/>
          </p:nvSpPr>
          <p:spPr bwMode="invGray">
            <a:xfrm>
              <a:off x="7419599" y="4252917"/>
              <a:ext cx="174646" cy="380573"/>
            </a:xfrm>
            <a:custGeom>
              <a:avLst/>
              <a:gdLst>
                <a:gd name="connsiteX0" fmla="*/ 38551 w 174646"/>
                <a:gd name="connsiteY0" fmla="*/ 72250 h 380573"/>
                <a:gd name="connsiteX1" fmla="*/ 38551 w 174646"/>
                <a:gd name="connsiteY1" fmla="*/ 105465 h 380573"/>
                <a:gd name="connsiteX2" fmla="*/ 0 w 174646"/>
                <a:gd name="connsiteY2" fmla="*/ 105465 h 380573"/>
                <a:gd name="connsiteX3" fmla="*/ 0 w 174646"/>
                <a:gd name="connsiteY3" fmla="*/ 171894 h 380573"/>
                <a:gd name="connsiteX4" fmla="*/ 38551 w 174646"/>
                <a:gd name="connsiteY4" fmla="*/ 171894 h 380573"/>
                <a:gd name="connsiteX5" fmla="*/ 38551 w 174646"/>
                <a:gd name="connsiteY5" fmla="*/ 380573 h 380573"/>
                <a:gd name="connsiteX6" fmla="*/ 109824 w 174646"/>
                <a:gd name="connsiteY6" fmla="*/ 380573 h 380573"/>
                <a:gd name="connsiteX7" fmla="*/ 109824 w 174646"/>
                <a:gd name="connsiteY7" fmla="*/ 171894 h 380573"/>
                <a:gd name="connsiteX8" fmla="*/ 168817 w 174646"/>
                <a:gd name="connsiteY8" fmla="*/ 171894 h 380573"/>
                <a:gd name="connsiteX9" fmla="*/ 168817 w 174646"/>
                <a:gd name="connsiteY9" fmla="*/ 105465 h 380573"/>
                <a:gd name="connsiteX10" fmla="*/ 109824 w 174646"/>
                <a:gd name="connsiteY10" fmla="*/ 105465 h 380573"/>
                <a:gd name="connsiteX11" fmla="*/ 109824 w 174646"/>
                <a:gd name="connsiteY11" fmla="*/ 83347 h 380573"/>
                <a:gd name="connsiteX12" fmla="*/ 139592 w 174646"/>
                <a:gd name="connsiteY12" fmla="*/ 59445 h 380573"/>
                <a:gd name="connsiteX13" fmla="*/ 174646 w 174646"/>
                <a:gd name="connsiteY13" fmla="*/ 64722 h 380573"/>
                <a:gd name="connsiteX14" fmla="*/ 174646 w 174646"/>
                <a:gd name="connsiteY14" fmla="*/ 7605 h 380573"/>
                <a:gd name="connsiteX15" fmla="*/ 122649 w 174646"/>
                <a:gd name="connsiteY15" fmla="*/ 0 h 380573"/>
                <a:gd name="connsiteX16" fmla="*/ 38551 w 174646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6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3" y="0"/>
                    <a:pt x="122649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D30FB7FA-9358-DFB4-203E-8DE33924553B}"/>
                </a:ext>
              </a:extLst>
            </p:cNvPr>
            <p:cNvSpPr/>
            <p:nvPr/>
          </p:nvSpPr>
          <p:spPr bwMode="invGray">
            <a:xfrm>
              <a:off x="3814838" y="4252917"/>
              <a:ext cx="174645" cy="380573"/>
            </a:xfrm>
            <a:custGeom>
              <a:avLst/>
              <a:gdLst>
                <a:gd name="connsiteX0" fmla="*/ 38551 w 174645"/>
                <a:gd name="connsiteY0" fmla="*/ 72250 h 380573"/>
                <a:gd name="connsiteX1" fmla="*/ 38551 w 174645"/>
                <a:gd name="connsiteY1" fmla="*/ 105465 h 380573"/>
                <a:gd name="connsiteX2" fmla="*/ 0 w 174645"/>
                <a:gd name="connsiteY2" fmla="*/ 105465 h 380573"/>
                <a:gd name="connsiteX3" fmla="*/ 0 w 174645"/>
                <a:gd name="connsiteY3" fmla="*/ 171894 h 380573"/>
                <a:gd name="connsiteX4" fmla="*/ 38551 w 174645"/>
                <a:gd name="connsiteY4" fmla="*/ 171894 h 380573"/>
                <a:gd name="connsiteX5" fmla="*/ 38551 w 174645"/>
                <a:gd name="connsiteY5" fmla="*/ 380573 h 380573"/>
                <a:gd name="connsiteX6" fmla="*/ 109824 w 174645"/>
                <a:gd name="connsiteY6" fmla="*/ 380573 h 380573"/>
                <a:gd name="connsiteX7" fmla="*/ 109824 w 174645"/>
                <a:gd name="connsiteY7" fmla="*/ 171894 h 380573"/>
                <a:gd name="connsiteX8" fmla="*/ 168817 w 174645"/>
                <a:gd name="connsiteY8" fmla="*/ 171894 h 380573"/>
                <a:gd name="connsiteX9" fmla="*/ 168817 w 174645"/>
                <a:gd name="connsiteY9" fmla="*/ 105465 h 380573"/>
                <a:gd name="connsiteX10" fmla="*/ 109824 w 174645"/>
                <a:gd name="connsiteY10" fmla="*/ 105465 h 380573"/>
                <a:gd name="connsiteX11" fmla="*/ 109824 w 174645"/>
                <a:gd name="connsiteY11" fmla="*/ 83347 h 380573"/>
                <a:gd name="connsiteX12" fmla="*/ 139592 w 174645"/>
                <a:gd name="connsiteY12" fmla="*/ 59445 h 380573"/>
                <a:gd name="connsiteX13" fmla="*/ 174646 w 174645"/>
                <a:gd name="connsiteY13" fmla="*/ 64722 h 380573"/>
                <a:gd name="connsiteX14" fmla="*/ 174646 w 174645"/>
                <a:gd name="connsiteY14" fmla="*/ 7605 h 380573"/>
                <a:gd name="connsiteX15" fmla="*/ 122648 w 174645"/>
                <a:gd name="connsiteY15" fmla="*/ 0 h 380573"/>
                <a:gd name="connsiteX16" fmla="*/ 38551 w 174645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5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2" y="0"/>
                    <a:pt x="122648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456AC445-DD76-FBB8-E6F7-997D559E1382}"/>
                </a:ext>
              </a:extLst>
            </p:cNvPr>
            <p:cNvSpPr/>
            <p:nvPr/>
          </p:nvSpPr>
          <p:spPr bwMode="invGray">
            <a:xfrm>
              <a:off x="7146866" y="4352561"/>
              <a:ext cx="237680" cy="281083"/>
            </a:xfrm>
            <a:custGeom>
              <a:avLst/>
              <a:gdLst>
                <a:gd name="connsiteX0" fmla="*/ 138426 w 237680"/>
                <a:gd name="connsiteY0" fmla="*/ 0 h 281083"/>
                <a:gd name="connsiteX1" fmla="*/ 71273 w 237680"/>
                <a:gd name="connsiteY1" fmla="*/ 24523 h 281083"/>
                <a:gd name="connsiteX2" fmla="*/ 71273 w 237680"/>
                <a:gd name="connsiteY2" fmla="*/ 5898 h 281083"/>
                <a:gd name="connsiteX3" fmla="*/ 0 w 237680"/>
                <a:gd name="connsiteY3" fmla="*/ 5898 h 281083"/>
                <a:gd name="connsiteX4" fmla="*/ 0 w 237680"/>
                <a:gd name="connsiteY4" fmla="*/ 281084 h 281083"/>
                <a:gd name="connsiteX5" fmla="*/ 71273 w 237680"/>
                <a:gd name="connsiteY5" fmla="*/ 281084 h 281083"/>
                <a:gd name="connsiteX6" fmla="*/ 71273 w 237680"/>
                <a:gd name="connsiteY6" fmla="*/ 129522 h 281083"/>
                <a:gd name="connsiteX7" fmla="*/ 119151 w 237680"/>
                <a:gd name="connsiteY7" fmla="*/ 67128 h 281083"/>
                <a:gd name="connsiteX8" fmla="*/ 166407 w 237680"/>
                <a:gd name="connsiteY8" fmla="*/ 131229 h 281083"/>
                <a:gd name="connsiteX9" fmla="*/ 166407 w 237680"/>
                <a:gd name="connsiteY9" fmla="*/ 281084 h 281083"/>
                <a:gd name="connsiteX10" fmla="*/ 237680 w 237680"/>
                <a:gd name="connsiteY10" fmla="*/ 281084 h 281083"/>
                <a:gd name="connsiteX11" fmla="*/ 237680 w 237680"/>
                <a:gd name="connsiteY11" fmla="*/ 125409 h 281083"/>
                <a:gd name="connsiteX12" fmla="*/ 138426 w 237680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680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07" y="92815"/>
                    <a:pt x="166407" y="131229"/>
                  </a:cubicBezTo>
                  <a:lnTo>
                    <a:pt x="166407" y="281084"/>
                  </a:lnTo>
                  <a:lnTo>
                    <a:pt x="237680" y="281084"/>
                  </a:lnTo>
                  <a:lnTo>
                    <a:pt x="237680" y="125409"/>
                  </a:lnTo>
                  <a:cubicBezTo>
                    <a:pt x="237680" y="57816"/>
                    <a:pt x="213119" y="78"/>
                    <a:pt x="138426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F40E08E6-B5AD-B428-ADCE-F9211FC52EE6}"/>
                </a:ext>
              </a:extLst>
            </p:cNvPr>
            <p:cNvSpPr/>
            <p:nvPr/>
          </p:nvSpPr>
          <p:spPr bwMode="invGray">
            <a:xfrm>
              <a:off x="7635595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1B69A92C-A560-8EC8-37F6-92AC7C261A81}"/>
                </a:ext>
              </a:extLst>
            </p:cNvPr>
            <p:cNvSpPr/>
            <p:nvPr/>
          </p:nvSpPr>
          <p:spPr bwMode="invGray">
            <a:xfrm>
              <a:off x="7630931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97325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Frame Wr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6FA399-654A-7130-1FF0-0F0197A98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38649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127251"/>
            <a:ext cx="4906009" cy="1654043"/>
          </a:xfr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200" b="1" i="0" kern="1200" dirty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44759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01B256-70C6-9663-9CC6-1F22ADBAE7C3}"/>
              </a:ext>
            </a:extLst>
          </p:cNvPr>
          <p:cNvGrpSpPr/>
          <p:nvPr userDrawn="1"/>
        </p:nvGrpSpPr>
        <p:grpSpPr>
          <a:xfrm>
            <a:off x="485774" y="719508"/>
            <a:ext cx="5706110" cy="4360545"/>
            <a:chOff x="485774" y="719508"/>
            <a:chExt cx="5706110" cy="4360545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49784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A9AFA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7195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rgbClr val="1A9AFA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EB2775D-C14D-1FFE-E3E9-4E62DDA32301}"/>
              </a:ext>
            </a:extLst>
          </p:cNvPr>
          <p:cNvSpPr txBox="1"/>
          <p:nvPr userDrawn="1"/>
        </p:nvSpPr>
        <p:spPr>
          <a:xfrm>
            <a:off x="461984" y="5552404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>
                <a:solidFill>
                  <a:schemeClr val="bg1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AE2F50B-78AF-04F3-4BFF-980630AF7A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5966393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473ED8-C1F4-379D-AE01-5E7A3D5F34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16401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</a:t>
            </a:r>
            <a:endParaRPr lang="en-GB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812BC08D-D0F7-900D-1481-4C172F6BE56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983" y="5861846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5B130A-4E65-32BD-4CB8-C7E2B623FD74}"/>
              </a:ext>
            </a:extLst>
          </p:cNvPr>
          <p:cNvCxnSpPr>
            <a:cxnSpLocks/>
          </p:cNvCxnSpPr>
          <p:nvPr userDrawn="1"/>
        </p:nvCxnSpPr>
        <p:spPr>
          <a:xfrm>
            <a:off x="1333184" y="5656264"/>
            <a:ext cx="7053170" cy="0"/>
          </a:xfrm>
          <a:prstGeom prst="line">
            <a:avLst/>
          </a:prstGeom>
          <a:ln w="9525" cap="flat" cmpd="sng" algn="ctr">
            <a:solidFill>
              <a:srgbClr val="C4C4C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A4DD4490-D0C8-1B67-4687-AC5D532E6434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9345224" y="5422966"/>
            <a:ext cx="2437200" cy="1056582"/>
            <a:chOff x="1333500" y="1365250"/>
            <a:chExt cx="7772399" cy="3369514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132BF5A3-8810-C7E4-FC5C-4B5A83C30A08}"/>
                </a:ext>
              </a:extLst>
            </p:cNvPr>
            <p:cNvSpPr/>
            <p:nvPr/>
          </p:nvSpPr>
          <p:spPr bwMode="invGray">
            <a:xfrm>
              <a:off x="3765639" y="2990756"/>
              <a:ext cx="635704" cy="857763"/>
            </a:xfrm>
            <a:custGeom>
              <a:avLst/>
              <a:gdLst>
                <a:gd name="connsiteX0" fmla="*/ 504506 w 635704"/>
                <a:gd name="connsiteY0" fmla="*/ 268512 h 857763"/>
                <a:gd name="connsiteX1" fmla="*/ 494014 w 635704"/>
                <a:gd name="connsiteY1" fmla="*/ 205730 h 857763"/>
                <a:gd name="connsiteX2" fmla="*/ 464323 w 635704"/>
                <a:gd name="connsiteY2" fmla="*/ 159400 h 857763"/>
                <a:gd name="connsiteX3" fmla="*/ 417922 w 635704"/>
                <a:gd name="connsiteY3" fmla="*/ 130997 h 857763"/>
                <a:gd name="connsiteX4" fmla="*/ 357142 w 635704"/>
                <a:gd name="connsiteY4" fmla="*/ 121374 h 857763"/>
                <a:gd name="connsiteX5" fmla="*/ 126457 w 635704"/>
                <a:gd name="connsiteY5" fmla="*/ 121374 h 857763"/>
                <a:gd name="connsiteX6" fmla="*/ 126457 w 635704"/>
                <a:gd name="connsiteY6" fmla="*/ 416892 h 857763"/>
                <a:gd name="connsiteX7" fmla="*/ 357142 w 635704"/>
                <a:gd name="connsiteY7" fmla="*/ 416892 h 857763"/>
                <a:gd name="connsiteX8" fmla="*/ 467976 w 635704"/>
                <a:gd name="connsiteY8" fmla="*/ 377391 h 857763"/>
                <a:gd name="connsiteX9" fmla="*/ 504506 w 635704"/>
                <a:gd name="connsiteY9" fmla="*/ 268512 h 857763"/>
                <a:gd name="connsiteX10" fmla="*/ 635704 w 635704"/>
                <a:gd name="connsiteY10" fmla="*/ 268512 h 857763"/>
                <a:gd name="connsiteX11" fmla="*/ 614719 w 635704"/>
                <a:gd name="connsiteY11" fmla="*/ 385152 h 857763"/>
                <a:gd name="connsiteX12" fmla="*/ 556037 w 635704"/>
                <a:gd name="connsiteY12" fmla="*/ 469198 h 857763"/>
                <a:gd name="connsiteX13" fmla="*/ 466111 w 635704"/>
                <a:gd name="connsiteY13" fmla="*/ 520339 h 857763"/>
                <a:gd name="connsiteX14" fmla="*/ 351079 w 635704"/>
                <a:gd name="connsiteY14" fmla="*/ 537722 h 857763"/>
                <a:gd name="connsiteX15" fmla="*/ 126379 w 635704"/>
                <a:gd name="connsiteY15" fmla="*/ 537722 h 857763"/>
                <a:gd name="connsiteX16" fmla="*/ 126379 w 635704"/>
                <a:gd name="connsiteY16" fmla="*/ 857764 h 857763"/>
                <a:gd name="connsiteX17" fmla="*/ 0 w 635704"/>
                <a:gd name="connsiteY17" fmla="*/ 857764 h 857763"/>
                <a:gd name="connsiteX18" fmla="*/ 0 w 635704"/>
                <a:gd name="connsiteY18" fmla="*/ 0 h 857763"/>
                <a:gd name="connsiteX19" fmla="*/ 359474 w 635704"/>
                <a:gd name="connsiteY19" fmla="*/ 0 h 857763"/>
                <a:gd name="connsiteX20" fmla="*/ 469375 w 635704"/>
                <a:gd name="connsiteY20" fmla="*/ 17073 h 857763"/>
                <a:gd name="connsiteX21" fmla="*/ 556815 w 635704"/>
                <a:gd name="connsiteY21" fmla="*/ 67594 h 857763"/>
                <a:gd name="connsiteX22" fmla="*/ 614641 w 635704"/>
                <a:gd name="connsiteY22" fmla="*/ 151639 h 857763"/>
                <a:gd name="connsiteX23" fmla="*/ 635627 w 635704"/>
                <a:gd name="connsiteY23" fmla="*/ 268590 h 857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35704" h="857763">
                  <a:moveTo>
                    <a:pt x="504506" y="268512"/>
                  </a:moveTo>
                  <a:cubicBezTo>
                    <a:pt x="504506" y="244998"/>
                    <a:pt x="501009" y="224044"/>
                    <a:pt x="494014" y="205730"/>
                  </a:cubicBezTo>
                  <a:cubicBezTo>
                    <a:pt x="487018" y="187415"/>
                    <a:pt x="477148" y="171972"/>
                    <a:pt x="464323" y="159400"/>
                  </a:cubicBezTo>
                  <a:cubicBezTo>
                    <a:pt x="451576" y="146828"/>
                    <a:pt x="436031" y="137360"/>
                    <a:pt x="417922" y="130997"/>
                  </a:cubicBezTo>
                  <a:cubicBezTo>
                    <a:pt x="399734" y="124633"/>
                    <a:pt x="379448" y="121374"/>
                    <a:pt x="357142" y="121374"/>
                  </a:cubicBezTo>
                  <a:lnTo>
                    <a:pt x="126457" y="121374"/>
                  </a:lnTo>
                  <a:lnTo>
                    <a:pt x="126457" y="416892"/>
                  </a:lnTo>
                  <a:lnTo>
                    <a:pt x="357142" y="416892"/>
                  </a:lnTo>
                  <a:cubicBezTo>
                    <a:pt x="406652" y="416892"/>
                    <a:pt x="443571" y="403699"/>
                    <a:pt x="467976" y="377391"/>
                  </a:cubicBezTo>
                  <a:cubicBezTo>
                    <a:pt x="492304" y="351083"/>
                    <a:pt x="504506" y="314764"/>
                    <a:pt x="504506" y="268512"/>
                  </a:cubicBezTo>
                  <a:moveTo>
                    <a:pt x="635704" y="268512"/>
                  </a:moveTo>
                  <a:cubicBezTo>
                    <a:pt x="635704" y="312746"/>
                    <a:pt x="628709" y="351626"/>
                    <a:pt x="614719" y="385152"/>
                  </a:cubicBezTo>
                  <a:cubicBezTo>
                    <a:pt x="600729" y="418677"/>
                    <a:pt x="581220" y="446692"/>
                    <a:pt x="556037" y="469198"/>
                  </a:cubicBezTo>
                  <a:cubicBezTo>
                    <a:pt x="530855" y="491703"/>
                    <a:pt x="500931" y="508776"/>
                    <a:pt x="466111" y="520339"/>
                  </a:cubicBezTo>
                  <a:cubicBezTo>
                    <a:pt x="431368" y="531902"/>
                    <a:pt x="393050" y="537722"/>
                    <a:pt x="351079" y="537722"/>
                  </a:cubicBezTo>
                  <a:lnTo>
                    <a:pt x="126379" y="537722"/>
                  </a:lnTo>
                  <a:lnTo>
                    <a:pt x="126379" y="857764"/>
                  </a:lnTo>
                  <a:lnTo>
                    <a:pt x="0" y="857764"/>
                  </a:lnTo>
                  <a:lnTo>
                    <a:pt x="0" y="0"/>
                  </a:lnTo>
                  <a:lnTo>
                    <a:pt x="359474" y="0"/>
                  </a:lnTo>
                  <a:cubicBezTo>
                    <a:pt x="398957" y="0"/>
                    <a:pt x="435643" y="5665"/>
                    <a:pt x="469375" y="17073"/>
                  </a:cubicBezTo>
                  <a:cubicBezTo>
                    <a:pt x="503107" y="28481"/>
                    <a:pt x="532254" y="45321"/>
                    <a:pt x="556815" y="67594"/>
                  </a:cubicBezTo>
                  <a:cubicBezTo>
                    <a:pt x="581375" y="89944"/>
                    <a:pt x="600651" y="117959"/>
                    <a:pt x="614641" y="151639"/>
                  </a:cubicBezTo>
                  <a:cubicBezTo>
                    <a:pt x="628632" y="185320"/>
                    <a:pt x="635627" y="224277"/>
                    <a:pt x="635627" y="268590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8C7960C-88A4-21FB-F9CA-40C5D2A12ED8}"/>
                </a:ext>
              </a:extLst>
            </p:cNvPr>
            <p:cNvSpPr/>
            <p:nvPr/>
          </p:nvSpPr>
          <p:spPr bwMode="invGray">
            <a:xfrm>
              <a:off x="4442770" y="3191752"/>
              <a:ext cx="524092" cy="670503"/>
            </a:xfrm>
            <a:custGeom>
              <a:avLst/>
              <a:gdLst>
                <a:gd name="connsiteX0" fmla="*/ 400201 w 524092"/>
                <a:gd name="connsiteY0" fmla="*/ 382125 h 670503"/>
                <a:gd name="connsiteX1" fmla="*/ 367868 w 524092"/>
                <a:gd name="connsiteY1" fmla="*/ 369243 h 670503"/>
                <a:gd name="connsiteX2" fmla="*/ 337944 w 524092"/>
                <a:gd name="connsiteY2" fmla="*/ 361482 h 670503"/>
                <a:gd name="connsiteX3" fmla="*/ 300559 w 524092"/>
                <a:gd name="connsiteY3" fmla="*/ 356128 h 670503"/>
                <a:gd name="connsiteX4" fmla="*/ 252914 w 524092"/>
                <a:gd name="connsiteY4" fmla="*/ 354032 h 670503"/>
                <a:gd name="connsiteX5" fmla="*/ 156225 w 524092"/>
                <a:gd name="connsiteY5" fmla="*/ 379719 h 670503"/>
                <a:gd name="connsiteX6" fmla="*/ 120550 w 524092"/>
                <a:gd name="connsiteY6" fmla="*/ 449719 h 670503"/>
                <a:gd name="connsiteX7" fmla="*/ 130732 w 524092"/>
                <a:gd name="connsiteY7" fmla="*/ 498454 h 670503"/>
                <a:gd name="connsiteX8" fmla="*/ 156458 w 524092"/>
                <a:gd name="connsiteY8" fmla="*/ 531048 h 670503"/>
                <a:gd name="connsiteX9" fmla="*/ 193300 w 524092"/>
                <a:gd name="connsiteY9" fmla="*/ 549906 h 670503"/>
                <a:gd name="connsiteX10" fmla="*/ 244520 w 524092"/>
                <a:gd name="connsiteY10" fmla="*/ 556192 h 670503"/>
                <a:gd name="connsiteX11" fmla="*/ 293019 w 524092"/>
                <a:gd name="connsiteY11" fmla="*/ 548975 h 670503"/>
                <a:gd name="connsiteX12" fmla="*/ 336778 w 524092"/>
                <a:gd name="connsiteY12" fmla="*/ 530117 h 670503"/>
                <a:gd name="connsiteX13" fmla="*/ 373308 w 524092"/>
                <a:gd name="connsiteY13" fmla="*/ 503809 h 670503"/>
                <a:gd name="connsiteX14" fmla="*/ 400279 w 524092"/>
                <a:gd name="connsiteY14" fmla="*/ 474164 h 670503"/>
                <a:gd name="connsiteX15" fmla="*/ 400279 w 524092"/>
                <a:gd name="connsiteY15" fmla="*/ 382047 h 670503"/>
                <a:gd name="connsiteX16" fmla="*/ 400201 w 524092"/>
                <a:gd name="connsiteY16" fmla="*/ 656690 h 670503"/>
                <a:gd name="connsiteX17" fmla="*/ 400201 w 524092"/>
                <a:gd name="connsiteY17" fmla="*/ 593287 h 670503"/>
                <a:gd name="connsiteX18" fmla="*/ 359474 w 524092"/>
                <a:gd name="connsiteY18" fmla="*/ 626502 h 670503"/>
                <a:gd name="connsiteX19" fmla="*/ 325897 w 524092"/>
                <a:gd name="connsiteY19" fmla="*/ 646291 h 670503"/>
                <a:gd name="connsiteX20" fmla="*/ 281905 w 524092"/>
                <a:gd name="connsiteY20" fmla="*/ 663054 h 670503"/>
                <a:gd name="connsiteX21" fmla="*/ 223534 w 524092"/>
                <a:gd name="connsiteY21" fmla="*/ 670504 h 670503"/>
                <a:gd name="connsiteX22" fmla="*/ 144722 w 524092"/>
                <a:gd name="connsiteY22" fmla="*/ 658863 h 670503"/>
                <a:gd name="connsiteX23" fmla="*/ 72827 w 524092"/>
                <a:gd name="connsiteY23" fmla="*/ 621225 h 670503"/>
                <a:gd name="connsiteX24" fmla="*/ 20364 w 524092"/>
                <a:gd name="connsiteY24" fmla="*/ 553942 h 670503"/>
                <a:gd name="connsiteX25" fmla="*/ 0 w 524092"/>
                <a:gd name="connsiteY25" fmla="*/ 453444 h 670503"/>
                <a:gd name="connsiteX26" fmla="*/ 19431 w 524092"/>
                <a:gd name="connsiteY26" fmla="*/ 360473 h 670503"/>
                <a:gd name="connsiteX27" fmla="*/ 73371 w 524092"/>
                <a:gd name="connsiteY27" fmla="*/ 295596 h 670503"/>
                <a:gd name="connsiteX28" fmla="*/ 154826 w 524092"/>
                <a:gd name="connsiteY28" fmla="*/ 257570 h 670503"/>
                <a:gd name="connsiteX29" fmla="*/ 256334 w 524092"/>
                <a:gd name="connsiteY29" fmla="*/ 245308 h 670503"/>
                <a:gd name="connsiteX30" fmla="*/ 341986 w 524092"/>
                <a:gd name="connsiteY30" fmla="*/ 252215 h 670503"/>
                <a:gd name="connsiteX31" fmla="*/ 400123 w 524092"/>
                <a:gd name="connsiteY31" fmla="*/ 269831 h 670503"/>
                <a:gd name="connsiteX32" fmla="*/ 400123 w 524092"/>
                <a:gd name="connsiteY32" fmla="*/ 221949 h 670503"/>
                <a:gd name="connsiteX33" fmla="*/ 368956 w 524092"/>
                <a:gd name="connsiteY33" fmla="*/ 141240 h 670503"/>
                <a:gd name="connsiteX34" fmla="*/ 278485 w 524092"/>
                <a:gd name="connsiteY34" fmla="*/ 113148 h 670503"/>
                <a:gd name="connsiteX35" fmla="*/ 188636 w 524092"/>
                <a:gd name="connsiteY35" fmla="*/ 122693 h 670503"/>
                <a:gd name="connsiteX36" fmla="*/ 110757 w 524092"/>
                <a:gd name="connsiteY36" fmla="*/ 153192 h 670503"/>
                <a:gd name="connsiteX37" fmla="*/ 61635 w 524092"/>
                <a:gd name="connsiteY37" fmla="*/ 58048 h 670503"/>
                <a:gd name="connsiteX38" fmla="*/ 160733 w 524092"/>
                <a:gd name="connsiteY38" fmla="*/ 14667 h 670503"/>
                <a:gd name="connsiteX39" fmla="*/ 282060 w 524092"/>
                <a:gd name="connsiteY39" fmla="*/ 0 h 670503"/>
                <a:gd name="connsiteX40" fmla="*/ 380614 w 524092"/>
                <a:gd name="connsiteY40" fmla="*/ 13193 h 670503"/>
                <a:gd name="connsiteX41" fmla="*/ 457017 w 524092"/>
                <a:gd name="connsiteY41" fmla="*/ 53314 h 670503"/>
                <a:gd name="connsiteX42" fmla="*/ 506450 w 524092"/>
                <a:gd name="connsiteY42" fmla="*/ 120908 h 670503"/>
                <a:gd name="connsiteX43" fmla="*/ 524093 w 524092"/>
                <a:gd name="connsiteY43" fmla="*/ 216051 h 670503"/>
                <a:gd name="connsiteX44" fmla="*/ 524093 w 524092"/>
                <a:gd name="connsiteY44" fmla="*/ 656923 h 670503"/>
                <a:gd name="connsiteX45" fmla="*/ 400123 w 524092"/>
                <a:gd name="connsiteY45" fmla="*/ 65692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24092" h="670503">
                  <a:moveTo>
                    <a:pt x="400201" y="382125"/>
                  </a:moveTo>
                  <a:cubicBezTo>
                    <a:pt x="388231" y="376538"/>
                    <a:pt x="377428" y="372269"/>
                    <a:pt x="367868" y="369243"/>
                  </a:cubicBezTo>
                  <a:cubicBezTo>
                    <a:pt x="358308" y="366216"/>
                    <a:pt x="348359" y="363655"/>
                    <a:pt x="337944" y="361482"/>
                  </a:cubicBezTo>
                  <a:cubicBezTo>
                    <a:pt x="327607" y="359309"/>
                    <a:pt x="315093" y="357524"/>
                    <a:pt x="300559" y="356128"/>
                  </a:cubicBezTo>
                  <a:cubicBezTo>
                    <a:pt x="285946" y="354731"/>
                    <a:pt x="270091" y="354032"/>
                    <a:pt x="252914" y="354032"/>
                  </a:cubicBezTo>
                  <a:cubicBezTo>
                    <a:pt x="212186" y="354032"/>
                    <a:pt x="179931" y="362646"/>
                    <a:pt x="156225" y="379719"/>
                  </a:cubicBezTo>
                  <a:cubicBezTo>
                    <a:pt x="132442" y="396870"/>
                    <a:pt x="120550" y="420229"/>
                    <a:pt x="120550" y="449719"/>
                  </a:cubicBezTo>
                  <a:cubicBezTo>
                    <a:pt x="120550" y="468809"/>
                    <a:pt x="123892" y="485106"/>
                    <a:pt x="130732" y="498454"/>
                  </a:cubicBezTo>
                  <a:cubicBezTo>
                    <a:pt x="137494" y="511802"/>
                    <a:pt x="146121" y="522667"/>
                    <a:pt x="156458" y="531048"/>
                  </a:cubicBezTo>
                  <a:cubicBezTo>
                    <a:pt x="166796" y="539430"/>
                    <a:pt x="179154" y="545716"/>
                    <a:pt x="193300" y="549906"/>
                  </a:cubicBezTo>
                  <a:cubicBezTo>
                    <a:pt x="207523" y="554097"/>
                    <a:pt x="224545" y="556192"/>
                    <a:pt x="244520" y="556192"/>
                  </a:cubicBezTo>
                  <a:cubicBezTo>
                    <a:pt x="261308" y="556192"/>
                    <a:pt x="277475" y="553787"/>
                    <a:pt x="293019" y="548975"/>
                  </a:cubicBezTo>
                  <a:cubicBezTo>
                    <a:pt x="308642" y="544164"/>
                    <a:pt x="323176" y="537955"/>
                    <a:pt x="336778" y="530117"/>
                  </a:cubicBezTo>
                  <a:cubicBezTo>
                    <a:pt x="350380" y="522357"/>
                    <a:pt x="362505" y="513587"/>
                    <a:pt x="373308" y="503809"/>
                  </a:cubicBezTo>
                  <a:cubicBezTo>
                    <a:pt x="384112" y="494031"/>
                    <a:pt x="393050" y="484175"/>
                    <a:pt x="400279" y="474164"/>
                  </a:cubicBezTo>
                  <a:lnTo>
                    <a:pt x="400279" y="382047"/>
                  </a:lnTo>
                  <a:close/>
                  <a:moveTo>
                    <a:pt x="400201" y="656690"/>
                  </a:moveTo>
                  <a:lnTo>
                    <a:pt x="400201" y="593287"/>
                  </a:lnTo>
                  <a:cubicBezTo>
                    <a:pt x="383801" y="608498"/>
                    <a:pt x="370277" y="619518"/>
                    <a:pt x="359474" y="626502"/>
                  </a:cubicBezTo>
                  <a:cubicBezTo>
                    <a:pt x="348670" y="633486"/>
                    <a:pt x="337555" y="640083"/>
                    <a:pt x="325897" y="646291"/>
                  </a:cubicBezTo>
                  <a:cubicBezTo>
                    <a:pt x="314316" y="652422"/>
                    <a:pt x="299626" y="658009"/>
                    <a:pt x="281905" y="663054"/>
                  </a:cubicBezTo>
                  <a:cubicBezTo>
                    <a:pt x="264106" y="668021"/>
                    <a:pt x="244675" y="670504"/>
                    <a:pt x="223534" y="670504"/>
                  </a:cubicBezTo>
                  <a:cubicBezTo>
                    <a:pt x="197574" y="670504"/>
                    <a:pt x="171304" y="666624"/>
                    <a:pt x="144722" y="658863"/>
                  </a:cubicBezTo>
                  <a:cubicBezTo>
                    <a:pt x="118140" y="651103"/>
                    <a:pt x="94201" y="638531"/>
                    <a:pt x="72827" y="621225"/>
                  </a:cubicBezTo>
                  <a:cubicBezTo>
                    <a:pt x="51453" y="603842"/>
                    <a:pt x="33965" y="581414"/>
                    <a:pt x="20364" y="553942"/>
                  </a:cubicBezTo>
                  <a:cubicBezTo>
                    <a:pt x="6762" y="526470"/>
                    <a:pt x="0" y="492945"/>
                    <a:pt x="0" y="453444"/>
                  </a:cubicBezTo>
                  <a:cubicBezTo>
                    <a:pt x="0" y="417591"/>
                    <a:pt x="6451" y="386549"/>
                    <a:pt x="19431" y="360473"/>
                  </a:cubicBezTo>
                  <a:cubicBezTo>
                    <a:pt x="32411" y="334321"/>
                    <a:pt x="50365" y="312747"/>
                    <a:pt x="73371" y="295596"/>
                  </a:cubicBezTo>
                  <a:cubicBezTo>
                    <a:pt x="96378" y="278445"/>
                    <a:pt x="123503" y="265796"/>
                    <a:pt x="154826" y="257570"/>
                  </a:cubicBezTo>
                  <a:cubicBezTo>
                    <a:pt x="186149" y="249421"/>
                    <a:pt x="220037" y="245308"/>
                    <a:pt x="256334" y="245308"/>
                  </a:cubicBezTo>
                  <a:cubicBezTo>
                    <a:pt x="290299" y="245308"/>
                    <a:pt x="318824" y="247636"/>
                    <a:pt x="341986" y="252215"/>
                  </a:cubicBezTo>
                  <a:cubicBezTo>
                    <a:pt x="365147" y="256794"/>
                    <a:pt x="384501" y="262692"/>
                    <a:pt x="400123" y="269831"/>
                  </a:cubicBezTo>
                  <a:lnTo>
                    <a:pt x="400123" y="221949"/>
                  </a:lnTo>
                  <a:cubicBezTo>
                    <a:pt x="400123" y="186872"/>
                    <a:pt x="389786" y="159943"/>
                    <a:pt x="368956" y="141240"/>
                  </a:cubicBezTo>
                  <a:cubicBezTo>
                    <a:pt x="348203" y="122538"/>
                    <a:pt x="317969" y="113148"/>
                    <a:pt x="278485" y="113148"/>
                  </a:cubicBezTo>
                  <a:cubicBezTo>
                    <a:pt x="245297" y="113148"/>
                    <a:pt x="215373" y="116329"/>
                    <a:pt x="188636" y="122693"/>
                  </a:cubicBezTo>
                  <a:cubicBezTo>
                    <a:pt x="161899" y="129057"/>
                    <a:pt x="135939" y="139223"/>
                    <a:pt x="110757" y="153192"/>
                  </a:cubicBezTo>
                  <a:lnTo>
                    <a:pt x="61635" y="58048"/>
                  </a:lnTo>
                  <a:cubicBezTo>
                    <a:pt x="92414" y="38880"/>
                    <a:pt x="125446" y="24445"/>
                    <a:pt x="160733" y="14667"/>
                  </a:cubicBezTo>
                  <a:cubicBezTo>
                    <a:pt x="196098" y="4889"/>
                    <a:pt x="236514" y="0"/>
                    <a:pt x="282060" y="0"/>
                  </a:cubicBezTo>
                  <a:cubicBezTo>
                    <a:pt x="317969" y="0"/>
                    <a:pt x="350846" y="4423"/>
                    <a:pt x="380614" y="13193"/>
                  </a:cubicBezTo>
                  <a:cubicBezTo>
                    <a:pt x="410383" y="21962"/>
                    <a:pt x="435798" y="35310"/>
                    <a:pt x="457017" y="53314"/>
                  </a:cubicBezTo>
                  <a:cubicBezTo>
                    <a:pt x="478158" y="71241"/>
                    <a:pt x="494635" y="93746"/>
                    <a:pt x="506450" y="120908"/>
                  </a:cubicBezTo>
                  <a:cubicBezTo>
                    <a:pt x="518264" y="148070"/>
                    <a:pt x="524093" y="179732"/>
                    <a:pt x="524093" y="216051"/>
                  </a:cubicBezTo>
                  <a:lnTo>
                    <a:pt x="524093" y="656923"/>
                  </a:lnTo>
                  <a:lnTo>
                    <a:pt x="400123" y="656923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E1B45A0-676E-385A-A213-D0CEC72E2A3A}"/>
                </a:ext>
              </a:extLst>
            </p:cNvPr>
            <p:cNvSpPr/>
            <p:nvPr/>
          </p:nvSpPr>
          <p:spPr bwMode="invGray">
            <a:xfrm>
              <a:off x="5089745" y="3191596"/>
              <a:ext cx="382790" cy="656767"/>
            </a:xfrm>
            <a:custGeom>
              <a:avLst/>
              <a:gdLst>
                <a:gd name="connsiteX0" fmla="*/ 349369 w 382790"/>
                <a:gd name="connsiteY0" fmla="*/ 147216 h 656767"/>
                <a:gd name="connsiteX1" fmla="*/ 306543 w 382790"/>
                <a:gd name="connsiteY1" fmla="*/ 129833 h 656767"/>
                <a:gd name="connsiteX2" fmla="*/ 252914 w 382790"/>
                <a:gd name="connsiteY2" fmla="*/ 123857 h 656767"/>
                <a:gd name="connsiteX3" fmla="*/ 159412 w 382790"/>
                <a:gd name="connsiteY3" fmla="*/ 165375 h 656767"/>
                <a:gd name="connsiteX4" fmla="*/ 126457 w 382790"/>
                <a:gd name="connsiteY4" fmla="*/ 289465 h 656767"/>
                <a:gd name="connsiteX5" fmla="*/ 126457 w 382790"/>
                <a:gd name="connsiteY5" fmla="*/ 656768 h 656767"/>
                <a:gd name="connsiteX6" fmla="*/ 0 w 382790"/>
                <a:gd name="connsiteY6" fmla="*/ 656768 h 656767"/>
                <a:gd name="connsiteX7" fmla="*/ 0 w 382790"/>
                <a:gd name="connsiteY7" fmla="*/ 13736 h 656767"/>
                <a:gd name="connsiteX8" fmla="*/ 126457 w 382790"/>
                <a:gd name="connsiteY8" fmla="*/ 13736 h 656767"/>
                <a:gd name="connsiteX9" fmla="*/ 126457 w 382790"/>
                <a:gd name="connsiteY9" fmla="*/ 74733 h 656767"/>
                <a:gd name="connsiteX10" fmla="*/ 152805 w 382790"/>
                <a:gd name="connsiteY10" fmla="*/ 45088 h 656767"/>
                <a:gd name="connsiteX11" fmla="*/ 187237 w 382790"/>
                <a:gd name="connsiteY11" fmla="*/ 21497 h 656767"/>
                <a:gd name="connsiteX12" fmla="*/ 227654 w 382790"/>
                <a:gd name="connsiteY12" fmla="*/ 5665 h 656767"/>
                <a:gd name="connsiteX13" fmla="*/ 273200 w 382790"/>
                <a:gd name="connsiteY13" fmla="*/ 0 h 656767"/>
                <a:gd name="connsiteX14" fmla="*/ 337866 w 382790"/>
                <a:gd name="connsiteY14" fmla="*/ 7217 h 656767"/>
                <a:gd name="connsiteX15" fmla="*/ 382791 w 382790"/>
                <a:gd name="connsiteY15" fmla="*/ 26929 h 656767"/>
                <a:gd name="connsiteX16" fmla="*/ 349214 w 382790"/>
                <a:gd name="connsiteY16" fmla="*/ 147138 h 65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2790" h="656767">
                  <a:moveTo>
                    <a:pt x="349369" y="147216"/>
                  </a:moveTo>
                  <a:cubicBezTo>
                    <a:pt x="335768" y="139611"/>
                    <a:pt x="321467" y="133868"/>
                    <a:pt x="306543" y="129833"/>
                  </a:cubicBezTo>
                  <a:cubicBezTo>
                    <a:pt x="291543" y="125875"/>
                    <a:pt x="273666" y="123857"/>
                    <a:pt x="252914" y="123857"/>
                  </a:cubicBezTo>
                  <a:cubicBezTo>
                    <a:pt x="212575" y="123857"/>
                    <a:pt x="181408" y="137671"/>
                    <a:pt x="159412" y="165375"/>
                  </a:cubicBezTo>
                  <a:cubicBezTo>
                    <a:pt x="137416" y="193158"/>
                    <a:pt x="126457" y="234443"/>
                    <a:pt x="126457" y="289465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3608" y="63946"/>
                    <a:pt x="142390" y="54090"/>
                    <a:pt x="152805" y="45088"/>
                  </a:cubicBezTo>
                  <a:cubicBezTo>
                    <a:pt x="163220" y="36164"/>
                    <a:pt x="174646" y="28248"/>
                    <a:pt x="187237" y="21497"/>
                  </a:cubicBezTo>
                  <a:cubicBezTo>
                    <a:pt x="199828" y="14745"/>
                    <a:pt x="213275" y="9468"/>
                    <a:pt x="227654" y="5665"/>
                  </a:cubicBezTo>
                  <a:cubicBezTo>
                    <a:pt x="242032" y="1863"/>
                    <a:pt x="257189" y="0"/>
                    <a:pt x="273200" y="0"/>
                  </a:cubicBezTo>
                  <a:cubicBezTo>
                    <a:pt x="299160" y="0"/>
                    <a:pt x="320689" y="2406"/>
                    <a:pt x="337866" y="7217"/>
                  </a:cubicBezTo>
                  <a:cubicBezTo>
                    <a:pt x="355043" y="12029"/>
                    <a:pt x="370044" y="18547"/>
                    <a:pt x="382791" y="26929"/>
                  </a:cubicBezTo>
                  <a:lnTo>
                    <a:pt x="349214" y="147138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5E4F08B-357B-CF77-7C27-7DE5DA73F570}"/>
                </a:ext>
              </a:extLst>
            </p:cNvPr>
            <p:cNvSpPr/>
            <p:nvPr/>
          </p:nvSpPr>
          <p:spPr bwMode="invGray">
            <a:xfrm>
              <a:off x="5546296" y="2955446"/>
              <a:ext cx="375018" cy="906809"/>
            </a:xfrm>
            <a:custGeom>
              <a:avLst/>
              <a:gdLst>
                <a:gd name="connsiteX0" fmla="*/ 360639 w 375018"/>
                <a:gd name="connsiteY0" fmla="*/ 876854 h 906809"/>
                <a:gd name="connsiteX1" fmla="*/ 305844 w 375018"/>
                <a:gd name="connsiteY1" fmla="*/ 898428 h 906809"/>
                <a:gd name="connsiteX2" fmla="*/ 236669 w 375018"/>
                <a:gd name="connsiteY2" fmla="*/ 906810 h 906809"/>
                <a:gd name="connsiteX3" fmla="*/ 178843 w 375018"/>
                <a:gd name="connsiteY3" fmla="*/ 897575 h 906809"/>
                <a:gd name="connsiteX4" fmla="*/ 133608 w 375018"/>
                <a:gd name="connsiteY4" fmla="*/ 868240 h 906809"/>
                <a:gd name="connsiteX5" fmla="*/ 102440 w 375018"/>
                <a:gd name="connsiteY5" fmla="*/ 815625 h 906809"/>
                <a:gd name="connsiteX6" fmla="*/ 91636 w 375018"/>
                <a:gd name="connsiteY6" fmla="*/ 736390 h 906809"/>
                <a:gd name="connsiteX7" fmla="*/ 91636 w 375018"/>
                <a:gd name="connsiteY7" fmla="*/ 364897 h 906809"/>
                <a:gd name="connsiteX8" fmla="*/ 0 w 375018"/>
                <a:gd name="connsiteY8" fmla="*/ 364897 h 906809"/>
                <a:gd name="connsiteX9" fmla="*/ 0 w 375018"/>
                <a:gd name="connsiteY9" fmla="*/ 250042 h 906809"/>
                <a:gd name="connsiteX10" fmla="*/ 91636 w 375018"/>
                <a:gd name="connsiteY10" fmla="*/ 250042 h 906809"/>
                <a:gd name="connsiteX11" fmla="*/ 91636 w 375018"/>
                <a:gd name="connsiteY11" fmla="*/ 66430 h 906809"/>
                <a:gd name="connsiteX12" fmla="*/ 215606 w 375018"/>
                <a:gd name="connsiteY12" fmla="*/ 0 h 906809"/>
                <a:gd name="connsiteX13" fmla="*/ 215606 w 375018"/>
                <a:gd name="connsiteY13" fmla="*/ 250042 h 906809"/>
                <a:gd name="connsiteX14" fmla="*/ 375018 w 375018"/>
                <a:gd name="connsiteY14" fmla="*/ 250042 h 906809"/>
                <a:gd name="connsiteX15" fmla="*/ 375018 w 375018"/>
                <a:gd name="connsiteY15" fmla="*/ 364897 h 906809"/>
                <a:gd name="connsiteX16" fmla="*/ 215606 w 375018"/>
                <a:gd name="connsiteY16" fmla="*/ 364897 h 906809"/>
                <a:gd name="connsiteX17" fmla="*/ 215606 w 375018"/>
                <a:gd name="connsiteY17" fmla="*/ 714195 h 906809"/>
                <a:gd name="connsiteX18" fmla="*/ 219493 w 375018"/>
                <a:gd name="connsiteY18" fmla="*/ 751601 h 906809"/>
                <a:gd name="connsiteX19" fmla="*/ 231462 w 375018"/>
                <a:gd name="connsiteY19" fmla="*/ 775192 h 906809"/>
                <a:gd name="connsiteX20" fmla="*/ 252137 w 375018"/>
                <a:gd name="connsiteY20" fmla="*/ 787764 h 906809"/>
                <a:gd name="connsiteX21" fmla="*/ 282060 w 375018"/>
                <a:gd name="connsiteY21" fmla="*/ 791412 h 906809"/>
                <a:gd name="connsiteX22" fmla="*/ 332115 w 375018"/>
                <a:gd name="connsiteY22" fmla="*/ 783651 h 906809"/>
                <a:gd name="connsiteX23" fmla="*/ 374941 w 375018"/>
                <a:gd name="connsiteY23" fmla="*/ 765725 h 906809"/>
                <a:gd name="connsiteX24" fmla="*/ 360561 w 375018"/>
                <a:gd name="connsiteY24" fmla="*/ 877010 h 90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5018" h="906809">
                  <a:moveTo>
                    <a:pt x="360639" y="876854"/>
                  </a:moveTo>
                  <a:cubicBezTo>
                    <a:pt x="345094" y="885624"/>
                    <a:pt x="326752" y="892841"/>
                    <a:pt x="305844" y="898428"/>
                  </a:cubicBezTo>
                  <a:cubicBezTo>
                    <a:pt x="284858" y="904016"/>
                    <a:pt x="261774" y="906810"/>
                    <a:pt x="236669" y="906810"/>
                  </a:cubicBezTo>
                  <a:cubicBezTo>
                    <a:pt x="214674" y="906810"/>
                    <a:pt x="195398" y="903706"/>
                    <a:pt x="178843" y="897575"/>
                  </a:cubicBezTo>
                  <a:cubicBezTo>
                    <a:pt x="162288" y="891366"/>
                    <a:pt x="147209" y="881588"/>
                    <a:pt x="133608" y="868240"/>
                  </a:cubicBezTo>
                  <a:cubicBezTo>
                    <a:pt x="120006" y="854892"/>
                    <a:pt x="109668" y="837354"/>
                    <a:pt x="102440" y="815625"/>
                  </a:cubicBezTo>
                  <a:cubicBezTo>
                    <a:pt x="95212" y="793895"/>
                    <a:pt x="91636" y="767432"/>
                    <a:pt x="91636" y="736390"/>
                  </a:cubicBezTo>
                  <a:lnTo>
                    <a:pt x="91636" y="364897"/>
                  </a:lnTo>
                  <a:lnTo>
                    <a:pt x="0" y="364897"/>
                  </a:lnTo>
                  <a:lnTo>
                    <a:pt x="0" y="250042"/>
                  </a:lnTo>
                  <a:lnTo>
                    <a:pt x="91636" y="250042"/>
                  </a:lnTo>
                  <a:lnTo>
                    <a:pt x="91636" y="66430"/>
                  </a:lnTo>
                  <a:lnTo>
                    <a:pt x="215606" y="0"/>
                  </a:lnTo>
                  <a:lnTo>
                    <a:pt x="215606" y="250042"/>
                  </a:lnTo>
                  <a:lnTo>
                    <a:pt x="375018" y="250042"/>
                  </a:lnTo>
                  <a:lnTo>
                    <a:pt x="375018" y="364897"/>
                  </a:lnTo>
                  <a:lnTo>
                    <a:pt x="215606" y="364897"/>
                  </a:lnTo>
                  <a:lnTo>
                    <a:pt x="215606" y="714195"/>
                  </a:lnTo>
                  <a:cubicBezTo>
                    <a:pt x="215606" y="729328"/>
                    <a:pt x="216927" y="741822"/>
                    <a:pt x="219493" y="751601"/>
                  </a:cubicBezTo>
                  <a:cubicBezTo>
                    <a:pt x="222058" y="761379"/>
                    <a:pt x="226099" y="769217"/>
                    <a:pt x="231462" y="775192"/>
                  </a:cubicBezTo>
                  <a:cubicBezTo>
                    <a:pt x="236825" y="781168"/>
                    <a:pt x="243742" y="785359"/>
                    <a:pt x="252137" y="787764"/>
                  </a:cubicBezTo>
                  <a:cubicBezTo>
                    <a:pt x="260531" y="790170"/>
                    <a:pt x="270479" y="791412"/>
                    <a:pt x="282060" y="791412"/>
                  </a:cubicBezTo>
                  <a:cubicBezTo>
                    <a:pt x="298460" y="791412"/>
                    <a:pt x="315093" y="788851"/>
                    <a:pt x="332115" y="783651"/>
                  </a:cubicBezTo>
                  <a:cubicBezTo>
                    <a:pt x="349058" y="778452"/>
                    <a:pt x="363360" y="772476"/>
                    <a:pt x="374941" y="765725"/>
                  </a:cubicBezTo>
                  <a:lnTo>
                    <a:pt x="360561" y="877010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D796B94-94A2-FC63-B6F8-9DF4AB387984}"/>
                </a:ext>
              </a:extLst>
            </p:cNvPr>
            <p:cNvSpPr/>
            <p:nvPr/>
          </p:nvSpPr>
          <p:spPr bwMode="invGray">
            <a:xfrm>
              <a:off x="6038988" y="2955368"/>
              <a:ext cx="517642" cy="893073"/>
            </a:xfrm>
            <a:custGeom>
              <a:avLst/>
              <a:gdLst>
                <a:gd name="connsiteX0" fmla="*/ 391185 w 517642"/>
                <a:gd name="connsiteY0" fmla="*/ 893074 h 893073"/>
                <a:gd name="connsiteX1" fmla="*/ 391185 w 517642"/>
                <a:gd name="connsiteY1" fmla="*/ 529419 h 893073"/>
                <a:gd name="connsiteX2" fmla="*/ 359396 w 517642"/>
                <a:gd name="connsiteY2" fmla="*/ 396637 h 893073"/>
                <a:gd name="connsiteX3" fmla="*/ 258744 w 517642"/>
                <a:gd name="connsiteY3" fmla="*/ 352946 h 893073"/>
                <a:gd name="connsiteX4" fmla="*/ 204492 w 517642"/>
                <a:gd name="connsiteY4" fmla="*/ 362491 h 893073"/>
                <a:gd name="connsiteX5" fmla="*/ 161977 w 517642"/>
                <a:gd name="connsiteY5" fmla="*/ 394154 h 893073"/>
                <a:gd name="connsiteX6" fmla="*/ 135318 w 517642"/>
                <a:gd name="connsiteY6" fmla="*/ 446227 h 893073"/>
                <a:gd name="connsiteX7" fmla="*/ 126379 w 517642"/>
                <a:gd name="connsiteY7" fmla="*/ 516847 h 893073"/>
                <a:gd name="connsiteX8" fmla="*/ 126379 w 517642"/>
                <a:gd name="connsiteY8" fmla="*/ 893074 h 893073"/>
                <a:gd name="connsiteX9" fmla="*/ 0 w 517642"/>
                <a:gd name="connsiteY9" fmla="*/ 893074 h 893073"/>
                <a:gd name="connsiteX10" fmla="*/ 0 w 517642"/>
                <a:gd name="connsiteY10" fmla="*/ 66430 h 893073"/>
                <a:gd name="connsiteX11" fmla="*/ 126379 w 517642"/>
                <a:gd name="connsiteY11" fmla="*/ 0 h 893073"/>
                <a:gd name="connsiteX12" fmla="*/ 126379 w 517642"/>
                <a:gd name="connsiteY12" fmla="*/ 311039 h 893073"/>
                <a:gd name="connsiteX13" fmla="*/ 155759 w 517642"/>
                <a:gd name="connsiteY13" fmla="*/ 279687 h 893073"/>
                <a:gd name="connsiteX14" fmla="*/ 194155 w 517642"/>
                <a:gd name="connsiteY14" fmla="*/ 256095 h 893073"/>
                <a:gd name="connsiteX15" fmla="*/ 239079 w 517642"/>
                <a:gd name="connsiteY15" fmla="*/ 241428 h 893073"/>
                <a:gd name="connsiteX16" fmla="*/ 288201 w 517642"/>
                <a:gd name="connsiteY16" fmla="*/ 236306 h 893073"/>
                <a:gd name="connsiteX17" fmla="*/ 388853 w 517642"/>
                <a:gd name="connsiteY17" fmla="*/ 254854 h 893073"/>
                <a:gd name="connsiteX18" fmla="*/ 460437 w 517642"/>
                <a:gd name="connsiteY18" fmla="*/ 309565 h 893073"/>
                <a:gd name="connsiteX19" fmla="*/ 503574 w 517642"/>
                <a:gd name="connsiteY19" fmla="*/ 401682 h 893073"/>
                <a:gd name="connsiteX20" fmla="*/ 517642 w 517642"/>
                <a:gd name="connsiteY20" fmla="*/ 524607 h 893073"/>
                <a:gd name="connsiteX21" fmla="*/ 517642 w 517642"/>
                <a:gd name="connsiteY21" fmla="*/ 893074 h 893073"/>
                <a:gd name="connsiteX22" fmla="*/ 391263 w 517642"/>
                <a:gd name="connsiteY22" fmla="*/ 893074 h 893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2" h="893073">
                  <a:moveTo>
                    <a:pt x="391185" y="893074"/>
                  </a:moveTo>
                  <a:lnTo>
                    <a:pt x="391185" y="529419"/>
                  </a:lnTo>
                  <a:cubicBezTo>
                    <a:pt x="391185" y="469974"/>
                    <a:pt x="380615" y="425739"/>
                    <a:pt x="359396" y="396637"/>
                  </a:cubicBezTo>
                  <a:cubicBezTo>
                    <a:pt x="338255" y="367535"/>
                    <a:pt x="304678" y="352946"/>
                    <a:pt x="258744" y="352946"/>
                  </a:cubicBezTo>
                  <a:cubicBezTo>
                    <a:pt x="239157" y="352946"/>
                    <a:pt x="221125" y="356128"/>
                    <a:pt x="204492" y="362491"/>
                  </a:cubicBezTo>
                  <a:cubicBezTo>
                    <a:pt x="187937" y="368855"/>
                    <a:pt x="173713" y="379409"/>
                    <a:pt x="161977" y="394154"/>
                  </a:cubicBezTo>
                  <a:cubicBezTo>
                    <a:pt x="150163" y="408899"/>
                    <a:pt x="141303" y="426282"/>
                    <a:pt x="135318" y="446227"/>
                  </a:cubicBezTo>
                  <a:cubicBezTo>
                    <a:pt x="129333" y="466171"/>
                    <a:pt x="126379" y="489685"/>
                    <a:pt x="126379" y="516847"/>
                  </a:cubicBezTo>
                  <a:lnTo>
                    <a:pt x="126379" y="893074"/>
                  </a:lnTo>
                  <a:lnTo>
                    <a:pt x="0" y="893074"/>
                  </a:lnTo>
                  <a:lnTo>
                    <a:pt x="0" y="66430"/>
                  </a:lnTo>
                  <a:lnTo>
                    <a:pt x="126379" y="0"/>
                  </a:lnTo>
                  <a:lnTo>
                    <a:pt x="126379" y="311039"/>
                  </a:lnTo>
                  <a:cubicBezTo>
                    <a:pt x="134385" y="299476"/>
                    <a:pt x="144178" y="289000"/>
                    <a:pt x="155759" y="279687"/>
                  </a:cubicBezTo>
                  <a:cubicBezTo>
                    <a:pt x="167340" y="270297"/>
                    <a:pt x="180087" y="262459"/>
                    <a:pt x="194155" y="256095"/>
                  </a:cubicBezTo>
                  <a:cubicBezTo>
                    <a:pt x="208067" y="249732"/>
                    <a:pt x="223068" y="244843"/>
                    <a:pt x="239079" y="241428"/>
                  </a:cubicBezTo>
                  <a:cubicBezTo>
                    <a:pt x="255012" y="238013"/>
                    <a:pt x="271413" y="236306"/>
                    <a:pt x="288201" y="236306"/>
                  </a:cubicBezTo>
                  <a:cubicBezTo>
                    <a:pt x="326907" y="236306"/>
                    <a:pt x="360484" y="242514"/>
                    <a:pt x="388853" y="254854"/>
                  </a:cubicBezTo>
                  <a:cubicBezTo>
                    <a:pt x="417223" y="267193"/>
                    <a:pt x="441084" y="285430"/>
                    <a:pt x="460437" y="309565"/>
                  </a:cubicBezTo>
                  <a:cubicBezTo>
                    <a:pt x="479791" y="333700"/>
                    <a:pt x="494169" y="364431"/>
                    <a:pt x="503574" y="401682"/>
                  </a:cubicBezTo>
                  <a:cubicBezTo>
                    <a:pt x="512978" y="439009"/>
                    <a:pt x="517642" y="479985"/>
                    <a:pt x="517642" y="524607"/>
                  </a:cubicBezTo>
                  <a:lnTo>
                    <a:pt x="517642" y="893074"/>
                  </a:lnTo>
                  <a:lnTo>
                    <a:pt x="391263" y="893074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E9F1976-FA0F-5C9C-0007-AC626A8B1559}"/>
                </a:ext>
              </a:extLst>
            </p:cNvPr>
            <p:cNvSpPr/>
            <p:nvPr/>
          </p:nvSpPr>
          <p:spPr bwMode="invGray">
            <a:xfrm>
              <a:off x="6650598" y="3191674"/>
              <a:ext cx="553550" cy="670581"/>
            </a:xfrm>
            <a:custGeom>
              <a:avLst/>
              <a:gdLst>
                <a:gd name="connsiteX0" fmla="*/ 425850 w 553550"/>
                <a:gd name="connsiteY0" fmla="*/ 275729 h 670581"/>
                <a:gd name="connsiteX1" fmla="*/ 414192 w 553550"/>
                <a:gd name="connsiteY1" fmla="*/ 213568 h 670581"/>
                <a:gd name="connsiteX2" fmla="*/ 386600 w 553550"/>
                <a:gd name="connsiteY2" fmla="*/ 162116 h 670581"/>
                <a:gd name="connsiteX3" fmla="*/ 340509 w 553550"/>
                <a:gd name="connsiteY3" fmla="*/ 127116 h 670581"/>
                <a:gd name="connsiteX4" fmla="*/ 273666 w 553550"/>
                <a:gd name="connsiteY4" fmla="*/ 114234 h 670581"/>
                <a:gd name="connsiteX5" fmla="*/ 214907 w 553550"/>
                <a:gd name="connsiteY5" fmla="*/ 125331 h 670581"/>
                <a:gd name="connsiteX6" fmla="*/ 171770 w 553550"/>
                <a:gd name="connsiteY6" fmla="*/ 156761 h 670581"/>
                <a:gd name="connsiteX7" fmla="*/ 142080 w 553550"/>
                <a:gd name="connsiteY7" fmla="*/ 206739 h 670581"/>
                <a:gd name="connsiteX8" fmla="*/ 126224 w 553550"/>
                <a:gd name="connsiteY8" fmla="*/ 275807 h 670581"/>
                <a:gd name="connsiteX9" fmla="*/ 425772 w 553550"/>
                <a:gd name="connsiteY9" fmla="*/ 275807 h 670581"/>
                <a:gd name="connsiteX10" fmla="*/ 553473 w 553550"/>
                <a:gd name="connsiteY10" fmla="*/ 322447 h 670581"/>
                <a:gd name="connsiteX11" fmla="*/ 552229 w 553550"/>
                <a:gd name="connsiteY11" fmla="*/ 354731 h 670581"/>
                <a:gd name="connsiteX12" fmla="*/ 549820 w 553550"/>
                <a:gd name="connsiteY12" fmla="*/ 379797 h 670581"/>
                <a:gd name="connsiteX13" fmla="*/ 123892 w 553550"/>
                <a:gd name="connsiteY13" fmla="*/ 379797 h 670581"/>
                <a:gd name="connsiteX14" fmla="*/ 144256 w 553550"/>
                <a:gd name="connsiteY14" fmla="*/ 459652 h 670581"/>
                <a:gd name="connsiteX15" fmla="*/ 180786 w 553550"/>
                <a:gd name="connsiteY15" fmla="*/ 514363 h 670581"/>
                <a:gd name="connsiteX16" fmla="*/ 229675 w 553550"/>
                <a:gd name="connsiteY16" fmla="*/ 546104 h 670581"/>
                <a:gd name="connsiteX17" fmla="*/ 286258 w 553550"/>
                <a:gd name="connsiteY17" fmla="*/ 556270 h 670581"/>
                <a:gd name="connsiteX18" fmla="*/ 325819 w 553550"/>
                <a:gd name="connsiteY18" fmla="*/ 552700 h 670581"/>
                <a:gd name="connsiteX19" fmla="*/ 361494 w 553550"/>
                <a:gd name="connsiteY19" fmla="*/ 541913 h 670581"/>
                <a:gd name="connsiteX20" fmla="*/ 391807 w 553550"/>
                <a:gd name="connsiteY20" fmla="*/ 527246 h 670581"/>
                <a:gd name="connsiteX21" fmla="*/ 425928 w 553550"/>
                <a:gd name="connsiteY21" fmla="*/ 504818 h 670581"/>
                <a:gd name="connsiteX22" fmla="*/ 500853 w 553550"/>
                <a:gd name="connsiteY22" fmla="*/ 585604 h 670581"/>
                <a:gd name="connsiteX23" fmla="*/ 454997 w 553550"/>
                <a:gd name="connsiteY23" fmla="*/ 622389 h 670581"/>
                <a:gd name="connsiteX24" fmla="*/ 407662 w 553550"/>
                <a:gd name="connsiteY24" fmla="*/ 647533 h 670581"/>
                <a:gd name="connsiteX25" fmla="*/ 349836 w 553550"/>
                <a:gd name="connsiteY25" fmla="*/ 664606 h 670581"/>
                <a:gd name="connsiteX26" fmla="*/ 278563 w 553550"/>
                <a:gd name="connsiteY26" fmla="*/ 670581 h 670581"/>
                <a:gd name="connsiteX27" fmla="*/ 200062 w 553550"/>
                <a:gd name="connsiteY27" fmla="*/ 658941 h 670581"/>
                <a:gd name="connsiteX28" fmla="*/ 135396 w 553550"/>
                <a:gd name="connsiteY28" fmla="*/ 628442 h 670581"/>
                <a:gd name="connsiteX29" fmla="*/ 84797 w 553550"/>
                <a:gd name="connsiteY29" fmla="*/ 585372 h 670581"/>
                <a:gd name="connsiteX30" fmla="*/ 41971 w 553550"/>
                <a:gd name="connsiteY30" fmla="*/ 523133 h 670581"/>
                <a:gd name="connsiteX31" fmla="*/ 10804 w 553550"/>
                <a:gd name="connsiteY31" fmla="*/ 438233 h 670581"/>
                <a:gd name="connsiteX32" fmla="*/ 0 w 553550"/>
                <a:gd name="connsiteY32" fmla="*/ 335640 h 670581"/>
                <a:gd name="connsiteX33" fmla="*/ 20675 w 553550"/>
                <a:gd name="connsiteY33" fmla="*/ 191450 h 670581"/>
                <a:gd name="connsiteX34" fmla="*/ 78502 w 553550"/>
                <a:gd name="connsiteY34" fmla="*/ 86141 h 670581"/>
                <a:gd name="connsiteX35" fmla="*/ 167729 w 553550"/>
                <a:gd name="connsiteY35" fmla="*/ 21884 h 670581"/>
                <a:gd name="connsiteX36" fmla="*/ 282139 w 553550"/>
                <a:gd name="connsiteY36" fmla="*/ 0 h 670581"/>
                <a:gd name="connsiteX37" fmla="*/ 401989 w 553550"/>
                <a:gd name="connsiteY37" fmla="*/ 26075 h 670581"/>
                <a:gd name="connsiteX38" fmla="*/ 486475 w 553550"/>
                <a:gd name="connsiteY38" fmla="*/ 96074 h 670581"/>
                <a:gd name="connsiteX39" fmla="*/ 536762 w 553550"/>
                <a:gd name="connsiteY39" fmla="*/ 198668 h 670581"/>
                <a:gd name="connsiteX40" fmla="*/ 553551 w 553550"/>
                <a:gd name="connsiteY40" fmla="*/ 322447 h 67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53550" h="670581">
                  <a:moveTo>
                    <a:pt x="425850" y="275729"/>
                  </a:moveTo>
                  <a:cubicBezTo>
                    <a:pt x="424218" y="253767"/>
                    <a:pt x="420332" y="233047"/>
                    <a:pt x="414192" y="213568"/>
                  </a:cubicBezTo>
                  <a:cubicBezTo>
                    <a:pt x="407974" y="194012"/>
                    <a:pt x="398802" y="176861"/>
                    <a:pt x="386600" y="162116"/>
                  </a:cubicBezTo>
                  <a:cubicBezTo>
                    <a:pt x="374397" y="147371"/>
                    <a:pt x="359085" y="135730"/>
                    <a:pt x="340509" y="127116"/>
                  </a:cubicBezTo>
                  <a:cubicBezTo>
                    <a:pt x="321933" y="118580"/>
                    <a:pt x="299626" y="114234"/>
                    <a:pt x="273666" y="114234"/>
                  </a:cubicBezTo>
                  <a:cubicBezTo>
                    <a:pt x="251282" y="114234"/>
                    <a:pt x="231773" y="117959"/>
                    <a:pt x="214907" y="125331"/>
                  </a:cubicBezTo>
                  <a:cubicBezTo>
                    <a:pt x="198196" y="132704"/>
                    <a:pt x="183740" y="143180"/>
                    <a:pt x="171770" y="156761"/>
                  </a:cubicBezTo>
                  <a:cubicBezTo>
                    <a:pt x="159801" y="170342"/>
                    <a:pt x="149930" y="187027"/>
                    <a:pt x="142080" y="206739"/>
                  </a:cubicBezTo>
                  <a:cubicBezTo>
                    <a:pt x="134307" y="226528"/>
                    <a:pt x="129022" y="249499"/>
                    <a:pt x="126224" y="275807"/>
                  </a:cubicBezTo>
                  <a:lnTo>
                    <a:pt x="425772" y="275807"/>
                  </a:lnTo>
                  <a:close/>
                  <a:moveTo>
                    <a:pt x="553473" y="322447"/>
                  </a:moveTo>
                  <a:cubicBezTo>
                    <a:pt x="553473" y="334010"/>
                    <a:pt x="553084" y="344797"/>
                    <a:pt x="552229" y="354731"/>
                  </a:cubicBezTo>
                  <a:cubicBezTo>
                    <a:pt x="551452" y="364742"/>
                    <a:pt x="550597" y="373045"/>
                    <a:pt x="549820" y="379797"/>
                  </a:cubicBezTo>
                  <a:lnTo>
                    <a:pt x="123892" y="379797"/>
                  </a:lnTo>
                  <a:cubicBezTo>
                    <a:pt x="127468" y="410916"/>
                    <a:pt x="134307" y="437535"/>
                    <a:pt x="144256" y="459652"/>
                  </a:cubicBezTo>
                  <a:cubicBezTo>
                    <a:pt x="154205" y="481769"/>
                    <a:pt x="166407" y="500006"/>
                    <a:pt x="180786" y="514363"/>
                  </a:cubicBezTo>
                  <a:cubicBezTo>
                    <a:pt x="195165" y="528720"/>
                    <a:pt x="211487" y="539274"/>
                    <a:pt x="229675" y="546104"/>
                  </a:cubicBezTo>
                  <a:cubicBezTo>
                    <a:pt x="247862" y="552933"/>
                    <a:pt x="266671" y="556270"/>
                    <a:pt x="286258" y="556270"/>
                  </a:cubicBezTo>
                  <a:cubicBezTo>
                    <a:pt x="300248" y="556270"/>
                    <a:pt x="313383" y="555106"/>
                    <a:pt x="325819" y="552700"/>
                  </a:cubicBezTo>
                  <a:cubicBezTo>
                    <a:pt x="338177" y="550294"/>
                    <a:pt x="350069" y="546724"/>
                    <a:pt x="361494" y="541913"/>
                  </a:cubicBezTo>
                  <a:cubicBezTo>
                    <a:pt x="372920" y="537101"/>
                    <a:pt x="382946" y="532290"/>
                    <a:pt x="391807" y="527246"/>
                  </a:cubicBezTo>
                  <a:cubicBezTo>
                    <a:pt x="400590" y="522279"/>
                    <a:pt x="411937" y="514751"/>
                    <a:pt x="425928" y="504818"/>
                  </a:cubicBezTo>
                  <a:lnTo>
                    <a:pt x="500853" y="585604"/>
                  </a:lnTo>
                  <a:cubicBezTo>
                    <a:pt x="484842" y="600737"/>
                    <a:pt x="469609" y="612999"/>
                    <a:pt x="454997" y="622389"/>
                  </a:cubicBezTo>
                  <a:cubicBezTo>
                    <a:pt x="440384" y="631779"/>
                    <a:pt x="424684" y="640160"/>
                    <a:pt x="407662" y="647533"/>
                  </a:cubicBezTo>
                  <a:cubicBezTo>
                    <a:pt x="390719" y="654905"/>
                    <a:pt x="371443" y="660570"/>
                    <a:pt x="349836" y="664606"/>
                  </a:cubicBezTo>
                  <a:cubicBezTo>
                    <a:pt x="328307" y="668564"/>
                    <a:pt x="304445" y="670581"/>
                    <a:pt x="278563" y="670581"/>
                  </a:cubicBezTo>
                  <a:cubicBezTo>
                    <a:pt x="250583" y="670581"/>
                    <a:pt x="224467" y="666701"/>
                    <a:pt x="200062" y="658941"/>
                  </a:cubicBezTo>
                  <a:cubicBezTo>
                    <a:pt x="175734" y="651180"/>
                    <a:pt x="154127" y="641014"/>
                    <a:pt x="135396" y="628442"/>
                  </a:cubicBezTo>
                  <a:cubicBezTo>
                    <a:pt x="116586" y="615870"/>
                    <a:pt x="99720" y="601513"/>
                    <a:pt x="84797" y="585372"/>
                  </a:cubicBezTo>
                  <a:cubicBezTo>
                    <a:pt x="69796" y="569230"/>
                    <a:pt x="55573" y="548509"/>
                    <a:pt x="41971" y="523133"/>
                  </a:cubicBezTo>
                  <a:cubicBezTo>
                    <a:pt x="28369" y="497834"/>
                    <a:pt x="18032" y="469508"/>
                    <a:pt x="10804" y="438233"/>
                  </a:cubicBezTo>
                  <a:cubicBezTo>
                    <a:pt x="3575" y="406959"/>
                    <a:pt x="0" y="372735"/>
                    <a:pt x="0" y="335640"/>
                  </a:cubicBezTo>
                  <a:cubicBezTo>
                    <a:pt x="0" y="281394"/>
                    <a:pt x="6918" y="233357"/>
                    <a:pt x="20675" y="191450"/>
                  </a:cubicBezTo>
                  <a:cubicBezTo>
                    <a:pt x="34432" y="149622"/>
                    <a:pt x="53708" y="114467"/>
                    <a:pt x="78502" y="86141"/>
                  </a:cubicBezTo>
                  <a:cubicBezTo>
                    <a:pt x="103296" y="57815"/>
                    <a:pt x="132986" y="36396"/>
                    <a:pt x="167729" y="21884"/>
                  </a:cubicBezTo>
                  <a:cubicBezTo>
                    <a:pt x="202549" y="7295"/>
                    <a:pt x="240634" y="0"/>
                    <a:pt x="282139" y="0"/>
                  </a:cubicBezTo>
                  <a:cubicBezTo>
                    <a:pt x="328073" y="0"/>
                    <a:pt x="368023" y="8692"/>
                    <a:pt x="401989" y="26075"/>
                  </a:cubicBezTo>
                  <a:cubicBezTo>
                    <a:pt x="435954" y="43381"/>
                    <a:pt x="464090" y="66740"/>
                    <a:pt x="486475" y="96074"/>
                  </a:cubicBezTo>
                  <a:cubicBezTo>
                    <a:pt x="508859" y="125409"/>
                    <a:pt x="525570" y="159633"/>
                    <a:pt x="536762" y="198668"/>
                  </a:cubicBezTo>
                  <a:cubicBezTo>
                    <a:pt x="547954" y="237780"/>
                    <a:pt x="553551" y="278988"/>
                    <a:pt x="553551" y="322447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FCF251F-3717-6EFC-621A-E003210CDF8E}"/>
                </a:ext>
              </a:extLst>
            </p:cNvPr>
            <p:cNvSpPr/>
            <p:nvPr/>
          </p:nvSpPr>
          <p:spPr bwMode="invGray">
            <a:xfrm>
              <a:off x="7297884" y="3191752"/>
              <a:ext cx="517719" cy="656845"/>
            </a:xfrm>
            <a:custGeom>
              <a:avLst/>
              <a:gdLst>
                <a:gd name="connsiteX0" fmla="*/ 391262 w 517719"/>
                <a:gd name="connsiteY0" fmla="*/ 656690 h 656845"/>
                <a:gd name="connsiteX1" fmla="*/ 391262 w 517719"/>
                <a:gd name="connsiteY1" fmla="*/ 293035 h 656845"/>
                <a:gd name="connsiteX2" fmla="*/ 360095 w 517719"/>
                <a:gd name="connsiteY2" fmla="*/ 161107 h 656845"/>
                <a:gd name="connsiteX3" fmla="*/ 258821 w 517719"/>
                <a:gd name="connsiteY3" fmla="*/ 116562 h 656845"/>
                <a:gd name="connsiteX4" fmla="*/ 202471 w 517719"/>
                <a:gd name="connsiteY4" fmla="*/ 127349 h 656845"/>
                <a:gd name="connsiteX5" fmla="*/ 159334 w 517719"/>
                <a:gd name="connsiteY5" fmla="*/ 160874 h 656845"/>
                <a:gd name="connsiteX6" fmla="*/ 134152 w 517719"/>
                <a:gd name="connsiteY6" fmla="*/ 214421 h 656845"/>
                <a:gd name="connsiteX7" fmla="*/ 126379 w 517719"/>
                <a:gd name="connsiteY7" fmla="*/ 280541 h 656845"/>
                <a:gd name="connsiteX8" fmla="*/ 126379 w 517719"/>
                <a:gd name="connsiteY8" fmla="*/ 656768 h 656845"/>
                <a:gd name="connsiteX9" fmla="*/ 0 w 517719"/>
                <a:gd name="connsiteY9" fmla="*/ 656768 h 656845"/>
                <a:gd name="connsiteX10" fmla="*/ 0 w 517719"/>
                <a:gd name="connsiteY10" fmla="*/ 13736 h 656845"/>
                <a:gd name="connsiteX11" fmla="*/ 126379 w 517719"/>
                <a:gd name="connsiteY11" fmla="*/ 13736 h 656845"/>
                <a:gd name="connsiteX12" fmla="*/ 126379 w 517719"/>
                <a:gd name="connsiteY12" fmla="*/ 74733 h 656845"/>
                <a:gd name="connsiteX13" fmla="*/ 155759 w 517719"/>
                <a:gd name="connsiteY13" fmla="*/ 43381 h 656845"/>
                <a:gd name="connsiteX14" fmla="*/ 194154 w 517719"/>
                <a:gd name="connsiteY14" fmla="*/ 19789 h 656845"/>
                <a:gd name="connsiteX15" fmla="*/ 239079 w 517719"/>
                <a:gd name="connsiteY15" fmla="*/ 5122 h 656845"/>
                <a:gd name="connsiteX16" fmla="*/ 288201 w 517719"/>
                <a:gd name="connsiteY16" fmla="*/ 0 h 656845"/>
                <a:gd name="connsiteX17" fmla="*/ 389164 w 517719"/>
                <a:gd name="connsiteY17" fmla="*/ 18858 h 656845"/>
                <a:gd name="connsiteX18" fmla="*/ 460515 w 517719"/>
                <a:gd name="connsiteY18" fmla="*/ 73026 h 656845"/>
                <a:gd name="connsiteX19" fmla="*/ 503341 w 517719"/>
                <a:gd name="connsiteY19" fmla="*/ 162194 h 656845"/>
                <a:gd name="connsiteX20" fmla="*/ 517719 w 517719"/>
                <a:gd name="connsiteY20" fmla="*/ 288379 h 656845"/>
                <a:gd name="connsiteX21" fmla="*/ 517719 w 517719"/>
                <a:gd name="connsiteY21" fmla="*/ 656845 h 656845"/>
                <a:gd name="connsiteX22" fmla="*/ 391262 w 517719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719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471" y="127349"/>
                  </a:cubicBezTo>
                  <a:cubicBezTo>
                    <a:pt x="185294" y="134566"/>
                    <a:pt x="170915" y="145664"/>
                    <a:pt x="159334" y="160874"/>
                  </a:cubicBezTo>
                  <a:cubicBezTo>
                    <a:pt x="147753" y="176007"/>
                    <a:pt x="139359" y="193856"/>
                    <a:pt x="134152" y="214421"/>
                  </a:cubicBezTo>
                  <a:cubicBezTo>
                    <a:pt x="128944" y="234987"/>
                    <a:pt x="126379" y="257027"/>
                    <a:pt x="126379" y="280541"/>
                  </a:cubicBezTo>
                  <a:lnTo>
                    <a:pt x="126379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379" y="13736"/>
                  </a:lnTo>
                  <a:lnTo>
                    <a:pt x="126379" y="74733"/>
                  </a:lnTo>
                  <a:cubicBezTo>
                    <a:pt x="134385" y="63170"/>
                    <a:pt x="144178" y="52693"/>
                    <a:pt x="155759" y="43381"/>
                  </a:cubicBezTo>
                  <a:cubicBezTo>
                    <a:pt x="167340" y="33991"/>
                    <a:pt x="180086" y="26153"/>
                    <a:pt x="194154" y="19789"/>
                  </a:cubicBezTo>
                  <a:cubicBezTo>
                    <a:pt x="208067" y="13426"/>
                    <a:pt x="223068" y="8537"/>
                    <a:pt x="239079" y="5122"/>
                  </a:cubicBezTo>
                  <a:cubicBezTo>
                    <a:pt x="255090" y="1707"/>
                    <a:pt x="271412" y="0"/>
                    <a:pt x="288201" y="0"/>
                  </a:cubicBezTo>
                  <a:cubicBezTo>
                    <a:pt x="326907" y="0"/>
                    <a:pt x="360562" y="6286"/>
                    <a:pt x="389164" y="18858"/>
                  </a:cubicBezTo>
                  <a:cubicBezTo>
                    <a:pt x="417767" y="31430"/>
                    <a:pt x="441472" y="49434"/>
                    <a:pt x="460515" y="73026"/>
                  </a:cubicBezTo>
                  <a:cubicBezTo>
                    <a:pt x="479479" y="96540"/>
                    <a:pt x="493703" y="126263"/>
                    <a:pt x="503341" y="162194"/>
                  </a:cubicBezTo>
                  <a:cubicBezTo>
                    <a:pt x="512901" y="198125"/>
                    <a:pt x="517719" y="240186"/>
                    <a:pt x="517719" y="288379"/>
                  </a:cubicBezTo>
                  <a:lnTo>
                    <a:pt x="517719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27D882C-FE34-33DD-235D-611B24B9C247}"/>
                </a:ext>
              </a:extLst>
            </p:cNvPr>
            <p:cNvSpPr/>
            <p:nvPr/>
          </p:nvSpPr>
          <p:spPr bwMode="invGray">
            <a:xfrm>
              <a:off x="7909572" y="3191752"/>
              <a:ext cx="574457" cy="670503"/>
            </a:xfrm>
            <a:custGeom>
              <a:avLst/>
              <a:gdLst>
                <a:gd name="connsiteX0" fmla="*/ 446913 w 574457"/>
                <a:gd name="connsiteY0" fmla="*/ 335485 h 670503"/>
                <a:gd name="connsiteX1" fmla="*/ 435487 w 574457"/>
                <a:gd name="connsiteY1" fmla="*/ 246628 h 670503"/>
                <a:gd name="connsiteX2" fmla="*/ 402843 w 574457"/>
                <a:gd name="connsiteY2" fmla="*/ 178724 h 670503"/>
                <a:gd name="connsiteX3" fmla="*/ 351001 w 574457"/>
                <a:gd name="connsiteY3" fmla="*/ 135342 h 670503"/>
                <a:gd name="connsiteX4" fmla="*/ 282138 w 574457"/>
                <a:gd name="connsiteY4" fmla="*/ 120132 h 670503"/>
                <a:gd name="connsiteX5" fmla="*/ 217705 w 574457"/>
                <a:gd name="connsiteY5" fmla="*/ 135342 h 670503"/>
                <a:gd name="connsiteX6" fmla="*/ 169205 w 574457"/>
                <a:gd name="connsiteY6" fmla="*/ 178413 h 670503"/>
                <a:gd name="connsiteX7" fmla="*/ 138349 w 574457"/>
                <a:gd name="connsiteY7" fmla="*/ 245153 h 670503"/>
                <a:gd name="connsiteX8" fmla="*/ 127623 w 574457"/>
                <a:gd name="connsiteY8" fmla="*/ 331837 h 670503"/>
                <a:gd name="connsiteX9" fmla="*/ 139281 w 574457"/>
                <a:gd name="connsiteY9" fmla="*/ 425739 h 670503"/>
                <a:gd name="connsiteX10" fmla="*/ 172236 w 574457"/>
                <a:gd name="connsiteY10" fmla="*/ 493953 h 670503"/>
                <a:gd name="connsiteX11" fmla="*/ 223145 w 574457"/>
                <a:gd name="connsiteY11" fmla="*/ 535782 h 670503"/>
                <a:gd name="connsiteX12" fmla="*/ 288744 w 574457"/>
                <a:gd name="connsiteY12" fmla="*/ 550139 h 670503"/>
                <a:gd name="connsiteX13" fmla="*/ 353722 w 574457"/>
                <a:gd name="connsiteY13" fmla="*/ 533066 h 670503"/>
                <a:gd name="connsiteX14" fmla="*/ 403465 w 574457"/>
                <a:gd name="connsiteY14" fmla="*/ 486969 h 670503"/>
                <a:gd name="connsiteX15" fmla="*/ 435487 w 574457"/>
                <a:gd name="connsiteY15" fmla="*/ 418755 h 670503"/>
                <a:gd name="connsiteX16" fmla="*/ 446913 w 574457"/>
                <a:gd name="connsiteY16" fmla="*/ 335330 h 670503"/>
                <a:gd name="connsiteX17" fmla="*/ 574458 w 574457"/>
                <a:gd name="connsiteY17" fmla="*/ 331915 h 670503"/>
                <a:gd name="connsiteX18" fmla="*/ 552307 w 574457"/>
                <a:gd name="connsiteY18" fmla="*/ 474863 h 670503"/>
                <a:gd name="connsiteX19" fmla="*/ 491216 w 574457"/>
                <a:gd name="connsiteY19" fmla="*/ 581336 h 670503"/>
                <a:gd name="connsiteX20" fmla="*/ 398957 w 574457"/>
                <a:gd name="connsiteY20" fmla="*/ 647766 h 670503"/>
                <a:gd name="connsiteX21" fmla="*/ 283926 w 574457"/>
                <a:gd name="connsiteY21" fmla="*/ 670504 h 670503"/>
                <a:gd name="connsiteX22" fmla="*/ 170993 w 574457"/>
                <a:gd name="connsiteY22" fmla="*/ 646602 h 670503"/>
                <a:gd name="connsiteX23" fmla="*/ 81144 w 574457"/>
                <a:gd name="connsiteY23" fmla="*/ 578698 h 670503"/>
                <a:gd name="connsiteX24" fmla="*/ 21529 w 574457"/>
                <a:gd name="connsiteY24" fmla="*/ 472845 h 670503"/>
                <a:gd name="connsiteX25" fmla="*/ 0 w 574457"/>
                <a:gd name="connsiteY25" fmla="*/ 335562 h 670503"/>
                <a:gd name="connsiteX26" fmla="*/ 22151 w 574457"/>
                <a:gd name="connsiteY26" fmla="*/ 194400 h 670503"/>
                <a:gd name="connsiteX27" fmla="*/ 82931 w 574457"/>
                <a:gd name="connsiteY27" fmla="*/ 88857 h 670503"/>
                <a:gd name="connsiteX28" fmla="*/ 174024 w 574457"/>
                <a:gd name="connsiteY28" fmla="*/ 22738 h 670503"/>
                <a:gd name="connsiteX29" fmla="*/ 287579 w 574457"/>
                <a:gd name="connsiteY29" fmla="*/ 0 h 670503"/>
                <a:gd name="connsiteX30" fmla="*/ 401678 w 574457"/>
                <a:gd name="connsiteY30" fmla="*/ 23669 h 670503"/>
                <a:gd name="connsiteX31" fmla="*/ 492459 w 574457"/>
                <a:gd name="connsiteY31" fmla="*/ 90642 h 670503"/>
                <a:gd name="connsiteX32" fmla="*/ 552617 w 574457"/>
                <a:gd name="connsiteY32" fmla="*/ 195331 h 670503"/>
                <a:gd name="connsiteX33" fmla="*/ 574458 w 574457"/>
                <a:gd name="connsiteY33" fmla="*/ 33199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74457" h="670503">
                  <a:moveTo>
                    <a:pt x="446913" y="335485"/>
                  </a:moveTo>
                  <a:cubicBezTo>
                    <a:pt x="446913" y="302813"/>
                    <a:pt x="443105" y="273168"/>
                    <a:pt x="435487" y="246628"/>
                  </a:cubicBezTo>
                  <a:cubicBezTo>
                    <a:pt x="427871" y="220164"/>
                    <a:pt x="416989" y="197504"/>
                    <a:pt x="402843" y="178724"/>
                  </a:cubicBezTo>
                  <a:cubicBezTo>
                    <a:pt x="388698" y="160021"/>
                    <a:pt x="371365" y="145509"/>
                    <a:pt x="351001" y="135342"/>
                  </a:cubicBezTo>
                  <a:cubicBezTo>
                    <a:pt x="330638" y="125176"/>
                    <a:pt x="307631" y="120132"/>
                    <a:pt x="282138" y="120132"/>
                  </a:cubicBezTo>
                  <a:cubicBezTo>
                    <a:pt x="258199" y="120132"/>
                    <a:pt x="236670" y="125176"/>
                    <a:pt x="217705" y="135342"/>
                  </a:cubicBezTo>
                  <a:cubicBezTo>
                    <a:pt x="198740" y="145509"/>
                    <a:pt x="182574" y="159866"/>
                    <a:pt x="169205" y="178413"/>
                  </a:cubicBezTo>
                  <a:cubicBezTo>
                    <a:pt x="155837" y="196960"/>
                    <a:pt x="145577" y="219233"/>
                    <a:pt x="138349" y="245153"/>
                  </a:cubicBezTo>
                  <a:cubicBezTo>
                    <a:pt x="131120" y="271073"/>
                    <a:pt x="127623" y="300019"/>
                    <a:pt x="127623" y="331837"/>
                  </a:cubicBezTo>
                  <a:cubicBezTo>
                    <a:pt x="127623" y="367303"/>
                    <a:pt x="131509" y="398655"/>
                    <a:pt x="139281" y="425739"/>
                  </a:cubicBezTo>
                  <a:cubicBezTo>
                    <a:pt x="147054" y="452901"/>
                    <a:pt x="158013" y="475561"/>
                    <a:pt x="172236" y="493953"/>
                  </a:cubicBezTo>
                  <a:cubicBezTo>
                    <a:pt x="186382" y="512268"/>
                    <a:pt x="203404" y="526237"/>
                    <a:pt x="223145" y="535782"/>
                  </a:cubicBezTo>
                  <a:cubicBezTo>
                    <a:pt x="242888" y="545328"/>
                    <a:pt x="264728" y="550139"/>
                    <a:pt x="288744" y="550139"/>
                  </a:cubicBezTo>
                  <a:cubicBezTo>
                    <a:pt x="312761" y="550139"/>
                    <a:pt x="334368" y="544474"/>
                    <a:pt x="353722" y="533066"/>
                  </a:cubicBezTo>
                  <a:cubicBezTo>
                    <a:pt x="373075" y="521658"/>
                    <a:pt x="389708" y="506293"/>
                    <a:pt x="403465" y="486969"/>
                  </a:cubicBezTo>
                  <a:cubicBezTo>
                    <a:pt x="417222" y="467645"/>
                    <a:pt x="427948" y="444907"/>
                    <a:pt x="435487" y="418755"/>
                  </a:cubicBezTo>
                  <a:cubicBezTo>
                    <a:pt x="443027" y="392602"/>
                    <a:pt x="446913" y="364819"/>
                    <a:pt x="446913" y="335330"/>
                  </a:cubicBezTo>
                  <a:moveTo>
                    <a:pt x="574458" y="331915"/>
                  </a:moveTo>
                  <a:cubicBezTo>
                    <a:pt x="574458" y="385384"/>
                    <a:pt x="567074" y="433034"/>
                    <a:pt x="552307" y="474863"/>
                  </a:cubicBezTo>
                  <a:cubicBezTo>
                    <a:pt x="537539" y="516769"/>
                    <a:pt x="517175" y="552234"/>
                    <a:pt x="491216" y="581336"/>
                  </a:cubicBezTo>
                  <a:cubicBezTo>
                    <a:pt x="465256" y="610438"/>
                    <a:pt x="434477" y="632555"/>
                    <a:pt x="398957" y="647766"/>
                  </a:cubicBezTo>
                  <a:cubicBezTo>
                    <a:pt x="363438" y="662899"/>
                    <a:pt x="325042" y="670504"/>
                    <a:pt x="283926" y="670504"/>
                  </a:cubicBezTo>
                  <a:cubicBezTo>
                    <a:pt x="242810" y="670504"/>
                    <a:pt x="205502" y="662511"/>
                    <a:pt x="170993" y="646602"/>
                  </a:cubicBezTo>
                  <a:cubicBezTo>
                    <a:pt x="136483" y="630693"/>
                    <a:pt x="106482" y="608032"/>
                    <a:pt x="81144" y="578698"/>
                  </a:cubicBezTo>
                  <a:cubicBezTo>
                    <a:pt x="55728" y="549363"/>
                    <a:pt x="35908" y="514130"/>
                    <a:pt x="21529" y="472845"/>
                  </a:cubicBezTo>
                  <a:cubicBezTo>
                    <a:pt x="7150" y="431559"/>
                    <a:pt x="0" y="385850"/>
                    <a:pt x="0" y="335562"/>
                  </a:cubicBezTo>
                  <a:cubicBezTo>
                    <a:pt x="0" y="285275"/>
                    <a:pt x="7384" y="235840"/>
                    <a:pt x="22151" y="194400"/>
                  </a:cubicBezTo>
                  <a:cubicBezTo>
                    <a:pt x="36919" y="152959"/>
                    <a:pt x="57205" y="117726"/>
                    <a:pt x="82931" y="88857"/>
                  </a:cubicBezTo>
                  <a:cubicBezTo>
                    <a:pt x="108658" y="59988"/>
                    <a:pt x="139048" y="37949"/>
                    <a:pt x="174024" y="22738"/>
                  </a:cubicBezTo>
                  <a:cubicBezTo>
                    <a:pt x="208999" y="7605"/>
                    <a:pt x="246774" y="0"/>
                    <a:pt x="287579" y="0"/>
                  </a:cubicBezTo>
                  <a:cubicBezTo>
                    <a:pt x="328384" y="0"/>
                    <a:pt x="366702" y="7916"/>
                    <a:pt x="401678" y="23669"/>
                  </a:cubicBezTo>
                  <a:cubicBezTo>
                    <a:pt x="436653" y="39423"/>
                    <a:pt x="466888" y="61773"/>
                    <a:pt x="492459" y="90642"/>
                  </a:cubicBezTo>
                  <a:cubicBezTo>
                    <a:pt x="518030" y="119589"/>
                    <a:pt x="538083" y="154433"/>
                    <a:pt x="552617" y="195331"/>
                  </a:cubicBezTo>
                  <a:cubicBezTo>
                    <a:pt x="567152" y="236151"/>
                    <a:pt x="574458" y="281782"/>
                    <a:pt x="574458" y="331993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424AAB4-1B09-E662-219F-31E45475CFBA}"/>
                </a:ext>
              </a:extLst>
            </p:cNvPr>
            <p:cNvSpPr/>
            <p:nvPr/>
          </p:nvSpPr>
          <p:spPr bwMode="invGray">
            <a:xfrm>
              <a:off x="8577920" y="3191752"/>
              <a:ext cx="517641" cy="656845"/>
            </a:xfrm>
            <a:custGeom>
              <a:avLst/>
              <a:gdLst>
                <a:gd name="connsiteX0" fmla="*/ 391262 w 517641"/>
                <a:gd name="connsiteY0" fmla="*/ 656690 h 656845"/>
                <a:gd name="connsiteX1" fmla="*/ 391262 w 517641"/>
                <a:gd name="connsiteY1" fmla="*/ 293035 h 656845"/>
                <a:gd name="connsiteX2" fmla="*/ 360095 w 517641"/>
                <a:gd name="connsiteY2" fmla="*/ 161107 h 656845"/>
                <a:gd name="connsiteX3" fmla="*/ 258821 w 517641"/>
                <a:gd name="connsiteY3" fmla="*/ 116562 h 656845"/>
                <a:gd name="connsiteX4" fmla="*/ 202549 w 517641"/>
                <a:gd name="connsiteY4" fmla="*/ 127349 h 656845"/>
                <a:gd name="connsiteX5" fmla="*/ 159412 w 517641"/>
                <a:gd name="connsiteY5" fmla="*/ 160874 h 656845"/>
                <a:gd name="connsiteX6" fmla="*/ 134230 w 517641"/>
                <a:gd name="connsiteY6" fmla="*/ 214421 h 656845"/>
                <a:gd name="connsiteX7" fmla="*/ 126457 w 517641"/>
                <a:gd name="connsiteY7" fmla="*/ 280541 h 656845"/>
                <a:gd name="connsiteX8" fmla="*/ 126457 w 517641"/>
                <a:gd name="connsiteY8" fmla="*/ 656768 h 656845"/>
                <a:gd name="connsiteX9" fmla="*/ 0 w 517641"/>
                <a:gd name="connsiteY9" fmla="*/ 656768 h 656845"/>
                <a:gd name="connsiteX10" fmla="*/ 0 w 517641"/>
                <a:gd name="connsiteY10" fmla="*/ 13736 h 656845"/>
                <a:gd name="connsiteX11" fmla="*/ 126457 w 517641"/>
                <a:gd name="connsiteY11" fmla="*/ 13736 h 656845"/>
                <a:gd name="connsiteX12" fmla="*/ 126457 w 517641"/>
                <a:gd name="connsiteY12" fmla="*/ 74733 h 656845"/>
                <a:gd name="connsiteX13" fmla="*/ 155837 w 517641"/>
                <a:gd name="connsiteY13" fmla="*/ 43381 h 656845"/>
                <a:gd name="connsiteX14" fmla="*/ 194154 w 517641"/>
                <a:gd name="connsiteY14" fmla="*/ 19789 h 656845"/>
                <a:gd name="connsiteX15" fmla="*/ 239079 w 517641"/>
                <a:gd name="connsiteY15" fmla="*/ 5122 h 656845"/>
                <a:gd name="connsiteX16" fmla="*/ 288201 w 517641"/>
                <a:gd name="connsiteY16" fmla="*/ 0 h 656845"/>
                <a:gd name="connsiteX17" fmla="*/ 389164 w 517641"/>
                <a:gd name="connsiteY17" fmla="*/ 18858 h 656845"/>
                <a:gd name="connsiteX18" fmla="*/ 460437 w 517641"/>
                <a:gd name="connsiteY18" fmla="*/ 73026 h 656845"/>
                <a:gd name="connsiteX19" fmla="*/ 503263 w 517641"/>
                <a:gd name="connsiteY19" fmla="*/ 162194 h 656845"/>
                <a:gd name="connsiteX20" fmla="*/ 517642 w 517641"/>
                <a:gd name="connsiteY20" fmla="*/ 288379 h 656845"/>
                <a:gd name="connsiteX21" fmla="*/ 517642 w 517641"/>
                <a:gd name="connsiteY21" fmla="*/ 656845 h 656845"/>
                <a:gd name="connsiteX22" fmla="*/ 391262 w 517641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1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549" y="127349"/>
                  </a:cubicBezTo>
                  <a:cubicBezTo>
                    <a:pt x="185372" y="134566"/>
                    <a:pt x="170993" y="145664"/>
                    <a:pt x="159412" y="160874"/>
                  </a:cubicBezTo>
                  <a:cubicBezTo>
                    <a:pt x="147831" y="176007"/>
                    <a:pt x="139437" y="193856"/>
                    <a:pt x="134230" y="214421"/>
                  </a:cubicBezTo>
                  <a:cubicBezTo>
                    <a:pt x="129022" y="234987"/>
                    <a:pt x="126457" y="257027"/>
                    <a:pt x="126457" y="280541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4462" y="63170"/>
                    <a:pt x="144178" y="52693"/>
                    <a:pt x="155837" y="43381"/>
                  </a:cubicBezTo>
                  <a:cubicBezTo>
                    <a:pt x="167417" y="33991"/>
                    <a:pt x="180164" y="26153"/>
                    <a:pt x="194154" y="19789"/>
                  </a:cubicBezTo>
                  <a:cubicBezTo>
                    <a:pt x="208145" y="13426"/>
                    <a:pt x="223146" y="8537"/>
                    <a:pt x="239079" y="5122"/>
                  </a:cubicBezTo>
                  <a:cubicBezTo>
                    <a:pt x="255012" y="1707"/>
                    <a:pt x="271412" y="0"/>
                    <a:pt x="288201" y="0"/>
                  </a:cubicBezTo>
                  <a:cubicBezTo>
                    <a:pt x="326985" y="0"/>
                    <a:pt x="360562" y="6286"/>
                    <a:pt x="389164" y="18858"/>
                  </a:cubicBezTo>
                  <a:cubicBezTo>
                    <a:pt x="417689" y="31430"/>
                    <a:pt x="441472" y="49434"/>
                    <a:pt x="460437" y="73026"/>
                  </a:cubicBezTo>
                  <a:cubicBezTo>
                    <a:pt x="479402" y="96540"/>
                    <a:pt x="493703" y="126263"/>
                    <a:pt x="503263" y="162194"/>
                  </a:cubicBezTo>
                  <a:cubicBezTo>
                    <a:pt x="512823" y="198125"/>
                    <a:pt x="517642" y="240186"/>
                    <a:pt x="517642" y="288379"/>
                  </a:cubicBezTo>
                  <a:lnTo>
                    <a:pt x="517642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0C5D414D-B6FF-CBBC-A77A-9B914BFFFB26}"/>
                </a:ext>
              </a:extLst>
            </p:cNvPr>
            <p:cNvSpPr/>
            <p:nvPr/>
          </p:nvSpPr>
          <p:spPr bwMode="invGray">
            <a:xfrm>
              <a:off x="1333500" y="1365250"/>
              <a:ext cx="2432217" cy="886244"/>
            </a:xfrm>
            <a:custGeom>
              <a:avLst/>
              <a:gdLst>
                <a:gd name="connsiteX0" fmla="*/ 2431984 w 2432217"/>
                <a:gd name="connsiteY0" fmla="*/ 0 h 886244"/>
                <a:gd name="connsiteX1" fmla="*/ 0 w 2432217"/>
                <a:gd name="connsiteY1" fmla="*/ 886245 h 886244"/>
                <a:gd name="connsiteX2" fmla="*/ 2432217 w 2432217"/>
                <a:gd name="connsiteY2" fmla="*/ 457246 h 886244"/>
                <a:gd name="connsiteX3" fmla="*/ 2432217 w 2432217"/>
                <a:gd name="connsiteY3" fmla="*/ 0 h 886244"/>
                <a:gd name="connsiteX4" fmla="*/ 2431984 w 2432217"/>
                <a:gd name="connsiteY4" fmla="*/ 0 h 886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2217" h="886244">
                  <a:moveTo>
                    <a:pt x="2431984" y="0"/>
                  </a:moveTo>
                  <a:lnTo>
                    <a:pt x="0" y="886245"/>
                  </a:lnTo>
                  <a:lnTo>
                    <a:pt x="2432217" y="457246"/>
                  </a:lnTo>
                  <a:lnTo>
                    <a:pt x="2432217" y="0"/>
                  </a:lnTo>
                  <a:lnTo>
                    <a:pt x="2431984" y="0"/>
                  </a:lnTo>
                  <a:close/>
                </a:path>
              </a:pathLst>
            </a:custGeom>
            <a:solidFill>
              <a:srgbClr val="FFE600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B17F66D-A7D0-A793-2C9E-6D417ED12033}"/>
                </a:ext>
              </a:extLst>
            </p:cNvPr>
            <p:cNvSpPr/>
            <p:nvPr/>
          </p:nvSpPr>
          <p:spPr bwMode="invGray">
            <a:xfrm>
              <a:off x="1354718" y="2619961"/>
              <a:ext cx="2042042" cy="1228558"/>
            </a:xfrm>
            <a:custGeom>
              <a:avLst/>
              <a:gdLst>
                <a:gd name="connsiteX0" fmla="*/ 1639277 w 2042042"/>
                <a:gd name="connsiteY0" fmla="*/ 78 h 1228558"/>
                <a:gd name="connsiteX1" fmla="*/ 1430277 w 2042042"/>
                <a:gd name="connsiteY1" fmla="*/ 400983 h 1228558"/>
                <a:gd name="connsiteX2" fmla="*/ 1221821 w 2042042"/>
                <a:gd name="connsiteY2" fmla="*/ 78 h 1228558"/>
                <a:gd name="connsiteX3" fmla="*/ 813848 w 2042042"/>
                <a:gd name="connsiteY3" fmla="*/ 78 h 1228558"/>
                <a:gd name="connsiteX4" fmla="*/ 1243662 w 2042042"/>
                <a:gd name="connsiteY4" fmla="*/ 743297 h 1228558"/>
                <a:gd name="connsiteX5" fmla="*/ 1243662 w 2042042"/>
                <a:gd name="connsiteY5" fmla="*/ 1228559 h 1228558"/>
                <a:gd name="connsiteX6" fmla="*/ 1611607 w 2042042"/>
                <a:gd name="connsiteY6" fmla="*/ 1228559 h 1228558"/>
                <a:gd name="connsiteX7" fmla="*/ 1611607 w 2042042"/>
                <a:gd name="connsiteY7" fmla="*/ 743297 h 1228558"/>
                <a:gd name="connsiteX8" fmla="*/ 2042043 w 2042042"/>
                <a:gd name="connsiteY8" fmla="*/ 78 h 1228558"/>
                <a:gd name="connsiteX9" fmla="*/ 1639277 w 2042042"/>
                <a:gd name="connsiteY9" fmla="*/ 78 h 1228558"/>
                <a:gd name="connsiteX10" fmla="*/ 0 w 2042042"/>
                <a:gd name="connsiteY10" fmla="*/ 78 h 1228558"/>
                <a:gd name="connsiteX11" fmla="*/ 0 w 2042042"/>
                <a:gd name="connsiteY11" fmla="*/ 1228481 h 1228558"/>
                <a:gd name="connsiteX12" fmla="*/ 984219 w 2042042"/>
                <a:gd name="connsiteY12" fmla="*/ 1228481 h 1228558"/>
                <a:gd name="connsiteX13" fmla="*/ 984219 w 2042042"/>
                <a:gd name="connsiteY13" fmla="*/ 945923 h 1228558"/>
                <a:gd name="connsiteX14" fmla="*/ 369034 w 2042042"/>
                <a:gd name="connsiteY14" fmla="*/ 945923 h 1228558"/>
                <a:gd name="connsiteX15" fmla="*/ 369034 w 2042042"/>
                <a:gd name="connsiteY15" fmla="*/ 743220 h 1228558"/>
                <a:gd name="connsiteX16" fmla="*/ 813848 w 2042042"/>
                <a:gd name="connsiteY16" fmla="*/ 743220 h 1228558"/>
                <a:gd name="connsiteX17" fmla="*/ 813848 w 2042042"/>
                <a:gd name="connsiteY17" fmla="*/ 485339 h 1228558"/>
                <a:gd name="connsiteX18" fmla="*/ 369034 w 2042042"/>
                <a:gd name="connsiteY18" fmla="*/ 485339 h 1228558"/>
                <a:gd name="connsiteX19" fmla="*/ 369034 w 2042042"/>
                <a:gd name="connsiteY19" fmla="*/ 282558 h 1228558"/>
                <a:gd name="connsiteX20" fmla="*/ 861182 w 2042042"/>
                <a:gd name="connsiteY20" fmla="*/ 282558 h 1228558"/>
                <a:gd name="connsiteX21" fmla="*/ 697884 w 2042042"/>
                <a:gd name="connsiteY21" fmla="*/ 0 h 1228558"/>
                <a:gd name="connsiteX22" fmla="*/ 0 w 2042042"/>
                <a:gd name="connsiteY22" fmla="*/ 0 h 122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2042" h="1228558">
                  <a:moveTo>
                    <a:pt x="1639277" y="78"/>
                  </a:moveTo>
                  <a:lnTo>
                    <a:pt x="1430277" y="400983"/>
                  </a:lnTo>
                  <a:lnTo>
                    <a:pt x="1221821" y="78"/>
                  </a:lnTo>
                  <a:lnTo>
                    <a:pt x="813848" y="78"/>
                  </a:lnTo>
                  <a:lnTo>
                    <a:pt x="1243662" y="743297"/>
                  </a:lnTo>
                  <a:lnTo>
                    <a:pt x="1243662" y="1228559"/>
                  </a:lnTo>
                  <a:lnTo>
                    <a:pt x="1611607" y="1228559"/>
                  </a:lnTo>
                  <a:lnTo>
                    <a:pt x="1611607" y="743297"/>
                  </a:lnTo>
                  <a:lnTo>
                    <a:pt x="2042043" y="78"/>
                  </a:lnTo>
                  <a:lnTo>
                    <a:pt x="1639277" y="78"/>
                  </a:lnTo>
                  <a:close/>
                  <a:moveTo>
                    <a:pt x="0" y="78"/>
                  </a:moveTo>
                  <a:lnTo>
                    <a:pt x="0" y="1228481"/>
                  </a:lnTo>
                  <a:lnTo>
                    <a:pt x="984219" y="1228481"/>
                  </a:lnTo>
                  <a:lnTo>
                    <a:pt x="984219" y="945923"/>
                  </a:lnTo>
                  <a:lnTo>
                    <a:pt x="369034" y="945923"/>
                  </a:lnTo>
                  <a:lnTo>
                    <a:pt x="369034" y="743220"/>
                  </a:lnTo>
                  <a:lnTo>
                    <a:pt x="813848" y="743220"/>
                  </a:lnTo>
                  <a:lnTo>
                    <a:pt x="813848" y="485339"/>
                  </a:lnTo>
                  <a:lnTo>
                    <a:pt x="369034" y="485339"/>
                  </a:lnTo>
                  <a:lnTo>
                    <a:pt x="369034" y="282558"/>
                  </a:lnTo>
                  <a:lnTo>
                    <a:pt x="861182" y="282558"/>
                  </a:lnTo>
                  <a:lnTo>
                    <a:pt x="6978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515B828-E8F0-D055-167D-F4008B519C2F}"/>
                </a:ext>
              </a:extLst>
            </p:cNvPr>
            <p:cNvSpPr/>
            <p:nvPr/>
          </p:nvSpPr>
          <p:spPr bwMode="invGray">
            <a:xfrm>
              <a:off x="5925900" y="4251210"/>
              <a:ext cx="200839" cy="388178"/>
            </a:xfrm>
            <a:custGeom>
              <a:avLst/>
              <a:gdLst>
                <a:gd name="connsiteX0" fmla="*/ 119151 w 200839"/>
                <a:gd name="connsiteY0" fmla="*/ 286749 h 388178"/>
                <a:gd name="connsiteX1" fmla="*/ 119151 w 200839"/>
                <a:gd name="connsiteY1" fmla="*/ 173679 h 388178"/>
                <a:gd name="connsiteX2" fmla="*/ 199751 w 200839"/>
                <a:gd name="connsiteY2" fmla="*/ 173679 h 388178"/>
                <a:gd name="connsiteX3" fmla="*/ 199751 w 200839"/>
                <a:gd name="connsiteY3" fmla="*/ 107250 h 388178"/>
                <a:gd name="connsiteX4" fmla="*/ 119151 w 200839"/>
                <a:gd name="connsiteY4" fmla="*/ 107250 h 388178"/>
                <a:gd name="connsiteX5" fmla="*/ 119151 w 200839"/>
                <a:gd name="connsiteY5" fmla="*/ 0 h 388178"/>
                <a:gd name="connsiteX6" fmla="*/ 47878 w 200839"/>
                <a:gd name="connsiteY6" fmla="*/ 35543 h 388178"/>
                <a:gd name="connsiteX7" fmla="*/ 47878 w 200839"/>
                <a:gd name="connsiteY7" fmla="*/ 107250 h 388178"/>
                <a:gd name="connsiteX8" fmla="*/ 0 w 200839"/>
                <a:gd name="connsiteY8" fmla="*/ 107250 h 388178"/>
                <a:gd name="connsiteX9" fmla="*/ 0 w 200839"/>
                <a:gd name="connsiteY9" fmla="*/ 173679 h 388178"/>
                <a:gd name="connsiteX10" fmla="*/ 47878 w 200839"/>
                <a:gd name="connsiteY10" fmla="*/ 173679 h 388178"/>
                <a:gd name="connsiteX11" fmla="*/ 47878 w 200839"/>
                <a:gd name="connsiteY11" fmla="*/ 305995 h 388178"/>
                <a:gd name="connsiteX12" fmla="*/ 122027 w 200839"/>
                <a:gd name="connsiteY12" fmla="*/ 388178 h 388178"/>
                <a:gd name="connsiteX13" fmla="*/ 190346 w 200839"/>
                <a:gd name="connsiteY13" fmla="*/ 371260 h 388178"/>
                <a:gd name="connsiteX14" fmla="*/ 200839 w 200839"/>
                <a:gd name="connsiteY14" fmla="*/ 299554 h 388178"/>
                <a:gd name="connsiteX15" fmla="*/ 145344 w 200839"/>
                <a:gd name="connsiteY15" fmla="*/ 319964 h 388178"/>
                <a:gd name="connsiteX16" fmla="*/ 119073 w 200839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9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1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10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D1D44EE9-20D6-D928-BAC0-79692D86A1DE}"/>
                </a:ext>
              </a:extLst>
            </p:cNvPr>
            <p:cNvSpPr/>
            <p:nvPr/>
          </p:nvSpPr>
          <p:spPr bwMode="invGray">
            <a:xfrm>
              <a:off x="4293307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8121E3A5-FD52-C803-5947-6E5EF18C2514}"/>
                </a:ext>
              </a:extLst>
            </p:cNvPr>
            <p:cNvSpPr/>
            <p:nvPr/>
          </p:nvSpPr>
          <p:spPr bwMode="invGray">
            <a:xfrm>
              <a:off x="617057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2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79 w 238379"/>
                <a:gd name="connsiteY10" fmla="*/ 382436 h 382435"/>
                <a:gd name="connsiteX11" fmla="*/ 238379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2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79" y="382436"/>
                  </a:lnTo>
                  <a:lnTo>
                    <a:pt x="238379" y="226761"/>
                  </a:lnTo>
                  <a:cubicBezTo>
                    <a:pt x="238379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0A921CE6-C203-8B12-DC89-D9C03DF615F2}"/>
                </a:ext>
              </a:extLst>
            </p:cNvPr>
            <p:cNvSpPr/>
            <p:nvPr/>
          </p:nvSpPr>
          <p:spPr bwMode="invGray">
            <a:xfrm>
              <a:off x="167820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2B91019-B1DF-2F25-B6E6-3FA711C9D8BF}"/>
                </a:ext>
              </a:extLst>
            </p:cNvPr>
            <p:cNvSpPr/>
            <p:nvPr/>
          </p:nvSpPr>
          <p:spPr bwMode="invGray">
            <a:xfrm>
              <a:off x="2898939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8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D1210D88-4255-373B-EF11-529E04BC8A07}"/>
                </a:ext>
              </a:extLst>
            </p:cNvPr>
            <p:cNvSpPr/>
            <p:nvPr/>
          </p:nvSpPr>
          <p:spPr bwMode="invGray">
            <a:xfrm>
              <a:off x="3143614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7AB89903-9A6B-A239-D83E-5835F4C2B46C}"/>
                </a:ext>
              </a:extLst>
            </p:cNvPr>
            <p:cNvSpPr/>
            <p:nvPr/>
          </p:nvSpPr>
          <p:spPr bwMode="invGray">
            <a:xfrm>
              <a:off x="2242171" y="4352251"/>
              <a:ext cx="237602" cy="382513"/>
            </a:xfrm>
            <a:custGeom>
              <a:avLst/>
              <a:gdLst>
                <a:gd name="connsiteX0" fmla="*/ 131354 w 237602"/>
                <a:gd name="connsiteY0" fmla="*/ 0 h 382513"/>
                <a:gd name="connsiteX1" fmla="*/ 68863 w 237602"/>
                <a:gd name="connsiteY1" fmla="*/ 24523 h 382513"/>
                <a:gd name="connsiteX2" fmla="*/ 68863 w 237602"/>
                <a:gd name="connsiteY2" fmla="*/ 5898 h 382513"/>
                <a:gd name="connsiteX3" fmla="*/ 0 w 237602"/>
                <a:gd name="connsiteY3" fmla="*/ 5898 h 382513"/>
                <a:gd name="connsiteX4" fmla="*/ 0 w 237602"/>
                <a:gd name="connsiteY4" fmla="*/ 382513 h 382513"/>
                <a:gd name="connsiteX5" fmla="*/ 68863 w 237602"/>
                <a:gd name="connsiteY5" fmla="*/ 348134 h 382513"/>
                <a:gd name="connsiteX6" fmla="*/ 68863 w 237602"/>
                <a:gd name="connsiteY6" fmla="*/ 264166 h 382513"/>
                <a:gd name="connsiteX7" fmla="*/ 130188 w 237602"/>
                <a:gd name="connsiteY7" fmla="*/ 286904 h 382513"/>
                <a:gd name="connsiteX8" fmla="*/ 237602 w 237602"/>
                <a:gd name="connsiteY8" fmla="*/ 144034 h 382513"/>
                <a:gd name="connsiteX9" fmla="*/ 131354 w 237602"/>
                <a:gd name="connsiteY9" fmla="*/ 0 h 382513"/>
                <a:gd name="connsiteX10" fmla="*/ 118529 w 237602"/>
                <a:gd name="connsiteY10" fmla="*/ 220940 h 382513"/>
                <a:gd name="connsiteX11" fmla="*/ 68863 w 237602"/>
                <a:gd name="connsiteY11" fmla="*/ 195874 h 382513"/>
                <a:gd name="connsiteX12" fmla="*/ 68863 w 237602"/>
                <a:gd name="connsiteY12" fmla="*/ 90953 h 382513"/>
                <a:gd name="connsiteX13" fmla="*/ 114410 w 237602"/>
                <a:gd name="connsiteY13" fmla="*/ 66430 h 382513"/>
                <a:gd name="connsiteX14" fmla="*/ 166407 w 237602"/>
                <a:gd name="connsiteY14" fmla="*/ 147449 h 382513"/>
                <a:gd name="connsiteX15" fmla="*/ 118529 w 237602"/>
                <a:gd name="connsiteY15" fmla="*/ 220940 h 382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7602" h="382513">
                  <a:moveTo>
                    <a:pt x="131354" y="0"/>
                  </a:moveTo>
                  <a:cubicBezTo>
                    <a:pt x="105627" y="0"/>
                    <a:pt x="86973" y="8149"/>
                    <a:pt x="68863" y="24523"/>
                  </a:cubicBezTo>
                  <a:lnTo>
                    <a:pt x="68863" y="5898"/>
                  </a:lnTo>
                  <a:lnTo>
                    <a:pt x="0" y="5898"/>
                  </a:lnTo>
                  <a:lnTo>
                    <a:pt x="0" y="382513"/>
                  </a:lnTo>
                  <a:lnTo>
                    <a:pt x="68863" y="348134"/>
                  </a:lnTo>
                  <a:lnTo>
                    <a:pt x="68863" y="264166"/>
                  </a:lnTo>
                  <a:cubicBezTo>
                    <a:pt x="81144" y="275807"/>
                    <a:pt x="99798" y="286904"/>
                    <a:pt x="130188" y="286904"/>
                  </a:cubicBezTo>
                  <a:cubicBezTo>
                    <a:pt x="208456" y="286904"/>
                    <a:pt x="237602" y="214577"/>
                    <a:pt x="237602" y="144034"/>
                  </a:cubicBezTo>
                  <a:cubicBezTo>
                    <a:pt x="237602" y="70000"/>
                    <a:pt x="205502" y="0"/>
                    <a:pt x="131354" y="0"/>
                  </a:cubicBezTo>
                  <a:close/>
                  <a:moveTo>
                    <a:pt x="118529" y="220940"/>
                  </a:moveTo>
                  <a:cubicBezTo>
                    <a:pt x="98709" y="220940"/>
                    <a:pt x="79978" y="211628"/>
                    <a:pt x="68863" y="195874"/>
                  </a:cubicBezTo>
                  <a:lnTo>
                    <a:pt x="68863" y="90953"/>
                  </a:lnTo>
                  <a:cubicBezTo>
                    <a:pt x="79978" y="75199"/>
                    <a:pt x="95134" y="66430"/>
                    <a:pt x="114410" y="66430"/>
                  </a:cubicBezTo>
                  <a:cubicBezTo>
                    <a:pt x="155837" y="66430"/>
                    <a:pt x="166407" y="107250"/>
                    <a:pt x="166407" y="147449"/>
                  </a:cubicBezTo>
                  <a:cubicBezTo>
                    <a:pt x="166407" y="187648"/>
                    <a:pt x="157080" y="220940"/>
                    <a:pt x="118529" y="22094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95F05520-7B53-F811-7C8C-C6CF2CE08862}"/>
                </a:ext>
              </a:extLst>
            </p:cNvPr>
            <p:cNvSpPr/>
            <p:nvPr/>
          </p:nvSpPr>
          <p:spPr bwMode="invGray">
            <a:xfrm>
              <a:off x="1958323" y="4352251"/>
              <a:ext cx="230063" cy="286826"/>
            </a:xfrm>
            <a:custGeom>
              <a:avLst/>
              <a:gdLst>
                <a:gd name="connsiteX0" fmla="*/ 230063 w 230063"/>
                <a:gd name="connsiteY0" fmla="*/ 281006 h 286826"/>
                <a:gd name="connsiteX1" fmla="*/ 230063 w 230063"/>
                <a:gd name="connsiteY1" fmla="*/ 96230 h 286826"/>
                <a:gd name="connsiteX2" fmla="*/ 117985 w 230063"/>
                <a:gd name="connsiteY2" fmla="*/ 0 h 286826"/>
                <a:gd name="connsiteX3" fmla="*/ 22773 w 230063"/>
                <a:gd name="connsiteY3" fmla="*/ 28015 h 286826"/>
                <a:gd name="connsiteX4" fmla="*/ 50210 w 230063"/>
                <a:gd name="connsiteY4" fmla="*/ 76984 h 286826"/>
                <a:gd name="connsiteX5" fmla="*/ 113866 w 230063"/>
                <a:gd name="connsiteY5" fmla="*/ 58902 h 286826"/>
                <a:gd name="connsiteX6" fmla="*/ 161122 w 230063"/>
                <a:gd name="connsiteY6" fmla="*/ 95066 h 286826"/>
                <a:gd name="connsiteX7" fmla="*/ 161122 w 230063"/>
                <a:gd name="connsiteY7" fmla="*/ 109655 h 286826"/>
                <a:gd name="connsiteX8" fmla="*/ 107415 w 230063"/>
                <a:gd name="connsiteY8" fmla="*/ 98558 h 286826"/>
                <a:gd name="connsiteX9" fmla="*/ 0 w 230063"/>
                <a:gd name="connsiteY9" fmla="*/ 191218 h 286826"/>
                <a:gd name="connsiteX10" fmla="*/ 96922 w 230063"/>
                <a:gd name="connsiteY10" fmla="*/ 286827 h 286826"/>
                <a:gd name="connsiteX11" fmla="*/ 161122 w 230063"/>
                <a:gd name="connsiteY11" fmla="*/ 261760 h 286826"/>
                <a:gd name="connsiteX12" fmla="*/ 161122 w 230063"/>
                <a:gd name="connsiteY12" fmla="*/ 281006 h 286826"/>
                <a:gd name="connsiteX13" fmla="*/ 229985 w 230063"/>
                <a:gd name="connsiteY13" fmla="*/ 281006 h 286826"/>
                <a:gd name="connsiteX14" fmla="*/ 109202 w 230063"/>
                <a:gd name="connsiteY14" fmla="*/ 227382 h 286826"/>
                <a:gd name="connsiteX15" fmla="*/ 70107 w 230063"/>
                <a:gd name="connsiteY15" fmla="*/ 189511 h 286826"/>
                <a:gd name="connsiteX16" fmla="*/ 115032 w 230063"/>
                <a:gd name="connsiteY16" fmla="*/ 153968 h 286826"/>
                <a:gd name="connsiteX17" fmla="*/ 161122 w 230063"/>
                <a:gd name="connsiteY17" fmla="*/ 165608 h 286826"/>
                <a:gd name="connsiteX18" fmla="*/ 161122 w 230063"/>
                <a:gd name="connsiteY18" fmla="*/ 200608 h 286826"/>
                <a:gd name="connsiteX19" fmla="*/ 109125 w 230063"/>
                <a:gd name="connsiteY19" fmla="*/ 22745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0063" h="286826">
                  <a:moveTo>
                    <a:pt x="230063" y="281006"/>
                  </a:moveTo>
                  <a:lnTo>
                    <a:pt x="230063" y="96230"/>
                  </a:lnTo>
                  <a:cubicBezTo>
                    <a:pt x="230063" y="33836"/>
                    <a:pt x="187470" y="0"/>
                    <a:pt x="117985" y="0"/>
                  </a:cubicBezTo>
                  <a:cubicBezTo>
                    <a:pt x="81222" y="0"/>
                    <a:pt x="52619" y="9313"/>
                    <a:pt x="22773" y="28015"/>
                  </a:cubicBezTo>
                  <a:lnTo>
                    <a:pt x="50210" y="76984"/>
                  </a:lnTo>
                  <a:cubicBezTo>
                    <a:pt x="71817" y="64179"/>
                    <a:pt x="92258" y="58902"/>
                    <a:pt x="113866" y="58902"/>
                  </a:cubicBezTo>
                  <a:cubicBezTo>
                    <a:pt x="144256" y="58902"/>
                    <a:pt x="161122" y="69379"/>
                    <a:pt x="161122" y="95066"/>
                  </a:cubicBezTo>
                  <a:lnTo>
                    <a:pt x="161122" y="109655"/>
                  </a:lnTo>
                  <a:cubicBezTo>
                    <a:pt x="143012" y="100886"/>
                    <a:pt x="124902" y="98558"/>
                    <a:pt x="107415" y="98558"/>
                  </a:cubicBezTo>
                  <a:cubicBezTo>
                    <a:pt x="41427" y="98558"/>
                    <a:pt x="0" y="131229"/>
                    <a:pt x="0" y="191218"/>
                  </a:cubicBezTo>
                  <a:cubicBezTo>
                    <a:pt x="0" y="251206"/>
                    <a:pt x="42593" y="286827"/>
                    <a:pt x="96922" y="286827"/>
                  </a:cubicBezTo>
                  <a:cubicBezTo>
                    <a:pt x="123814" y="286827"/>
                    <a:pt x="144800" y="278057"/>
                    <a:pt x="161122" y="261760"/>
                  </a:cubicBezTo>
                  <a:lnTo>
                    <a:pt x="161122" y="281006"/>
                  </a:lnTo>
                  <a:lnTo>
                    <a:pt x="229985" y="281006"/>
                  </a:lnTo>
                  <a:close/>
                  <a:moveTo>
                    <a:pt x="109202" y="227382"/>
                  </a:moveTo>
                  <a:cubicBezTo>
                    <a:pt x="83476" y="227382"/>
                    <a:pt x="70107" y="210464"/>
                    <a:pt x="70107" y="189511"/>
                  </a:cubicBezTo>
                  <a:cubicBezTo>
                    <a:pt x="70107" y="167393"/>
                    <a:pt x="84719" y="153968"/>
                    <a:pt x="115032" y="153968"/>
                  </a:cubicBezTo>
                  <a:cubicBezTo>
                    <a:pt x="129022" y="153968"/>
                    <a:pt x="147132" y="156917"/>
                    <a:pt x="161122" y="165608"/>
                  </a:cubicBezTo>
                  <a:lnTo>
                    <a:pt x="161122" y="200608"/>
                  </a:lnTo>
                  <a:cubicBezTo>
                    <a:pt x="145966" y="222725"/>
                    <a:pt x="122571" y="227459"/>
                    <a:pt x="109125" y="22745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EC3384D-E918-803A-F074-9427B80FB518}"/>
                </a:ext>
              </a:extLst>
            </p:cNvPr>
            <p:cNvSpPr/>
            <p:nvPr/>
          </p:nvSpPr>
          <p:spPr bwMode="invGray">
            <a:xfrm>
              <a:off x="1340728" y="4260755"/>
              <a:ext cx="284392" cy="378322"/>
            </a:xfrm>
            <a:custGeom>
              <a:avLst/>
              <a:gdLst>
                <a:gd name="connsiteX0" fmla="*/ 144800 w 284392"/>
                <a:gd name="connsiteY0" fmla="*/ 308944 h 378322"/>
                <a:gd name="connsiteX1" fmla="*/ 51376 w 284392"/>
                <a:gd name="connsiteY1" fmla="*/ 266960 h 378322"/>
                <a:gd name="connsiteX2" fmla="*/ 0 w 284392"/>
                <a:gd name="connsiteY2" fmla="*/ 312436 h 378322"/>
                <a:gd name="connsiteX3" fmla="*/ 146587 w 284392"/>
                <a:gd name="connsiteY3" fmla="*/ 378322 h 378322"/>
                <a:gd name="connsiteX4" fmla="*/ 284392 w 284392"/>
                <a:gd name="connsiteY4" fmla="*/ 262304 h 378322"/>
                <a:gd name="connsiteX5" fmla="*/ 251126 w 284392"/>
                <a:gd name="connsiteY5" fmla="*/ 185941 h 378322"/>
                <a:gd name="connsiteX6" fmla="*/ 161821 w 284392"/>
                <a:gd name="connsiteY6" fmla="*/ 149234 h 378322"/>
                <a:gd name="connsiteX7" fmla="*/ 102829 w 284392"/>
                <a:gd name="connsiteY7" fmla="*/ 129988 h 378322"/>
                <a:gd name="connsiteX8" fmla="*/ 87673 w 284392"/>
                <a:gd name="connsiteY8" fmla="*/ 104922 h 378322"/>
                <a:gd name="connsiteX9" fmla="*/ 141380 w 284392"/>
                <a:gd name="connsiteY9" fmla="*/ 69379 h 378322"/>
                <a:gd name="connsiteX10" fmla="*/ 224856 w 284392"/>
                <a:gd name="connsiteY10" fmla="*/ 106706 h 378322"/>
                <a:gd name="connsiteX11" fmla="*/ 276231 w 284392"/>
                <a:gd name="connsiteY11" fmla="*/ 56574 h 378322"/>
                <a:gd name="connsiteX12" fmla="*/ 146043 w 284392"/>
                <a:gd name="connsiteY12" fmla="*/ 0 h 378322"/>
                <a:gd name="connsiteX13" fmla="*/ 14068 w 284392"/>
                <a:gd name="connsiteY13" fmla="*/ 109035 h 378322"/>
                <a:gd name="connsiteX14" fmla="*/ 45624 w 284392"/>
                <a:gd name="connsiteY14" fmla="*/ 182526 h 378322"/>
                <a:gd name="connsiteX15" fmla="*/ 129100 w 284392"/>
                <a:gd name="connsiteY15" fmla="*/ 216362 h 378322"/>
                <a:gd name="connsiteX16" fmla="*/ 188636 w 284392"/>
                <a:gd name="connsiteY16" fmla="*/ 234444 h 378322"/>
                <a:gd name="connsiteX17" fmla="*/ 210243 w 284392"/>
                <a:gd name="connsiteY17" fmla="*/ 264166 h 378322"/>
                <a:gd name="connsiteX18" fmla="*/ 144878 w 284392"/>
                <a:gd name="connsiteY18" fmla="*/ 309022 h 378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84392" h="378322">
                  <a:moveTo>
                    <a:pt x="144800" y="308944"/>
                  </a:moveTo>
                  <a:cubicBezTo>
                    <a:pt x="109746" y="308944"/>
                    <a:pt x="75315" y="295518"/>
                    <a:pt x="51376" y="266960"/>
                  </a:cubicBezTo>
                  <a:lnTo>
                    <a:pt x="0" y="312436"/>
                  </a:lnTo>
                  <a:cubicBezTo>
                    <a:pt x="33266" y="361405"/>
                    <a:pt x="92802" y="378322"/>
                    <a:pt x="146587" y="378322"/>
                  </a:cubicBezTo>
                  <a:cubicBezTo>
                    <a:pt x="221358" y="378322"/>
                    <a:pt x="284392" y="345108"/>
                    <a:pt x="284392" y="262304"/>
                  </a:cubicBezTo>
                  <a:cubicBezTo>
                    <a:pt x="284392" y="227925"/>
                    <a:pt x="273278" y="204023"/>
                    <a:pt x="251126" y="185941"/>
                  </a:cubicBezTo>
                  <a:cubicBezTo>
                    <a:pt x="226021" y="165531"/>
                    <a:pt x="195087" y="157925"/>
                    <a:pt x="161821" y="149234"/>
                  </a:cubicBezTo>
                  <a:cubicBezTo>
                    <a:pt x="133763" y="142249"/>
                    <a:pt x="115731" y="136972"/>
                    <a:pt x="102829" y="129988"/>
                  </a:cubicBezTo>
                  <a:cubicBezTo>
                    <a:pt x="91714" y="123547"/>
                    <a:pt x="87673" y="116019"/>
                    <a:pt x="87673" y="104922"/>
                  </a:cubicBezTo>
                  <a:cubicBezTo>
                    <a:pt x="87673" y="79234"/>
                    <a:pt x="110446" y="69379"/>
                    <a:pt x="141380" y="69379"/>
                  </a:cubicBezTo>
                  <a:cubicBezTo>
                    <a:pt x="177599" y="69379"/>
                    <a:pt x="200917" y="82804"/>
                    <a:pt x="224856" y="106706"/>
                  </a:cubicBezTo>
                  <a:lnTo>
                    <a:pt x="276231" y="56574"/>
                  </a:lnTo>
                  <a:cubicBezTo>
                    <a:pt x="243509" y="23359"/>
                    <a:pt x="202626" y="0"/>
                    <a:pt x="146043" y="0"/>
                  </a:cubicBezTo>
                  <a:cubicBezTo>
                    <a:pt x="80678" y="0"/>
                    <a:pt x="14068" y="31508"/>
                    <a:pt x="14068" y="109035"/>
                  </a:cubicBezTo>
                  <a:cubicBezTo>
                    <a:pt x="14068" y="134101"/>
                    <a:pt x="21063" y="162659"/>
                    <a:pt x="45624" y="182526"/>
                  </a:cubicBezTo>
                  <a:cubicBezTo>
                    <a:pt x="70185" y="202315"/>
                    <a:pt x="109824" y="211706"/>
                    <a:pt x="129100" y="216362"/>
                  </a:cubicBezTo>
                  <a:cubicBezTo>
                    <a:pt x="160034" y="223967"/>
                    <a:pt x="175812" y="228002"/>
                    <a:pt x="188636" y="234444"/>
                  </a:cubicBezTo>
                  <a:cubicBezTo>
                    <a:pt x="206124" y="243213"/>
                    <a:pt x="210243" y="253689"/>
                    <a:pt x="210243" y="264166"/>
                  </a:cubicBezTo>
                  <a:cubicBezTo>
                    <a:pt x="210243" y="290397"/>
                    <a:pt x="186304" y="309022"/>
                    <a:pt x="144878" y="309022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55024E12-FD5B-2FF8-C797-059B65684976}"/>
                </a:ext>
              </a:extLst>
            </p:cNvPr>
            <p:cNvSpPr/>
            <p:nvPr/>
          </p:nvSpPr>
          <p:spPr bwMode="invGray">
            <a:xfrm>
              <a:off x="4818877" y="4352329"/>
              <a:ext cx="177521" cy="281006"/>
            </a:xfrm>
            <a:custGeom>
              <a:avLst/>
              <a:gdLst>
                <a:gd name="connsiteX0" fmla="*/ 68864 w 177521"/>
                <a:gd name="connsiteY0" fmla="*/ 131074 h 281006"/>
                <a:gd name="connsiteX1" fmla="*/ 109669 w 177521"/>
                <a:gd name="connsiteY1" fmla="*/ 70465 h 281006"/>
                <a:gd name="connsiteX2" fmla="*/ 149386 w 177521"/>
                <a:gd name="connsiteY2" fmla="*/ 87383 h 281006"/>
                <a:gd name="connsiteX3" fmla="*/ 177522 w 177521"/>
                <a:gd name="connsiteY3" fmla="*/ 18625 h 281006"/>
                <a:gd name="connsiteX4" fmla="*/ 126690 w 177521"/>
                <a:gd name="connsiteY4" fmla="*/ 0 h 281006"/>
                <a:gd name="connsiteX5" fmla="*/ 68864 w 177521"/>
                <a:gd name="connsiteY5" fmla="*/ 25066 h 281006"/>
                <a:gd name="connsiteX6" fmla="*/ 68864 w 177521"/>
                <a:gd name="connsiteY6" fmla="*/ 5820 h 281006"/>
                <a:gd name="connsiteX7" fmla="*/ 0 w 177521"/>
                <a:gd name="connsiteY7" fmla="*/ 5820 h 281006"/>
                <a:gd name="connsiteX8" fmla="*/ 0 w 177521"/>
                <a:gd name="connsiteY8" fmla="*/ 281006 h 281006"/>
                <a:gd name="connsiteX9" fmla="*/ 68864 w 177521"/>
                <a:gd name="connsiteY9" fmla="*/ 281006 h 281006"/>
                <a:gd name="connsiteX10" fmla="*/ 68864 w 177521"/>
                <a:gd name="connsiteY10" fmla="*/ 131152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7521" h="281006">
                  <a:moveTo>
                    <a:pt x="68864" y="131074"/>
                  </a:moveTo>
                  <a:cubicBezTo>
                    <a:pt x="68864" y="97859"/>
                    <a:pt x="76947" y="70465"/>
                    <a:pt x="109669" y="70465"/>
                  </a:cubicBezTo>
                  <a:cubicBezTo>
                    <a:pt x="126612" y="70465"/>
                    <a:pt x="138893" y="77449"/>
                    <a:pt x="149386" y="87383"/>
                  </a:cubicBezTo>
                  <a:lnTo>
                    <a:pt x="177522" y="18625"/>
                  </a:lnTo>
                  <a:cubicBezTo>
                    <a:pt x="162910" y="5820"/>
                    <a:pt x="145966" y="0"/>
                    <a:pt x="126690" y="0"/>
                  </a:cubicBezTo>
                  <a:cubicBezTo>
                    <a:pt x="104539" y="0"/>
                    <a:pt x="84642" y="9312"/>
                    <a:pt x="68864" y="25066"/>
                  </a:cubicBezTo>
                  <a:lnTo>
                    <a:pt x="68864" y="5820"/>
                  </a:lnTo>
                  <a:lnTo>
                    <a:pt x="0" y="5820"/>
                  </a:lnTo>
                  <a:lnTo>
                    <a:pt x="0" y="281006"/>
                  </a:lnTo>
                  <a:lnTo>
                    <a:pt x="68864" y="281006"/>
                  </a:lnTo>
                  <a:lnTo>
                    <a:pt x="68864" y="131152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A93128F2-0172-C349-A19A-68CB419F677E}"/>
                </a:ext>
              </a:extLst>
            </p:cNvPr>
            <p:cNvSpPr/>
            <p:nvPr/>
          </p:nvSpPr>
          <p:spPr bwMode="invGray">
            <a:xfrm>
              <a:off x="5810324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EFBBB3F5-70F8-4671-BE69-FB43E97213F9}"/>
                </a:ext>
              </a:extLst>
            </p:cNvPr>
            <p:cNvSpPr/>
            <p:nvPr/>
          </p:nvSpPr>
          <p:spPr bwMode="invGray">
            <a:xfrm>
              <a:off x="5379966" y="4358382"/>
              <a:ext cx="398257" cy="275185"/>
            </a:xfrm>
            <a:custGeom>
              <a:avLst/>
              <a:gdLst>
                <a:gd name="connsiteX0" fmla="*/ 279107 w 398257"/>
                <a:gd name="connsiteY0" fmla="*/ 159710 h 275185"/>
                <a:gd name="connsiteX1" fmla="*/ 232395 w 398257"/>
                <a:gd name="connsiteY1" fmla="*/ 0 h 275185"/>
                <a:gd name="connsiteX2" fmla="*/ 167651 w 398257"/>
                <a:gd name="connsiteY2" fmla="*/ 0 h 275185"/>
                <a:gd name="connsiteX3" fmla="*/ 120939 w 398257"/>
                <a:gd name="connsiteY3" fmla="*/ 159710 h 275185"/>
                <a:gd name="connsiteX4" fmla="*/ 79434 w 398257"/>
                <a:gd name="connsiteY4" fmla="*/ 0 h 275185"/>
                <a:gd name="connsiteX5" fmla="*/ 0 w 398257"/>
                <a:gd name="connsiteY5" fmla="*/ 0 h 275185"/>
                <a:gd name="connsiteX6" fmla="*/ 86429 w 398257"/>
                <a:gd name="connsiteY6" fmla="*/ 275186 h 275185"/>
                <a:gd name="connsiteX7" fmla="*/ 151873 w 398257"/>
                <a:gd name="connsiteY7" fmla="*/ 275186 h 275185"/>
                <a:gd name="connsiteX8" fmla="*/ 199129 w 398257"/>
                <a:gd name="connsiteY8" fmla="*/ 107870 h 275185"/>
                <a:gd name="connsiteX9" fmla="*/ 245841 w 398257"/>
                <a:gd name="connsiteY9" fmla="*/ 275186 h 275185"/>
                <a:gd name="connsiteX10" fmla="*/ 311285 w 398257"/>
                <a:gd name="connsiteY10" fmla="*/ 275186 h 275185"/>
                <a:gd name="connsiteX11" fmla="*/ 398258 w 398257"/>
                <a:gd name="connsiteY11" fmla="*/ 0 h 275185"/>
                <a:gd name="connsiteX12" fmla="*/ 321156 w 398257"/>
                <a:gd name="connsiteY12" fmla="*/ 0 h 275185"/>
                <a:gd name="connsiteX13" fmla="*/ 279107 w 398257"/>
                <a:gd name="connsiteY13" fmla="*/ 159710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8257" h="275185">
                  <a:moveTo>
                    <a:pt x="279107" y="159710"/>
                  </a:moveTo>
                  <a:lnTo>
                    <a:pt x="232395" y="0"/>
                  </a:lnTo>
                  <a:lnTo>
                    <a:pt x="167651" y="0"/>
                  </a:lnTo>
                  <a:lnTo>
                    <a:pt x="120939" y="159710"/>
                  </a:lnTo>
                  <a:lnTo>
                    <a:pt x="79434" y="0"/>
                  </a:lnTo>
                  <a:lnTo>
                    <a:pt x="0" y="0"/>
                  </a:lnTo>
                  <a:lnTo>
                    <a:pt x="86429" y="275186"/>
                  </a:lnTo>
                  <a:lnTo>
                    <a:pt x="151873" y="275186"/>
                  </a:lnTo>
                  <a:lnTo>
                    <a:pt x="199129" y="107870"/>
                  </a:lnTo>
                  <a:lnTo>
                    <a:pt x="245841" y="275186"/>
                  </a:lnTo>
                  <a:lnTo>
                    <a:pt x="311285" y="275186"/>
                  </a:lnTo>
                  <a:lnTo>
                    <a:pt x="398258" y="0"/>
                  </a:lnTo>
                  <a:lnTo>
                    <a:pt x="321156" y="0"/>
                  </a:lnTo>
                  <a:lnTo>
                    <a:pt x="279107" y="15971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EEBDF111-CFB8-0A13-B9E1-24A1D8ADAA08}"/>
                </a:ext>
              </a:extLst>
            </p:cNvPr>
            <p:cNvSpPr/>
            <p:nvPr/>
          </p:nvSpPr>
          <p:spPr bwMode="invGray">
            <a:xfrm>
              <a:off x="5815609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1051B97-EF75-922D-50E2-EEF18A444259}"/>
                </a:ext>
              </a:extLst>
            </p:cNvPr>
            <p:cNvSpPr/>
            <p:nvPr/>
          </p:nvSpPr>
          <p:spPr bwMode="invGray">
            <a:xfrm>
              <a:off x="6582279" y="4352561"/>
              <a:ext cx="240555" cy="286904"/>
            </a:xfrm>
            <a:custGeom>
              <a:avLst/>
              <a:gdLst>
                <a:gd name="connsiteX0" fmla="*/ 131975 w 240555"/>
                <a:gd name="connsiteY0" fmla="*/ 218069 h 286904"/>
                <a:gd name="connsiteX1" fmla="*/ 73605 w 240555"/>
                <a:gd name="connsiteY1" fmla="*/ 142870 h 286904"/>
                <a:gd name="connsiteX2" fmla="*/ 131431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5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5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5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1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19" y="0"/>
                    <a:pt x="131975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5" y="204721"/>
                    <a:pt x="157080" y="218146"/>
                    <a:pt x="131975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9EE13394-7A2C-F1C7-571C-669B8113393E}"/>
                </a:ext>
              </a:extLst>
            </p:cNvPr>
            <p:cNvSpPr/>
            <p:nvPr/>
          </p:nvSpPr>
          <p:spPr bwMode="invGray">
            <a:xfrm>
              <a:off x="7751870" y="4251132"/>
              <a:ext cx="247007" cy="388255"/>
            </a:xfrm>
            <a:custGeom>
              <a:avLst/>
              <a:gdLst>
                <a:gd name="connsiteX0" fmla="*/ 175734 w 247007"/>
                <a:gd name="connsiteY0" fmla="*/ 123547 h 388255"/>
                <a:gd name="connsiteX1" fmla="*/ 111534 w 247007"/>
                <a:gd name="connsiteY1" fmla="*/ 101429 h 388255"/>
                <a:gd name="connsiteX2" fmla="*/ 0 w 247007"/>
                <a:gd name="connsiteY2" fmla="*/ 242514 h 388255"/>
                <a:gd name="connsiteX3" fmla="*/ 113244 w 247007"/>
                <a:gd name="connsiteY3" fmla="*/ 388256 h 388255"/>
                <a:gd name="connsiteX4" fmla="*/ 175734 w 247007"/>
                <a:gd name="connsiteY4" fmla="*/ 364354 h 388255"/>
                <a:gd name="connsiteX5" fmla="*/ 175734 w 247007"/>
                <a:gd name="connsiteY5" fmla="*/ 382436 h 388255"/>
                <a:gd name="connsiteX6" fmla="*/ 247007 w 247007"/>
                <a:gd name="connsiteY6" fmla="*/ 382436 h 388255"/>
                <a:gd name="connsiteX7" fmla="*/ 247007 w 247007"/>
                <a:gd name="connsiteY7" fmla="*/ 0 h 388255"/>
                <a:gd name="connsiteX8" fmla="*/ 175734 w 247007"/>
                <a:gd name="connsiteY8" fmla="*/ 35543 h 388255"/>
                <a:gd name="connsiteX9" fmla="*/ 175734 w 247007"/>
                <a:gd name="connsiteY9" fmla="*/ 123547 h 388255"/>
                <a:gd name="connsiteX10" fmla="*/ 175734 w 247007"/>
                <a:gd name="connsiteY10" fmla="*/ 297303 h 388255"/>
                <a:gd name="connsiteX11" fmla="*/ 127856 w 247007"/>
                <a:gd name="connsiteY11" fmla="*/ 321206 h 388255"/>
                <a:gd name="connsiteX12" fmla="*/ 74693 w 247007"/>
                <a:gd name="connsiteY12" fmla="*/ 240186 h 388255"/>
                <a:gd name="connsiteX13" fmla="*/ 126069 w 247007"/>
                <a:gd name="connsiteY13" fmla="*/ 168480 h 388255"/>
                <a:gd name="connsiteX14" fmla="*/ 175734 w 247007"/>
                <a:gd name="connsiteY14" fmla="*/ 192382 h 388255"/>
                <a:gd name="connsiteX15" fmla="*/ 175734 w 247007"/>
                <a:gd name="connsiteY15" fmla="*/ 297303 h 388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7007" h="388255">
                  <a:moveTo>
                    <a:pt x="175734" y="123547"/>
                  </a:moveTo>
                  <a:cubicBezTo>
                    <a:pt x="158246" y="107793"/>
                    <a:pt x="135473" y="101429"/>
                    <a:pt x="111534" y="101429"/>
                  </a:cubicBezTo>
                  <a:cubicBezTo>
                    <a:pt x="39717" y="101429"/>
                    <a:pt x="0" y="159167"/>
                    <a:pt x="0" y="242514"/>
                  </a:cubicBezTo>
                  <a:cubicBezTo>
                    <a:pt x="0" y="319498"/>
                    <a:pt x="33888" y="388256"/>
                    <a:pt x="113244" y="388256"/>
                  </a:cubicBezTo>
                  <a:cubicBezTo>
                    <a:pt x="138349" y="388256"/>
                    <a:pt x="152339" y="381271"/>
                    <a:pt x="175734" y="364354"/>
                  </a:cubicBezTo>
                  <a:lnTo>
                    <a:pt x="175734" y="382436"/>
                  </a:lnTo>
                  <a:lnTo>
                    <a:pt x="247007" y="382436"/>
                  </a:lnTo>
                  <a:lnTo>
                    <a:pt x="247007" y="0"/>
                  </a:lnTo>
                  <a:lnTo>
                    <a:pt x="175734" y="35543"/>
                  </a:lnTo>
                  <a:lnTo>
                    <a:pt x="175734" y="123547"/>
                  </a:lnTo>
                  <a:close/>
                  <a:moveTo>
                    <a:pt x="175734" y="297303"/>
                  </a:moveTo>
                  <a:cubicBezTo>
                    <a:pt x="161744" y="312436"/>
                    <a:pt x="147676" y="321206"/>
                    <a:pt x="127856" y="321206"/>
                  </a:cubicBezTo>
                  <a:cubicBezTo>
                    <a:pt x="87595" y="321206"/>
                    <a:pt x="74693" y="284499"/>
                    <a:pt x="74693" y="240186"/>
                  </a:cubicBezTo>
                  <a:cubicBezTo>
                    <a:pt x="74693" y="201151"/>
                    <a:pt x="84642" y="168480"/>
                    <a:pt x="126069" y="168480"/>
                  </a:cubicBezTo>
                  <a:cubicBezTo>
                    <a:pt x="145888" y="168480"/>
                    <a:pt x="160500" y="176085"/>
                    <a:pt x="175734" y="192382"/>
                  </a:cubicBezTo>
                  <a:lnTo>
                    <a:pt x="175734" y="297303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F7F4EA0E-16CD-5911-929E-4C93B2783062}"/>
                </a:ext>
              </a:extLst>
            </p:cNvPr>
            <p:cNvSpPr/>
            <p:nvPr/>
          </p:nvSpPr>
          <p:spPr bwMode="invGray">
            <a:xfrm>
              <a:off x="8325162" y="4352561"/>
              <a:ext cx="237757" cy="281083"/>
            </a:xfrm>
            <a:custGeom>
              <a:avLst/>
              <a:gdLst>
                <a:gd name="connsiteX0" fmla="*/ 138426 w 237757"/>
                <a:gd name="connsiteY0" fmla="*/ 0 h 281083"/>
                <a:gd name="connsiteX1" fmla="*/ 71273 w 237757"/>
                <a:gd name="connsiteY1" fmla="*/ 24523 h 281083"/>
                <a:gd name="connsiteX2" fmla="*/ 71273 w 237757"/>
                <a:gd name="connsiteY2" fmla="*/ 5898 h 281083"/>
                <a:gd name="connsiteX3" fmla="*/ 0 w 237757"/>
                <a:gd name="connsiteY3" fmla="*/ 5898 h 281083"/>
                <a:gd name="connsiteX4" fmla="*/ 0 w 237757"/>
                <a:gd name="connsiteY4" fmla="*/ 281084 h 281083"/>
                <a:gd name="connsiteX5" fmla="*/ 71273 w 237757"/>
                <a:gd name="connsiteY5" fmla="*/ 281084 h 281083"/>
                <a:gd name="connsiteX6" fmla="*/ 71273 w 237757"/>
                <a:gd name="connsiteY6" fmla="*/ 129522 h 281083"/>
                <a:gd name="connsiteX7" fmla="*/ 119151 w 237757"/>
                <a:gd name="connsiteY7" fmla="*/ 67128 h 281083"/>
                <a:gd name="connsiteX8" fmla="*/ 166485 w 237757"/>
                <a:gd name="connsiteY8" fmla="*/ 131229 h 281083"/>
                <a:gd name="connsiteX9" fmla="*/ 166485 w 237757"/>
                <a:gd name="connsiteY9" fmla="*/ 281084 h 281083"/>
                <a:gd name="connsiteX10" fmla="*/ 237758 w 237757"/>
                <a:gd name="connsiteY10" fmla="*/ 281084 h 281083"/>
                <a:gd name="connsiteX11" fmla="*/ 237758 w 237757"/>
                <a:gd name="connsiteY11" fmla="*/ 125409 h 281083"/>
                <a:gd name="connsiteX12" fmla="*/ 138504 w 237757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757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85" y="92815"/>
                    <a:pt x="166485" y="131229"/>
                  </a:cubicBezTo>
                  <a:lnTo>
                    <a:pt x="166485" y="281084"/>
                  </a:lnTo>
                  <a:lnTo>
                    <a:pt x="237758" y="281084"/>
                  </a:lnTo>
                  <a:lnTo>
                    <a:pt x="237758" y="125409"/>
                  </a:lnTo>
                  <a:cubicBezTo>
                    <a:pt x="237758" y="57816"/>
                    <a:pt x="213197" y="78"/>
                    <a:pt x="138504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6440CAD5-2595-BE04-CB70-AF4664558704}"/>
                </a:ext>
              </a:extLst>
            </p:cNvPr>
            <p:cNvSpPr/>
            <p:nvPr/>
          </p:nvSpPr>
          <p:spPr bwMode="invGray">
            <a:xfrm>
              <a:off x="8041469" y="4352561"/>
              <a:ext cx="238846" cy="286904"/>
            </a:xfrm>
            <a:custGeom>
              <a:avLst/>
              <a:gdLst>
                <a:gd name="connsiteX0" fmla="*/ 122027 w 238846"/>
                <a:gd name="connsiteY0" fmla="*/ 0 h 286904"/>
                <a:gd name="connsiteX1" fmla="*/ 0 w 238846"/>
                <a:gd name="connsiteY1" fmla="*/ 144034 h 286904"/>
                <a:gd name="connsiteX2" fmla="*/ 126690 w 238846"/>
                <a:gd name="connsiteY2" fmla="*/ 286904 h 286904"/>
                <a:gd name="connsiteX3" fmla="*/ 226566 w 238846"/>
                <a:gd name="connsiteY3" fmla="*/ 243213 h 286904"/>
                <a:gd name="connsiteX4" fmla="*/ 177522 w 238846"/>
                <a:gd name="connsiteY4" fmla="*/ 201850 h 286904"/>
                <a:gd name="connsiteX5" fmla="*/ 129644 w 238846"/>
                <a:gd name="connsiteY5" fmla="*/ 221095 h 286904"/>
                <a:gd name="connsiteX6" fmla="*/ 70651 w 238846"/>
                <a:gd name="connsiteY6" fmla="*/ 166850 h 286904"/>
                <a:gd name="connsiteX7" fmla="*/ 237680 w 238846"/>
                <a:gd name="connsiteY7" fmla="*/ 166850 h 286904"/>
                <a:gd name="connsiteX8" fmla="*/ 238846 w 238846"/>
                <a:gd name="connsiteY8" fmla="*/ 142948 h 286904"/>
                <a:gd name="connsiteX9" fmla="*/ 122027 w 238846"/>
                <a:gd name="connsiteY9" fmla="*/ 78 h 286904"/>
                <a:gd name="connsiteX10" fmla="*/ 71817 w 238846"/>
                <a:gd name="connsiteY10" fmla="*/ 113070 h 286904"/>
                <a:gd name="connsiteX11" fmla="*/ 119695 w 238846"/>
                <a:gd name="connsiteY11" fmla="*/ 61152 h 286904"/>
                <a:gd name="connsiteX12" fmla="*/ 169905 w 238846"/>
                <a:gd name="connsiteY12" fmla="*/ 113070 h 286904"/>
                <a:gd name="connsiteX13" fmla="*/ 71817 w 238846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6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2" y="215818"/>
                    <a:pt x="147131" y="221095"/>
                    <a:pt x="129644" y="221095"/>
                  </a:cubicBezTo>
                  <a:cubicBezTo>
                    <a:pt x="99876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6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067D9E93-AA61-926B-0B6A-DB1050637926}"/>
                </a:ext>
              </a:extLst>
            </p:cNvPr>
            <p:cNvSpPr/>
            <p:nvPr/>
          </p:nvSpPr>
          <p:spPr bwMode="invGray">
            <a:xfrm>
              <a:off x="8867054" y="4352561"/>
              <a:ext cx="238845" cy="286904"/>
            </a:xfrm>
            <a:custGeom>
              <a:avLst/>
              <a:gdLst>
                <a:gd name="connsiteX0" fmla="*/ 122026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1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6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6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1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4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6" y="78"/>
                  </a:cubicBezTo>
                  <a:close/>
                  <a:moveTo>
                    <a:pt x="71817" y="113070"/>
                  </a:moveTo>
                  <a:cubicBezTo>
                    <a:pt x="73604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197AA35D-E865-F773-A32A-196BE700714C}"/>
                </a:ext>
              </a:extLst>
            </p:cNvPr>
            <p:cNvSpPr/>
            <p:nvPr/>
          </p:nvSpPr>
          <p:spPr bwMode="invGray">
            <a:xfrm>
              <a:off x="4999974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C7D58B6A-7226-8D73-BE9D-5C0483F9467A}"/>
                </a:ext>
              </a:extLst>
            </p:cNvPr>
            <p:cNvSpPr/>
            <p:nvPr/>
          </p:nvSpPr>
          <p:spPr bwMode="invGray">
            <a:xfrm>
              <a:off x="3424508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94476D9E-6E14-FF53-0CF9-B3F9F5D8400A}"/>
                </a:ext>
              </a:extLst>
            </p:cNvPr>
            <p:cNvSpPr/>
            <p:nvPr/>
          </p:nvSpPr>
          <p:spPr bwMode="invGray">
            <a:xfrm>
              <a:off x="2512417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6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1" y="215818"/>
                    <a:pt x="147132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E75D3652-AF88-12A6-FB72-BFFF4A226035}"/>
                </a:ext>
              </a:extLst>
            </p:cNvPr>
            <p:cNvSpPr/>
            <p:nvPr/>
          </p:nvSpPr>
          <p:spPr bwMode="invGray">
            <a:xfrm>
              <a:off x="4536739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5E2C411C-D239-27AB-292B-C05FB05984CF}"/>
                </a:ext>
              </a:extLst>
            </p:cNvPr>
            <p:cNvSpPr/>
            <p:nvPr/>
          </p:nvSpPr>
          <p:spPr bwMode="invGray">
            <a:xfrm>
              <a:off x="4026014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06E9899A-6F88-D121-7525-1C37DDB91FDE}"/>
                </a:ext>
              </a:extLst>
            </p:cNvPr>
            <p:cNvSpPr/>
            <p:nvPr/>
          </p:nvSpPr>
          <p:spPr bwMode="invGray">
            <a:xfrm>
              <a:off x="8604890" y="4352561"/>
              <a:ext cx="240555" cy="286904"/>
            </a:xfrm>
            <a:custGeom>
              <a:avLst/>
              <a:gdLst>
                <a:gd name="connsiteX0" fmla="*/ 131976 w 240555"/>
                <a:gd name="connsiteY0" fmla="*/ 218069 h 286904"/>
                <a:gd name="connsiteX1" fmla="*/ 73605 w 240555"/>
                <a:gd name="connsiteY1" fmla="*/ 142870 h 286904"/>
                <a:gd name="connsiteX2" fmla="*/ 131432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6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6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6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2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20" y="0"/>
                    <a:pt x="131976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6" y="204721"/>
                    <a:pt x="157080" y="218146"/>
                    <a:pt x="131976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3D464FD6-A7E4-21C9-D54D-A89A65E3AB5C}"/>
                </a:ext>
              </a:extLst>
            </p:cNvPr>
            <p:cNvSpPr/>
            <p:nvPr/>
          </p:nvSpPr>
          <p:spPr bwMode="invGray">
            <a:xfrm>
              <a:off x="6846230" y="4352561"/>
              <a:ext cx="258043" cy="286826"/>
            </a:xfrm>
            <a:custGeom>
              <a:avLst/>
              <a:gdLst>
                <a:gd name="connsiteX0" fmla="*/ 129022 w 258043"/>
                <a:gd name="connsiteY0" fmla="*/ 0 h 286826"/>
                <a:gd name="connsiteX1" fmla="*/ 0 w 258043"/>
                <a:gd name="connsiteY1" fmla="*/ 143413 h 286826"/>
                <a:gd name="connsiteX2" fmla="*/ 129022 w 258043"/>
                <a:gd name="connsiteY2" fmla="*/ 286827 h 286826"/>
                <a:gd name="connsiteX3" fmla="*/ 258043 w 258043"/>
                <a:gd name="connsiteY3" fmla="*/ 143413 h 286826"/>
                <a:gd name="connsiteX4" fmla="*/ 129022 w 258043"/>
                <a:gd name="connsiteY4" fmla="*/ 0 h 286826"/>
                <a:gd name="connsiteX5" fmla="*/ 129022 w 258043"/>
                <a:gd name="connsiteY5" fmla="*/ 218069 h 286826"/>
                <a:gd name="connsiteX6" fmla="*/ 73527 w 258043"/>
                <a:gd name="connsiteY6" fmla="*/ 143413 h 286826"/>
                <a:gd name="connsiteX7" fmla="*/ 129022 w 258043"/>
                <a:gd name="connsiteY7" fmla="*/ 68215 h 286826"/>
                <a:gd name="connsiteX8" fmla="*/ 184517 w 258043"/>
                <a:gd name="connsiteY8" fmla="*/ 143413 h 286826"/>
                <a:gd name="connsiteX9" fmla="*/ 129022 w 258043"/>
                <a:gd name="connsiteY9" fmla="*/ 21806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8043" h="286826">
                  <a:moveTo>
                    <a:pt x="129022" y="0"/>
                  </a:moveTo>
                  <a:cubicBezTo>
                    <a:pt x="49588" y="0"/>
                    <a:pt x="0" y="62394"/>
                    <a:pt x="0" y="143413"/>
                  </a:cubicBezTo>
                  <a:cubicBezTo>
                    <a:pt x="0" y="228546"/>
                    <a:pt x="54329" y="286827"/>
                    <a:pt x="129022" y="286827"/>
                  </a:cubicBezTo>
                  <a:cubicBezTo>
                    <a:pt x="203714" y="286827"/>
                    <a:pt x="258043" y="228546"/>
                    <a:pt x="258043" y="143413"/>
                  </a:cubicBezTo>
                  <a:cubicBezTo>
                    <a:pt x="258043" y="58281"/>
                    <a:pt x="208378" y="0"/>
                    <a:pt x="129022" y="0"/>
                  </a:cubicBezTo>
                  <a:close/>
                  <a:moveTo>
                    <a:pt x="129022" y="218069"/>
                  </a:moveTo>
                  <a:cubicBezTo>
                    <a:pt x="83476" y="218069"/>
                    <a:pt x="73527" y="174378"/>
                    <a:pt x="73527" y="143413"/>
                  </a:cubicBezTo>
                  <a:cubicBezTo>
                    <a:pt x="73527" y="100886"/>
                    <a:pt x="91015" y="68215"/>
                    <a:pt x="129022" y="68215"/>
                  </a:cubicBezTo>
                  <a:cubicBezTo>
                    <a:pt x="167029" y="68215"/>
                    <a:pt x="184517" y="100886"/>
                    <a:pt x="184517" y="143413"/>
                  </a:cubicBezTo>
                  <a:cubicBezTo>
                    <a:pt x="184517" y="174300"/>
                    <a:pt x="174568" y="218069"/>
                    <a:pt x="129022" y="21806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9D0E0480-20B4-86B6-5986-30EE3A7E286F}"/>
                </a:ext>
              </a:extLst>
            </p:cNvPr>
            <p:cNvSpPr/>
            <p:nvPr/>
          </p:nvSpPr>
          <p:spPr bwMode="invGray">
            <a:xfrm>
              <a:off x="7419599" y="4252917"/>
              <a:ext cx="174646" cy="380573"/>
            </a:xfrm>
            <a:custGeom>
              <a:avLst/>
              <a:gdLst>
                <a:gd name="connsiteX0" fmla="*/ 38551 w 174646"/>
                <a:gd name="connsiteY0" fmla="*/ 72250 h 380573"/>
                <a:gd name="connsiteX1" fmla="*/ 38551 w 174646"/>
                <a:gd name="connsiteY1" fmla="*/ 105465 h 380573"/>
                <a:gd name="connsiteX2" fmla="*/ 0 w 174646"/>
                <a:gd name="connsiteY2" fmla="*/ 105465 h 380573"/>
                <a:gd name="connsiteX3" fmla="*/ 0 w 174646"/>
                <a:gd name="connsiteY3" fmla="*/ 171894 h 380573"/>
                <a:gd name="connsiteX4" fmla="*/ 38551 w 174646"/>
                <a:gd name="connsiteY4" fmla="*/ 171894 h 380573"/>
                <a:gd name="connsiteX5" fmla="*/ 38551 w 174646"/>
                <a:gd name="connsiteY5" fmla="*/ 380573 h 380573"/>
                <a:gd name="connsiteX6" fmla="*/ 109824 w 174646"/>
                <a:gd name="connsiteY6" fmla="*/ 380573 h 380573"/>
                <a:gd name="connsiteX7" fmla="*/ 109824 w 174646"/>
                <a:gd name="connsiteY7" fmla="*/ 171894 h 380573"/>
                <a:gd name="connsiteX8" fmla="*/ 168817 w 174646"/>
                <a:gd name="connsiteY8" fmla="*/ 171894 h 380573"/>
                <a:gd name="connsiteX9" fmla="*/ 168817 w 174646"/>
                <a:gd name="connsiteY9" fmla="*/ 105465 h 380573"/>
                <a:gd name="connsiteX10" fmla="*/ 109824 w 174646"/>
                <a:gd name="connsiteY10" fmla="*/ 105465 h 380573"/>
                <a:gd name="connsiteX11" fmla="*/ 109824 w 174646"/>
                <a:gd name="connsiteY11" fmla="*/ 83347 h 380573"/>
                <a:gd name="connsiteX12" fmla="*/ 139592 w 174646"/>
                <a:gd name="connsiteY12" fmla="*/ 59445 h 380573"/>
                <a:gd name="connsiteX13" fmla="*/ 174646 w 174646"/>
                <a:gd name="connsiteY13" fmla="*/ 64722 h 380573"/>
                <a:gd name="connsiteX14" fmla="*/ 174646 w 174646"/>
                <a:gd name="connsiteY14" fmla="*/ 7605 h 380573"/>
                <a:gd name="connsiteX15" fmla="*/ 122649 w 174646"/>
                <a:gd name="connsiteY15" fmla="*/ 0 h 380573"/>
                <a:gd name="connsiteX16" fmla="*/ 38551 w 174646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6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3" y="0"/>
                    <a:pt x="122649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01581DA0-5B15-A42C-0CFB-F13D86CF22DF}"/>
                </a:ext>
              </a:extLst>
            </p:cNvPr>
            <p:cNvSpPr/>
            <p:nvPr/>
          </p:nvSpPr>
          <p:spPr bwMode="invGray">
            <a:xfrm>
              <a:off x="3814838" y="4252917"/>
              <a:ext cx="174645" cy="380573"/>
            </a:xfrm>
            <a:custGeom>
              <a:avLst/>
              <a:gdLst>
                <a:gd name="connsiteX0" fmla="*/ 38551 w 174645"/>
                <a:gd name="connsiteY0" fmla="*/ 72250 h 380573"/>
                <a:gd name="connsiteX1" fmla="*/ 38551 w 174645"/>
                <a:gd name="connsiteY1" fmla="*/ 105465 h 380573"/>
                <a:gd name="connsiteX2" fmla="*/ 0 w 174645"/>
                <a:gd name="connsiteY2" fmla="*/ 105465 h 380573"/>
                <a:gd name="connsiteX3" fmla="*/ 0 w 174645"/>
                <a:gd name="connsiteY3" fmla="*/ 171894 h 380573"/>
                <a:gd name="connsiteX4" fmla="*/ 38551 w 174645"/>
                <a:gd name="connsiteY4" fmla="*/ 171894 h 380573"/>
                <a:gd name="connsiteX5" fmla="*/ 38551 w 174645"/>
                <a:gd name="connsiteY5" fmla="*/ 380573 h 380573"/>
                <a:gd name="connsiteX6" fmla="*/ 109824 w 174645"/>
                <a:gd name="connsiteY6" fmla="*/ 380573 h 380573"/>
                <a:gd name="connsiteX7" fmla="*/ 109824 w 174645"/>
                <a:gd name="connsiteY7" fmla="*/ 171894 h 380573"/>
                <a:gd name="connsiteX8" fmla="*/ 168817 w 174645"/>
                <a:gd name="connsiteY8" fmla="*/ 171894 h 380573"/>
                <a:gd name="connsiteX9" fmla="*/ 168817 w 174645"/>
                <a:gd name="connsiteY9" fmla="*/ 105465 h 380573"/>
                <a:gd name="connsiteX10" fmla="*/ 109824 w 174645"/>
                <a:gd name="connsiteY10" fmla="*/ 105465 h 380573"/>
                <a:gd name="connsiteX11" fmla="*/ 109824 w 174645"/>
                <a:gd name="connsiteY11" fmla="*/ 83347 h 380573"/>
                <a:gd name="connsiteX12" fmla="*/ 139592 w 174645"/>
                <a:gd name="connsiteY12" fmla="*/ 59445 h 380573"/>
                <a:gd name="connsiteX13" fmla="*/ 174646 w 174645"/>
                <a:gd name="connsiteY13" fmla="*/ 64722 h 380573"/>
                <a:gd name="connsiteX14" fmla="*/ 174646 w 174645"/>
                <a:gd name="connsiteY14" fmla="*/ 7605 h 380573"/>
                <a:gd name="connsiteX15" fmla="*/ 122648 w 174645"/>
                <a:gd name="connsiteY15" fmla="*/ 0 h 380573"/>
                <a:gd name="connsiteX16" fmla="*/ 38551 w 174645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5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2" y="0"/>
                    <a:pt x="122648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6E979109-653A-C7E4-189B-623A467AC57F}"/>
                </a:ext>
              </a:extLst>
            </p:cNvPr>
            <p:cNvSpPr/>
            <p:nvPr/>
          </p:nvSpPr>
          <p:spPr bwMode="invGray">
            <a:xfrm>
              <a:off x="7146866" y="4352561"/>
              <a:ext cx="237680" cy="281083"/>
            </a:xfrm>
            <a:custGeom>
              <a:avLst/>
              <a:gdLst>
                <a:gd name="connsiteX0" fmla="*/ 138426 w 237680"/>
                <a:gd name="connsiteY0" fmla="*/ 0 h 281083"/>
                <a:gd name="connsiteX1" fmla="*/ 71273 w 237680"/>
                <a:gd name="connsiteY1" fmla="*/ 24523 h 281083"/>
                <a:gd name="connsiteX2" fmla="*/ 71273 w 237680"/>
                <a:gd name="connsiteY2" fmla="*/ 5898 h 281083"/>
                <a:gd name="connsiteX3" fmla="*/ 0 w 237680"/>
                <a:gd name="connsiteY3" fmla="*/ 5898 h 281083"/>
                <a:gd name="connsiteX4" fmla="*/ 0 w 237680"/>
                <a:gd name="connsiteY4" fmla="*/ 281084 h 281083"/>
                <a:gd name="connsiteX5" fmla="*/ 71273 w 237680"/>
                <a:gd name="connsiteY5" fmla="*/ 281084 h 281083"/>
                <a:gd name="connsiteX6" fmla="*/ 71273 w 237680"/>
                <a:gd name="connsiteY6" fmla="*/ 129522 h 281083"/>
                <a:gd name="connsiteX7" fmla="*/ 119151 w 237680"/>
                <a:gd name="connsiteY7" fmla="*/ 67128 h 281083"/>
                <a:gd name="connsiteX8" fmla="*/ 166407 w 237680"/>
                <a:gd name="connsiteY8" fmla="*/ 131229 h 281083"/>
                <a:gd name="connsiteX9" fmla="*/ 166407 w 237680"/>
                <a:gd name="connsiteY9" fmla="*/ 281084 h 281083"/>
                <a:gd name="connsiteX10" fmla="*/ 237680 w 237680"/>
                <a:gd name="connsiteY10" fmla="*/ 281084 h 281083"/>
                <a:gd name="connsiteX11" fmla="*/ 237680 w 237680"/>
                <a:gd name="connsiteY11" fmla="*/ 125409 h 281083"/>
                <a:gd name="connsiteX12" fmla="*/ 138426 w 237680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680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07" y="92815"/>
                    <a:pt x="166407" y="131229"/>
                  </a:cubicBezTo>
                  <a:lnTo>
                    <a:pt x="166407" y="281084"/>
                  </a:lnTo>
                  <a:lnTo>
                    <a:pt x="237680" y="281084"/>
                  </a:lnTo>
                  <a:lnTo>
                    <a:pt x="237680" y="125409"/>
                  </a:lnTo>
                  <a:cubicBezTo>
                    <a:pt x="237680" y="57816"/>
                    <a:pt x="213119" y="78"/>
                    <a:pt x="138426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D2E66811-6F0B-D597-7ECD-6E6A40578BDF}"/>
                </a:ext>
              </a:extLst>
            </p:cNvPr>
            <p:cNvSpPr/>
            <p:nvPr/>
          </p:nvSpPr>
          <p:spPr bwMode="invGray">
            <a:xfrm>
              <a:off x="7635595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224815CF-9CF6-C083-EECA-27A7D2CE67D0}"/>
                </a:ext>
              </a:extLst>
            </p:cNvPr>
            <p:cNvSpPr/>
            <p:nvPr/>
          </p:nvSpPr>
          <p:spPr bwMode="invGray">
            <a:xfrm>
              <a:off x="7630931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58186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13817A-1A0E-6215-C86F-711F6762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200" b="1" i="0" kern="1200" dirty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74A436F-4CCA-E57D-4A6C-D9CFCF12DC7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3A41DA9-8772-8758-C932-5CD251B31648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1A9AFA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1D93988-BB3A-D51F-76B6-DC92DB8088CA}"/>
                </a:ext>
              </a:extLst>
            </p:cNvPr>
            <p:cNvSpPr/>
            <p:nvPr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658A4F-273D-A310-5B87-193856311427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9345224" y="5422966"/>
            <a:ext cx="2437200" cy="1056582"/>
            <a:chOff x="1333500" y="1365250"/>
            <a:chExt cx="7772399" cy="3369514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7759458-6C81-87E8-FA48-ABD21CF9FFBC}"/>
                </a:ext>
              </a:extLst>
            </p:cNvPr>
            <p:cNvSpPr/>
            <p:nvPr/>
          </p:nvSpPr>
          <p:spPr bwMode="invGray">
            <a:xfrm>
              <a:off x="3765639" y="2990756"/>
              <a:ext cx="635704" cy="857763"/>
            </a:xfrm>
            <a:custGeom>
              <a:avLst/>
              <a:gdLst>
                <a:gd name="connsiteX0" fmla="*/ 504506 w 635704"/>
                <a:gd name="connsiteY0" fmla="*/ 268512 h 857763"/>
                <a:gd name="connsiteX1" fmla="*/ 494014 w 635704"/>
                <a:gd name="connsiteY1" fmla="*/ 205730 h 857763"/>
                <a:gd name="connsiteX2" fmla="*/ 464323 w 635704"/>
                <a:gd name="connsiteY2" fmla="*/ 159400 h 857763"/>
                <a:gd name="connsiteX3" fmla="*/ 417922 w 635704"/>
                <a:gd name="connsiteY3" fmla="*/ 130997 h 857763"/>
                <a:gd name="connsiteX4" fmla="*/ 357142 w 635704"/>
                <a:gd name="connsiteY4" fmla="*/ 121374 h 857763"/>
                <a:gd name="connsiteX5" fmla="*/ 126457 w 635704"/>
                <a:gd name="connsiteY5" fmla="*/ 121374 h 857763"/>
                <a:gd name="connsiteX6" fmla="*/ 126457 w 635704"/>
                <a:gd name="connsiteY6" fmla="*/ 416892 h 857763"/>
                <a:gd name="connsiteX7" fmla="*/ 357142 w 635704"/>
                <a:gd name="connsiteY7" fmla="*/ 416892 h 857763"/>
                <a:gd name="connsiteX8" fmla="*/ 467976 w 635704"/>
                <a:gd name="connsiteY8" fmla="*/ 377391 h 857763"/>
                <a:gd name="connsiteX9" fmla="*/ 504506 w 635704"/>
                <a:gd name="connsiteY9" fmla="*/ 268512 h 857763"/>
                <a:gd name="connsiteX10" fmla="*/ 635704 w 635704"/>
                <a:gd name="connsiteY10" fmla="*/ 268512 h 857763"/>
                <a:gd name="connsiteX11" fmla="*/ 614719 w 635704"/>
                <a:gd name="connsiteY11" fmla="*/ 385152 h 857763"/>
                <a:gd name="connsiteX12" fmla="*/ 556037 w 635704"/>
                <a:gd name="connsiteY12" fmla="*/ 469198 h 857763"/>
                <a:gd name="connsiteX13" fmla="*/ 466111 w 635704"/>
                <a:gd name="connsiteY13" fmla="*/ 520339 h 857763"/>
                <a:gd name="connsiteX14" fmla="*/ 351079 w 635704"/>
                <a:gd name="connsiteY14" fmla="*/ 537722 h 857763"/>
                <a:gd name="connsiteX15" fmla="*/ 126379 w 635704"/>
                <a:gd name="connsiteY15" fmla="*/ 537722 h 857763"/>
                <a:gd name="connsiteX16" fmla="*/ 126379 w 635704"/>
                <a:gd name="connsiteY16" fmla="*/ 857764 h 857763"/>
                <a:gd name="connsiteX17" fmla="*/ 0 w 635704"/>
                <a:gd name="connsiteY17" fmla="*/ 857764 h 857763"/>
                <a:gd name="connsiteX18" fmla="*/ 0 w 635704"/>
                <a:gd name="connsiteY18" fmla="*/ 0 h 857763"/>
                <a:gd name="connsiteX19" fmla="*/ 359474 w 635704"/>
                <a:gd name="connsiteY19" fmla="*/ 0 h 857763"/>
                <a:gd name="connsiteX20" fmla="*/ 469375 w 635704"/>
                <a:gd name="connsiteY20" fmla="*/ 17073 h 857763"/>
                <a:gd name="connsiteX21" fmla="*/ 556815 w 635704"/>
                <a:gd name="connsiteY21" fmla="*/ 67594 h 857763"/>
                <a:gd name="connsiteX22" fmla="*/ 614641 w 635704"/>
                <a:gd name="connsiteY22" fmla="*/ 151639 h 857763"/>
                <a:gd name="connsiteX23" fmla="*/ 635627 w 635704"/>
                <a:gd name="connsiteY23" fmla="*/ 268590 h 857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35704" h="857763">
                  <a:moveTo>
                    <a:pt x="504506" y="268512"/>
                  </a:moveTo>
                  <a:cubicBezTo>
                    <a:pt x="504506" y="244998"/>
                    <a:pt x="501009" y="224044"/>
                    <a:pt x="494014" y="205730"/>
                  </a:cubicBezTo>
                  <a:cubicBezTo>
                    <a:pt x="487018" y="187415"/>
                    <a:pt x="477148" y="171972"/>
                    <a:pt x="464323" y="159400"/>
                  </a:cubicBezTo>
                  <a:cubicBezTo>
                    <a:pt x="451576" y="146828"/>
                    <a:pt x="436031" y="137360"/>
                    <a:pt x="417922" y="130997"/>
                  </a:cubicBezTo>
                  <a:cubicBezTo>
                    <a:pt x="399734" y="124633"/>
                    <a:pt x="379448" y="121374"/>
                    <a:pt x="357142" y="121374"/>
                  </a:cubicBezTo>
                  <a:lnTo>
                    <a:pt x="126457" y="121374"/>
                  </a:lnTo>
                  <a:lnTo>
                    <a:pt x="126457" y="416892"/>
                  </a:lnTo>
                  <a:lnTo>
                    <a:pt x="357142" y="416892"/>
                  </a:lnTo>
                  <a:cubicBezTo>
                    <a:pt x="406652" y="416892"/>
                    <a:pt x="443571" y="403699"/>
                    <a:pt x="467976" y="377391"/>
                  </a:cubicBezTo>
                  <a:cubicBezTo>
                    <a:pt x="492304" y="351083"/>
                    <a:pt x="504506" y="314764"/>
                    <a:pt x="504506" y="268512"/>
                  </a:cubicBezTo>
                  <a:moveTo>
                    <a:pt x="635704" y="268512"/>
                  </a:moveTo>
                  <a:cubicBezTo>
                    <a:pt x="635704" y="312746"/>
                    <a:pt x="628709" y="351626"/>
                    <a:pt x="614719" y="385152"/>
                  </a:cubicBezTo>
                  <a:cubicBezTo>
                    <a:pt x="600729" y="418677"/>
                    <a:pt x="581220" y="446692"/>
                    <a:pt x="556037" y="469198"/>
                  </a:cubicBezTo>
                  <a:cubicBezTo>
                    <a:pt x="530855" y="491703"/>
                    <a:pt x="500931" y="508776"/>
                    <a:pt x="466111" y="520339"/>
                  </a:cubicBezTo>
                  <a:cubicBezTo>
                    <a:pt x="431368" y="531902"/>
                    <a:pt x="393050" y="537722"/>
                    <a:pt x="351079" y="537722"/>
                  </a:cubicBezTo>
                  <a:lnTo>
                    <a:pt x="126379" y="537722"/>
                  </a:lnTo>
                  <a:lnTo>
                    <a:pt x="126379" y="857764"/>
                  </a:lnTo>
                  <a:lnTo>
                    <a:pt x="0" y="857764"/>
                  </a:lnTo>
                  <a:lnTo>
                    <a:pt x="0" y="0"/>
                  </a:lnTo>
                  <a:lnTo>
                    <a:pt x="359474" y="0"/>
                  </a:lnTo>
                  <a:cubicBezTo>
                    <a:pt x="398957" y="0"/>
                    <a:pt x="435643" y="5665"/>
                    <a:pt x="469375" y="17073"/>
                  </a:cubicBezTo>
                  <a:cubicBezTo>
                    <a:pt x="503107" y="28481"/>
                    <a:pt x="532254" y="45321"/>
                    <a:pt x="556815" y="67594"/>
                  </a:cubicBezTo>
                  <a:cubicBezTo>
                    <a:pt x="581375" y="89944"/>
                    <a:pt x="600651" y="117959"/>
                    <a:pt x="614641" y="151639"/>
                  </a:cubicBezTo>
                  <a:cubicBezTo>
                    <a:pt x="628632" y="185320"/>
                    <a:pt x="635627" y="224277"/>
                    <a:pt x="635627" y="268590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D76FA16-101B-5F5F-E471-585203AAD52F}"/>
                </a:ext>
              </a:extLst>
            </p:cNvPr>
            <p:cNvSpPr/>
            <p:nvPr/>
          </p:nvSpPr>
          <p:spPr bwMode="invGray">
            <a:xfrm>
              <a:off x="4442770" y="3191752"/>
              <a:ext cx="524092" cy="670503"/>
            </a:xfrm>
            <a:custGeom>
              <a:avLst/>
              <a:gdLst>
                <a:gd name="connsiteX0" fmla="*/ 400201 w 524092"/>
                <a:gd name="connsiteY0" fmla="*/ 382125 h 670503"/>
                <a:gd name="connsiteX1" fmla="*/ 367868 w 524092"/>
                <a:gd name="connsiteY1" fmla="*/ 369243 h 670503"/>
                <a:gd name="connsiteX2" fmla="*/ 337944 w 524092"/>
                <a:gd name="connsiteY2" fmla="*/ 361482 h 670503"/>
                <a:gd name="connsiteX3" fmla="*/ 300559 w 524092"/>
                <a:gd name="connsiteY3" fmla="*/ 356128 h 670503"/>
                <a:gd name="connsiteX4" fmla="*/ 252914 w 524092"/>
                <a:gd name="connsiteY4" fmla="*/ 354032 h 670503"/>
                <a:gd name="connsiteX5" fmla="*/ 156225 w 524092"/>
                <a:gd name="connsiteY5" fmla="*/ 379719 h 670503"/>
                <a:gd name="connsiteX6" fmla="*/ 120550 w 524092"/>
                <a:gd name="connsiteY6" fmla="*/ 449719 h 670503"/>
                <a:gd name="connsiteX7" fmla="*/ 130732 w 524092"/>
                <a:gd name="connsiteY7" fmla="*/ 498454 h 670503"/>
                <a:gd name="connsiteX8" fmla="*/ 156458 w 524092"/>
                <a:gd name="connsiteY8" fmla="*/ 531048 h 670503"/>
                <a:gd name="connsiteX9" fmla="*/ 193300 w 524092"/>
                <a:gd name="connsiteY9" fmla="*/ 549906 h 670503"/>
                <a:gd name="connsiteX10" fmla="*/ 244520 w 524092"/>
                <a:gd name="connsiteY10" fmla="*/ 556192 h 670503"/>
                <a:gd name="connsiteX11" fmla="*/ 293019 w 524092"/>
                <a:gd name="connsiteY11" fmla="*/ 548975 h 670503"/>
                <a:gd name="connsiteX12" fmla="*/ 336778 w 524092"/>
                <a:gd name="connsiteY12" fmla="*/ 530117 h 670503"/>
                <a:gd name="connsiteX13" fmla="*/ 373308 w 524092"/>
                <a:gd name="connsiteY13" fmla="*/ 503809 h 670503"/>
                <a:gd name="connsiteX14" fmla="*/ 400279 w 524092"/>
                <a:gd name="connsiteY14" fmla="*/ 474164 h 670503"/>
                <a:gd name="connsiteX15" fmla="*/ 400279 w 524092"/>
                <a:gd name="connsiteY15" fmla="*/ 382047 h 670503"/>
                <a:gd name="connsiteX16" fmla="*/ 400201 w 524092"/>
                <a:gd name="connsiteY16" fmla="*/ 656690 h 670503"/>
                <a:gd name="connsiteX17" fmla="*/ 400201 w 524092"/>
                <a:gd name="connsiteY17" fmla="*/ 593287 h 670503"/>
                <a:gd name="connsiteX18" fmla="*/ 359474 w 524092"/>
                <a:gd name="connsiteY18" fmla="*/ 626502 h 670503"/>
                <a:gd name="connsiteX19" fmla="*/ 325897 w 524092"/>
                <a:gd name="connsiteY19" fmla="*/ 646291 h 670503"/>
                <a:gd name="connsiteX20" fmla="*/ 281905 w 524092"/>
                <a:gd name="connsiteY20" fmla="*/ 663054 h 670503"/>
                <a:gd name="connsiteX21" fmla="*/ 223534 w 524092"/>
                <a:gd name="connsiteY21" fmla="*/ 670504 h 670503"/>
                <a:gd name="connsiteX22" fmla="*/ 144722 w 524092"/>
                <a:gd name="connsiteY22" fmla="*/ 658863 h 670503"/>
                <a:gd name="connsiteX23" fmla="*/ 72827 w 524092"/>
                <a:gd name="connsiteY23" fmla="*/ 621225 h 670503"/>
                <a:gd name="connsiteX24" fmla="*/ 20364 w 524092"/>
                <a:gd name="connsiteY24" fmla="*/ 553942 h 670503"/>
                <a:gd name="connsiteX25" fmla="*/ 0 w 524092"/>
                <a:gd name="connsiteY25" fmla="*/ 453444 h 670503"/>
                <a:gd name="connsiteX26" fmla="*/ 19431 w 524092"/>
                <a:gd name="connsiteY26" fmla="*/ 360473 h 670503"/>
                <a:gd name="connsiteX27" fmla="*/ 73371 w 524092"/>
                <a:gd name="connsiteY27" fmla="*/ 295596 h 670503"/>
                <a:gd name="connsiteX28" fmla="*/ 154826 w 524092"/>
                <a:gd name="connsiteY28" fmla="*/ 257570 h 670503"/>
                <a:gd name="connsiteX29" fmla="*/ 256334 w 524092"/>
                <a:gd name="connsiteY29" fmla="*/ 245308 h 670503"/>
                <a:gd name="connsiteX30" fmla="*/ 341986 w 524092"/>
                <a:gd name="connsiteY30" fmla="*/ 252215 h 670503"/>
                <a:gd name="connsiteX31" fmla="*/ 400123 w 524092"/>
                <a:gd name="connsiteY31" fmla="*/ 269831 h 670503"/>
                <a:gd name="connsiteX32" fmla="*/ 400123 w 524092"/>
                <a:gd name="connsiteY32" fmla="*/ 221949 h 670503"/>
                <a:gd name="connsiteX33" fmla="*/ 368956 w 524092"/>
                <a:gd name="connsiteY33" fmla="*/ 141240 h 670503"/>
                <a:gd name="connsiteX34" fmla="*/ 278485 w 524092"/>
                <a:gd name="connsiteY34" fmla="*/ 113148 h 670503"/>
                <a:gd name="connsiteX35" fmla="*/ 188636 w 524092"/>
                <a:gd name="connsiteY35" fmla="*/ 122693 h 670503"/>
                <a:gd name="connsiteX36" fmla="*/ 110757 w 524092"/>
                <a:gd name="connsiteY36" fmla="*/ 153192 h 670503"/>
                <a:gd name="connsiteX37" fmla="*/ 61635 w 524092"/>
                <a:gd name="connsiteY37" fmla="*/ 58048 h 670503"/>
                <a:gd name="connsiteX38" fmla="*/ 160733 w 524092"/>
                <a:gd name="connsiteY38" fmla="*/ 14667 h 670503"/>
                <a:gd name="connsiteX39" fmla="*/ 282060 w 524092"/>
                <a:gd name="connsiteY39" fmla="*/ 0 h 670503"/>
                <a:gd name="connsiteX40" fmla="*/ 380614 w 524092"/>
                <a:gd name="connsiteY40" fmla="*/ 13193 h 670503"/>
                <a:gd name="connsiteX41" fmla="*/ 457017 w 524092"/>
                <a:gd name="connsiteY41" fmla="*/ 53314 h 670503"/>
                <a:gd name="connsiteX42" fmla="*/ 506450 w 524092"/>
                <a:gd name="connsiteY42" fmla="*/ 120908 h 670503"/>
                <a:gd name="connsiteX43" fmla="*/ 524093 w 524092"/>
                <a:gd name="connsiteY43" fmla="*/ 216051 h 670503"/>
                <a:gd name="connsiteX44" fmla="*/ 524093 w 524092"/>
                <a:gd name="connsiteY44" fmla="*/ 656923 h 670503"/>
                <a:gd name="connsiteX45" fmla="*/ 400123 w 524092"/>
                <a:gd name="connsiteY45" fmla="*/ 65692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24092" h="670503">
                  <a:moveTo>
                    <a:pt x="400201" y="382125"/>
                  </a:moveTo>
                  <a:cubicBezTo>
                    <a:pt x="388231" y="376538"/>
                    <a:pt x="377428" y="372269"/>
                    <a:pt x="367868" y="369243"/>
                  </a:cubicBezTo>
                  <a:cubicBezTo>
                    <a:pt x="358308" y="366216"/>
                    <a:pt x="348359" y="363655"/>
                    <a:pt x="337944" y="361482"/>
                  </a:cubicBezTo>
                  <a:cubicBezTo>
                    <a:pt x="327607" y="359309"/>
                    <a:pt x="315093" y="357524"/>
                    <a:pt x="300559" y="356128"/>
                  </a:cubicBezTo>
                  <a:cubicBezTo>
                    <a:pt x="285946" y="354731"/>
                    <a:pt x="270091" y="354032"/>
                    <a:pt x="252914" y="354032"/>
                  </a:cubicBezTo>
                  <a:cubicBezTo>
                    <a:pt x="212186" y="354032"/>
                    <a:pt x="179931" y="362646"/>
                    <a:pt x="156225" y="379719"/>
                  </a:cubicBezTo>
                  <a:cubicBezTo>
                    <a:pt x="132442" y="396870"/>
                    <a:pt x="120550" y="420229"/>
                    <a:pt x="120550" y="449719"/>
                  </a:cubicBezTo>
                  <a:cubicBezTo>
                    <a:pt x="120550" y="468809"/>
                    <a:pt x="123892" y="485106"/>
                    <a:pt x="130732" y="498454"/>
                  </a:cubicBezTo>
                  <a:cubicBezTo>
                    <a:pt x="137494" y="511802"/>
                    <a:pt x="146121" y="522667"/>
                    <a:pt x="156458" y="531048"/>
                  </a:cubicBezTo>
                  <a:cubicBezTo>
                    <a:pt x="166796" y="539430"/>
                    <a:pt x="179154" y="545716"/>
                    <a:pt x="193300" y="549906"/>
                  </a:cubicBezTo>
                  <a:cubicBezTo>
                    <a:pt x="207523" y="554097"/>
                    <a:pt x="224545" y="556192"/>
                    <a:pt x="244520" y="556192"/>
                  </a:cubicBezTo>
                  <a:cubicBezTo>
                    <a:pt x="261308" y="556192"/>
                    <a:pt x="277475" y="553787"/>
                    <a:pt x="293019" y="548975"/>
                  </a:cubicBezTo>
                  <a:cubicBezTo>
                    <a:pt x="308642" y="544164"/>
                    <a:pt x="323176" y="537955"/>
                    <a:pt x="336778" y="530117"/>
                  </a:cubicBezTo>
                  <a:cubicBezTo>
                    <a:pt x="350380" y="522357"/>
                    <a:pt x="362505" y="513587"/>
                    <a:pt x="373308" y="503809"/>
                  </a:cubicBezTo>
                  <a:cubicBezTo>
                    <a:pt x="384112" y="494031"/>
                    <a:pt x="393050" y="484175"/>
                    <a:pt x="400279" y="474164"/>
                  </a:cubicBezTo>
                  <a:lnTo>
                    <a:pt x="400279" y="382047"/>
                  </a:lnTo>
                  <a:close/>
                  <a:moveTo>
                    <a:pt x="400201" y="656690"/>
                  </a:moveTo>
                  <a:lnTo>
                    <a:pt x="400201" y="593287"/>
                  </a:lnTo>
                  <a:cubicBezTo>
                    <a:pt x="383801" y="608498"/>
                    <a:pt x="370277" y="619518"/>
                    <a:pt x="359474" y="626502"/>
                  </a:cubicBezTo>
                  <a:cubicBezTo>
                    <a:pt x="348670" y="633486"/>
                    <a:pt x="337555" y="640083"/>
                    <a:pt x="325897" y="646291"/>
                  </a:cubicBezTo>
                  <a:cubicBezTo>
                    <a:pt x="314316" y="652422"/>
                    <a:pt x="299626" y="658009"/>
                    <a:pt x="281905" y="663054"/>
                  </a:cubicBezTo>
                  <a:cubicBezTo>
                    <a:pt x="264106" y="668021"/>
                    <a:pt x="244675" y="670504"/>
                    <a:pt x="223534" y="670504"/>
                  </a:cubicBezTo>
                  <a:cubicBezTo>
                    <a:pt x="197574" y="670504"/>
                    <a:pt x="171304" y="666624"/>
                    <a:pt x="144722" y="658863"/>
                  </a:cubicBezTo>
                  <a:cubicBezTo>
                    <a:pt x="118140" y="651103"/>
                    <a:pt x="94201" y="638531"/>
                    <a:pt x="72827" y="621225"/>
                  </a:cubicBezTo>
                  <a:cubicBezTo>
                    <a:pt x="51453" y="603842"/>
                    <a:pt x="33965" y="581414"/>
                    <a:pt x="20364" y="553942"/>
                  </a:cubicBezTo>
                  <a:cubicBezTo>
                    <a:pt x="6762" y="526470"/>
                    <a:pt x="0" y="492945"/>
                    <a:pt x="0" y="453444"/>
                  </a:cubicBezTo>
                  <a:cubicBezTo>
                    <a:pt x="0" y="417591"/>
                    <a:pt x="6451" y="386549"/>
                    <a:pt x="19431" y="360473"/>
                  </a:cubicBezTo>
                  <a:cubicBezTo>
                    <a:pt x="32411" y="334321"/>
                    <a:pt x="50365" y="312747"/>
                    <a:pt x="73371" y="295596"/>
                  </a:cubicBezTo>
                  <a:cubicBezTo>
                    <a:pt x="96378" y="278445"/>
                    <a:pt x="123503" y="265796"/>
                    <a:pt x="154826" y="257570"/>
                  </a:cubicBezTo>
                  <a:cubicBezTo>
                    <a:pt x="186149" y="249421"/>
                    <a:pt x="220037" y="245308"/>
                    <a:pt x="256334" y="245308"/>
                  </a:cubicBezTo>
                  <a:cubicBezTo>
                    <a:pt x="290299" y="245308"/>
                    <a:pt x="318824" y="247636"/>
                    <a:pt x="341986" y="252215"/>
                  </a:cubicBezTo>
                  <a:cubicBezTo>
                    <a:pt x="365147" y="256794"/>
                    <a:pt x="384501" y="262692"/>
                    <a:pt x="400123" y="269831"/>
                  </a:cubicBezTo>
                  <a:lnTo>
                    <a:pt x="400123" y="221949"/>
                  </a:lnTo>
                  <a:cubicBezTo>
                    <a:pt x="400123" y="186872"/>
                    <a:pt x="389786" y="159943"/>
                    <a:pt x="368956" y="141240"/>
                  </a:cubicBezTo>
                  <a:cubicBezTo>
                    <a:pt x="348203" y="122538"/>
                    <a:pt x="317969" y="113148"/>
                    <a:pt x="278485" y="113148"/>
                  </a:cubicBezTo>
                  <a:cubicBezTo>
                    <a:pt x="245297" y="113148"/>
                    <a:pt x="215373" y="116329"/>
                    <a:pt x="188636" y="122693"/>
                  </a:cubicBezTo>
                  <a:cubicBezTo>
                    <a:pt x="161899" y="129057"/>
                    <a:pt x="135939" y="139223"/>
                    <a:pt x="110757" y="153192"/>
                  </a:cubicBezTo>
                  <a:lnTo>
                    <a:pt x="61635" y="58048"/>
                  </a:lnTo>
                  <a:cubicBezTo>
                    <a:pt x="92414" y="38880"/>
                    <a:pt x="125446" y="24445"/>
                    <a:pt x="160733" y="14667"/>
                  </a:cubicBezTo>
                  <a:cubicBezTo>
                    <a:pt x="196098" y="4889"/>
                    <a:pt x="236514" y="0"/>
                    <a:pt x="282060" y="0"/>
                  </a:cubicBezTo>
                  <a:cubicBezTo>
                    <a:pt x="317969" y="0"/>
                    <a:pt x="350846" y="4423"/>
                    <a:pt x="380614" y="13193"/>
                  </a:cubicBezTo>
                  <a:cubicBezTo>
                    <a:pt x="410383" y="21962"/>
                    <a:pt x="435798" y="35310"/>
                    <a:pt x="457017" y="53314"/>
                  </a:cubicBezTo>
                  <a:cubicBezTo>
                    <a:pt x="478158" y="71241"/>
                    <a:pt x="494635" y="93746"/>
                    <a:pt x="506450" y="120908"/>
                  </a:cubicBezTo>
                  <a:cubicBezTo>
                    <a:pt x="518264" y="148070"/>
                    <a:pt x="524093" y="179732"/>
                    <a:pt x="524093" y="216051"/>
                  </a:cubicBezTo>
                  <a:lnTo>
                    <a:pt x="524093" y="656923"/>
                  </a:lnTo>
                  <a:lnTo>
                    <a:pt x="400123" y="656923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5AB0C12-51ED-EFF3-88FA-15A4F19A82BE}"/>
                </a:ext>
              </a:extLst>
            </p:cNvPr>
            <p:cNvSpPr/>
            <p:nvPr/>
          </p:nvSpPr>
          <p:spPr bwMode="invGray">
            <a:xfrm>
              <a:off x="5089745" y="3191596"/>
              <a:ext cx="382790" cy="656767"/>
            </a:xfrm>
            <a:custGeom>
              <a:avLst/>
              <a:gdLst>
                <a:gd name="connsiteX0" fmla="*/ 349369 w 382790"/>
                <a:gd name="connsiteY0" fmla="*/ 147216 h 656767"/>
                <a:gd name="connsiteX1" fmla="*/ 306543 w 382790"/>
                <a:gd name="connsiteY1" fmla="*/ 129833 h 656767"/>
                <a:gd name="connsiteX2" fmla="*/ 252914 w 382790"/>
                <a:gd name="connsiteY2" fmla="*/ 123857 h 656767"/>
                <a:gd name="connsiteX3" fmla="*/ 159412 w 382790"/>
                <a:gd name="connsiteY3" fmla="*/ 165375 h 656767"/>
                <a:gd name="connsiteX4" fmla="*/ 126457 w 382790"/>
                <a:gd name="connsiteY4" fmla="*/ 289465 h 656767"/>
                <a:gd name="connsiteX5" fmla="*/ 126457 w 382790"/>
                <a:gd name="connsiteY5" fmla="*/ 656768 h 656767"/>
                <a:gd name="connsiteX6" fmla="*/ 0 w 382790"/>
                <a:gd name="connsiteY6" fmla="*/ 656768 h 656767"/>
                <a:gd name="connsiteX7" fmla="*/ 0 w 382790"/>
                <a:gd name="connsiteY7" fmla="*/ 13736 h 656767"/>
                <a:gd name="connsiteX8" fmla="*/ 126457 w 382790"/>
                <a:gd name="connsiteY8" fmla="*/ 13736 h 656767"/>
                <a:gd name="connsiteX9" fmla="*/ 126457 w 382790"/>
                <a:gd name="connsiteY9" fmla="*/ 74733 h 656767"/>
                <a:gd name="connsiteX10" fmla="*/ 152805 w 382790"/>
                <a:gd name="connsiteY10" fmla="*/ 45088 h 656767"/>
                <a:gd name="connsiteX11" fmla="*/ 187237 w 382790"/>
                <a:gd name="connsiteY11" fmla="*/ 21497 h 656767"/>
                <a:gd name="connsiteX12" fmla="*/ 227654 w 382790"/>
                <a:gd name="connsiteY12" fmla="*/ 5665 h 656767"/>
                <a:gd name="connsiteX13" fmla="*/ 273200 w 382790"/>
                <a:gd name="connsiteY13" fmla="*/ 0 h 656767"/>
                <a:gd name="connsiteX14" fmla="*/ 337866 w 382790"/>
                <a:gd name="connsiteY14" fmla="*/ 7217 h 656767"/>
                <a:gd name="connsiteX15" fmla="*/ 382791 w 382790"/>
                <a:gd name="connsiteY15" fmla="*/ 26929 h 656767"/>
                <a:gd name="connsiteX16" fmla="*/ 349214 w 382790"/>
                <a:gd name="connsiteY16" fmla="*/ 147138 h 65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2790" h="656767">
                  <a:moveTo>
                    <a:pt x="349369" y="147216"/>
                  </a:moveTo>
                  <a:cubicBezTo>
                    <a:pt x="335768" y="139611"/>
                    <a:pt x="321467" y="133868"/>
                    <a:pt x="306543" y="129833"/>
                  </a:cubicBezTo>
                  <a:cubicBezTo>
                    <a:pt x="291543" y="125875"/>
                    <a:pt x="273666" y="123857"/>
                    <a:pt x="252914" y="123857"/>
                  </a:cubicBezTo>
                  <a:cubicBezTo>
                    <a:pt x="212575" y="123857"/>
                    <a:pt x="181408" y="137671"/>
                    <a:pt x="159412" y="165375"/>
                  </a:cubicBezTo>
                  <a:cubicBezTo>
                    <a:pt x="137416" y="193158"/>
                    <a:pt x="126457" y="234443"/>
                    <a:pt x="126457" y="289465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3608" y="63946"/>
                    <a:pt x="142390" y="54090"/>
                    <a:pt x="152805" y="45088"/>
                  </a:cubicBezTo>
                  <a:cubicBezTo>
                    <a:pt x="163220" y="36164"/>
                    <a:pt x="174646" y="28248"/>
                    <a:pt x="187237" y="21497"/>
                  </a:cubicBezTo>
                  <a:cubicBezTo>
                    <a:pt x="199828" y="14745"/>
                    <a:pt x="213275" y="9468"/>
                    <a:pt x="227654" y="5665"/>
                  </a:cubicBezTo>
                  <a:cubicBezTo>
                    <a:pt x="242032" y="1863"/>
                    <a:pt x="257189" y="0"/>
                    <a:pt x="273200" y="0"/>
                  </a:cubicBezTo>
                  <a:cubicBezTo>
                    <a:pt x="299160" y="0"/>
                    <a:pt x="320689" y="2406"/>
                    <a:pt x="337866" y="7217"/>
                  </a:cubicBezTo>
                  <a:cubicBezTo>
                    <a:pt x="355043" y="12029"/>
                    <a:pt x="370044" y="18547"/>
                    <a:pt x="382791" y="26929"/>
                  </a:cubicBezTo>
                  <a:lnTo>
                    <a:pt x="349214" y="147138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01330E0-4987-8AAE-E88D-4B8DF1139AA1}"/>
                </a:ext>
              </a:extLst>
            </p:cNvPr>
            <p:cNvSpPr/>
            <p:nvPr/>
          </p:nvSpPr>
          <p:spPr bwMode="invGray">
            <a:xfrm>
              <a:off x="5546296" y="2955446"/>
              <a:ext cx="375018" cy="906809"/>
            </a:xfrm>
            <a:custGeom>
              <a:avLst/>
              <a:gdLst>
                <a:gd name="connsiteX0" fmla="*/ 360639 w 375018"/>
                <a:gd name="connsiteY0" fmla="*/ 876854 h 906809"/>
                <a:gd name="connsiteX1" fmla="*/ 305844 w 375018"/>
                <a:gd name="connsiteY1" fmla="*/ 898428 h 906809"/>
                <a:gd name="connsiteX2" fmla="*/ 236669 w 375018"/>
                <a:gd name="connsiteY2" fmla="*/ 906810 h 906809"/>
                <a:gd name="connsiteX3" fmla="*/ 178843 w 375018"/>
                <a:gd name="connsiteY3" fmla="*/ 897575 h 906809"/>
                <a:gd name="connsiteX4" fmla="*/ 133608 w 375018"/>
                <a:gd name="connsiteY4" fmla="*/ 868240 h 906809"/>
                <a:gd name="connsiteX5" fmla="*/ 102440 w 375018"/>
                <a:gd name="connsiteY5" fmla="*/ 815625 h 906809"/>
                <a:gd name="connsiteX6" fmla="*/ 91636 w 375018"/>
                <a:gd name="connsiteY6" fmla="*/ 736390 h 906809"/>
                <a:gd name="connsiteX7" fmla="*/ 91636 w 375018"/>
                <a:gd name="connsiteY7" fmla="*/ 364897 h 906809"/>
                <a:gd name="connsiteX8" fmla="*/ 0 w 375018"/>
                <a:gd name="connsiteY8" fmla="*/ 364897 h 906809"/>
                <a:gd name="connsiteX9" fmla="*/ 0 w 375018"/>
                <a:gd name="connsiteY9" fmla="*/ 250042 h 906809"/>
                <a:gd name="connsiteX10" fmla="*/ 91636 w 375018"/>
                <a:gd name="connsiteY10" fmla="*/ 250042 h 906809"/>
                <a:gd name="connsiteX11" fmla="*/ 91636 w 375018"/>
                <a:gd name="connsiteY11" fmla="*/ 66430 h 906809"/>
                <a:gd name="connsiteX12" fmla="*/ 215606 w 375018"/>
                <a:gd name="connsiteY12" fmla="*/ 0 h 906809"/>
                <a:gd name="connsiteX13" fmla="*/ 215606 w 375018"/>
                <a:gd name="connsiteY13" fmla="*/ 250042 h 906809"/>
                <a:gd name="connsiteX14" fmla="*/ 375018 w 375018"/>
                <a:gd name="connsiteY14" fmla="*/ 250042 h 906809"/>
                <a:gd name="connsiteX15" fmla="*/ 375018 w 375018"/>
                <a:gd name="connsiteY15" fmla="*/ 364897 h 906809"/>
                <a:gd name="connsiteX16" fmla="*/ 215606 w 375018"/>
                <a:gd name="connsiteY16" fmla="*/ 364897 h 906809"/>
                <a:gd name="connsiteX17" fmla="*/ 215606 w 375018"/>
                <a:gd name="connsiteY17" fmla="*/ 714195 h 906809"/>
                <a:gd name="connsiteX18" fmla="*/ 219493 w 375018"/>
                <a:gd name="connsiteY18" fmla="*/ 751601 h 906809"/>
                <a:gd name="connsiteX19" fmla="*/ 231462 w 375018"/>
                <a:gd name="connsiteY19" fmla="*/ 775192 h 906809"/>
                <a:gd name="connsiteX20" fmla="*/ 252137 w 375018"/>
                <a:gd name="connsiteY20" fmla="*/ 787764 h 906809"/>
                <a:gd name="connsiteX21" fmla="*/ 282060 w 375018"/>
                <a:gd name="connsiteY21" fmla="*/ 791412 h 906809"/>
                <a:gd name="connsiteX22" fmla="*/ 332115 w 375018"/>
                <a:gd name="connsiteY22" fmla="*/ 783651 h 906809"/>
                <a:gd name="connsiteX23" fmla="*/ 374941 w 375018"/>
                <a:gd name="connsiteY23" fmla="*/ 765725 h 906809"/>
                <a:gd name="connsiteX24" fmla="*/ 360561 w 375018"/>
                <a:gd name="connsiteY24" fmla="*/ 877010 h 90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5018" h="906809">
                  <a:moveTo>
                    <a:pt x="360639" y="876854"/>
                  </a:moveTo>
                  <a:cubicBezTo>
                    <a:pt x="345094" y="885624"/>
                    <a:pt x="326752" y="892841"/>
                    <a:pt x="305844" y="898428"/>
                  </a:cubicBezTo>
                  <a:cubicBezTo>
                    <a:pt x="284858" y="904016"/>
                    <a:pt x="261774" y="906810"/>
                    <a:pt x="236669" y="906810"/>
                  </a:cubicBezTo>
                  <a:cubicBezTo>
                    <a:pt x="214674" y="906810"/>
                    <a:pt x="195398" y="903706"/>
                    <a:pt x="178843" y="897575"/>
                  </a:cubicBezTo>
                  <a:cubicBezTo>
                    <a:pt x="162288" y="891366"/>
                    <a:pt x="147209" y="881588"/>
                    <a:pt x="133608" y="868240"/>
                  </a:cubicBezTo>
                  <a:cubicBezTo>
                    <a:pt x="120006" y="854892"/>
                    <a:pt x="109668" y="837354"/>
                    <a:pt x="102440" y="815625"/>
                  </a:cubicBezTo>
                  <a:cubicBezTo>
                    <a:pt x="95212" y="793895"/>
                    <a:pt x="91636" y="767432"/>
                    <a:pt x="91636" y="736390"/>
                  </a:cubicBezTo>
                  <a:lnTo>
                    <a:pt x="91636" y="364897"/>
                  </a:lnTo>
                  <a:lnTo>
                    <a:pt x="0" y="364897"/>
                  </a:lnTo>
                  <a:lnTo>
                    <a:pt x="0" y="250042"/>
                  </a:lnTo>
                  <a:lnTo>
                    <a:pt x="91636" y="250042"/>
                  </a:lnTo>
                  <a:lnTo>
                    <a:pt x="91636" y="66430"/>
                  </a:lnTo>
                  <a:lnTo>
                    <a:pt x="215606" y="0"/>
                  </a:lnTo>
                  <a:lnTo>
                    <a:pt x="215606" y="250042"/>
                  </a:lnTo>
                  <a:lnTo>
                    <a:pt x="375018" y="250042"/>
                  </a:lnTo>
                  <a:lnTo>
                    <a:pt x="375018" y="364897"/>
                  </a:lnTo>
                  <a:lnTo>
                    <a:pt x="215606" y="364897"/>
                  </a:lnTo>
                  <a:lnTo>
                    <a:pt x="215606" y="714195"/>
                  </a:lnTo>
                  <a:cubicBezTo>
                    <a:pt x="215606" y="729328"/>
                    <a:pt x="216927" y="741822"/>
                    <a:pt x="219493" y="751601"/>
                  </a:cubicBezTo>
                  <a:cubicBezTo>
                    <a:pt x="222058" y="761379"/>
                    <a:pt x="226099" y="769217"/>
                    <a:pt x="231462" y="775192"/>
                  </a:cubicBezTo>
                  <a:cubicBezTo>
                    <a:pt x="236825" y="781168"/>
                    <a:pt x="243742" y="785359"/>
                    <a:pt x="252137" y="787764"/>
                  </a:cubicBezTo>
                  <a:cubicBezTo>
                    <a:pt x="260531" y="790170"/>
                    <a:pt x="270479" y="791412"/>
                    <a:pt x="282060" y="791412"/>
                  </a:cubicBezTo>
                  <a:cubicBezTo>
                    <a:pt x="298460" y="791412"/>
                    <a:pt x="315093" y="788851"/>
                    <a:pt x="332115" y="783651"/>
                  </a:cubicBezTo>
                  <a:cubicBezTo>
                    <a:pt x="349058" y="778452"/>
                    <a:pt x="363360" y="772476"/>
                    <a:pt x="374941" y="765725"/>
                  </a:cubicBezTo>
                  <a:lnTo>
                    <a:pt x="360561" y="877010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C17656A-FAC8-E324-654A-45198B195118}"/>
                </a:ext>
              </a:extLst>
            </p:cNvPr>
            <p:cNvSpPr/>
            <p:nvPr/>
          </p:nvSpPr>
          <p:spPr bwMode="invGray">
            <a:xfrm>
              <a:off x="6038988" y="2955368"/>
              <a:ext cx="517642" cy="893073"/>
            </a:xfrm>
            <a:custGeom>
              <a:avLst/>
              <a:gdLst>
                <a:gd name="connsiteX0" fmla="*/ 391185 w 517642"/>
                <a:gd name="connsiteY0" fmla="*/ 893074 h 893073"/>
                <a:gd name="connsiteX1" fmla="*/ 391185 w 517642"/>
                <a:gd name="connsiteY1" fmla="*/ 529419 h 893073"/>
                <a:gd name="connsiteX2" fmla="*/ 359396 w 517642"/>
                <a:gd name="connsiteY2" fmla="*/ 396637 h 893073"/>
                <a:gd name="connsiteX3" fmla="*/ 258744 w 517642"/>
                <a:gd name="connsiteY3" fmla="*/ 352946 h 893073"/>
                <a:gd name="connsiteX4" fmla="*/ 204492 w 517642"/>
                <a:gd name="connsiteY4" fmla="*/ 362491 h 893073"/>
                <a:gd name="connsiteX5" fmla="*/ 161977 w 517642"/>
                <a:gd name="connsiteY5" fmla="*/ 394154 h 893073"/>
                <a:gd name="connsiteX6" fmla="*/ 135318 w 517642"/>
                <a:gd name="connsiteY6" fmla="*/ 446227 h 893073"/>
                <a:gd name="connsiteX7" fmla="*/ 126379 w 517642"/>
                <a:gd name="connsiteY7" fmla="*/ 516847 h 893073"/>
                <a:gd name="connsiteX8" fmla="*/ 126379 w 517642"/>
                <a:gd name="connsiteY8" fmla="*/ 893074 h 893073"/>
                <a:gd name="connsiteX9" fmla="*/ 0 w 517642"/>
                <a:gd name="connsiteY9" fmla="*/ 893074 h 893073"/>
                <a:gd name="connsiteX10" fmla="*/ 0 w 517642"/>
                <a:gd name="connsiteY10" fmla="*/ 66430 h 893073"/>
                <a:gd name="connsiteX11" fmla="*/ 126379 w 517642"/>
                <a:gd name="connsiteY11" fmla="*/ 0 h 893073"/>
                <a:gd name="connsiteX12" fmla="*/ 126379 w 517642"/>
                <a:gd name="connsiteY12" fmla="*/ 311039 h 893073"/>
                <a:gd name="connsiteX13" fmla="*/ 155759 w 517642"/>
                <a:gd name="connsiteY13" fmla="*/ 279687 h 893073"/>
                <a:gd name="connsiteX14" fmla="*/ 194155 w 517642"/>
                <a:gd name="connsiteY14" fmla="*/ 256095 h 893073"/>
                <a:gd name="connsiteX15" fmla="*/ 239079 w 517642"/>
                <a:gd name="connsiteY15" fmla="*/ 241428 h 893073"/>
                <a:gd name="connsiteX16" fmla="*/ 288201 w 517642"/>
                <a:gd name="connsiteY16" fmla="*/ 236306 h 893073"/>
                <a:gd name="connsiteX17" fmla="*/ 388853 w 517642"/>
                <a:gd name="connsiteY17" fmla="*/ 254854 h 893073"/>
                <a:gd name="connsiteX18" fmla="*/ 460437 w 517642"/>
                <a:gd name="connsiteY18" fmla="*/ 309565 h 893073"/>
                <a:gd name="connsiteX19" fmla="*/ 503574 w 517642"/>
                <a:gd name="connsiteY19" fmla="*/ 401682 h 893073"/>
                <a:gd name="connsiteX20" fmla="*/ 517642 w 517642"/>
                <a:gd name="connsiteY20" fmla="*/ 524607 h 893073"/>
                <a:gd name="connsiteX21" fmla="*/ 517642 w 517642"/>
                <a:gd name="connsiteY21" fmla="*/ 893074 h 893073"/>
                <a:gd name="connsiteX22" fmla="*/ 391263 w 517642"/>
                <a:gd name="connsiteY22" fmla="*/ 893074 h 893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2" h="893073">
                  <a:moveTo>
                    <a:pt x="391185" y="893074"/>
                  </a:moveTo>
                  <a:lnTo>
                    <a:pt x="391185" y="529419"/>
                  </a:lnTo>
                  <a:cubicBezTo>
                    <a:pt x="391185" y="469974"/>
                    <a:pt x="380615" y="425739"/>
                    <a:pt x="359396" y="396637"/>
                  </a:cubicBezTo>
                  <a:cubicBezTo>
                    <a:pt x="338255" y="367535"/>
                    <a:pt x="304678" y="352946"/>
                    <a:pt x="258744" y="352946"/>
                  </a:cubicBezTo>
                  <a:cubicBezTo>
                    <a:pt x="239157" y="352946"/>
                    <a:pt x="221125" y="356128"/>
                    <a:pt x="204492" y="362491"/>
                  </a:cubicBezTo>
                  <a:cubicBezTo>
                    <a:pt x="187937" y="368855"/>
                    <a:pt x="173713" y="379409"/>
                    <a:pt x="161977" y="394154"/>
                  </a:cubicBezTo>
                  <a:cubicBezTo>
                    <a:pt x="150163" y="408899"/>
                    <a:pt x="141303" y="426282"/>
                    <a:pt x="135318" y="446227"/>
                  </a:cubicBezTo>
                  <a:cubicBezTo>
                    <a:pt x="129333" y="466171"/>
                    <a:pt x="126379" y="489685"/>
                    <a:pt x="126379" y="516847"/>
                  </a:cubicBezTo>
                  <a:lnTo>
                    <a:pt x="126379" y="893074"/>
                  </a:lnTo>
                  <a:lnTo>
                    <a:pt x="0" y="893074"/>
                  </a:lnTo>
                  <a:lnTo>
                    <a:pt x="0" y="66430"/>
                  </a:lnTo>
                  <a:lnTo>
                    <a:pt x="126379" y="0"/>
                  </a:lnTo>
                  <a:lnTo>
                    <a:pt x="126379" y="311039"/>
                  </a:lnTo>
                  <a:cubicBezTo>
                    <a:pt x="134385" y="299476"/>
                    <a:pt x="144178" y="289000"/>
                    <a:pt x="155759" y="279687"/>
                  </a:cubicBezTo>
                  <a:cubicBezTo>
                    <a:pt x="167340" y="270297"/>
                    <a:pt x="180087" y="262459"/>
                    <a:pt x="194155" y="256095"/>
                  </a:cubicBezTo>
                  <a:cubicBezTo>
                    <a:pt x="208067" y="249732"/>
                    <a:pt x="223068" y="244843"/>
                    <a:pt x="239079" y="241428"/>
                  </a:cubicBezTo>
                  <a:cubicBezTo>
                    <a:pt x="255012" y="238013"/>
                    <a:pt x="271413" y="236306"/>
                    <a:pt x="288201" y="236306"/>
                  </a:cubicBezTo>
                  <a:cubicBezTo>
                    <a:pt x="326907" y="236306"/>
                    <a:pt x="360484" y="242514"/>
                    <a:pt x="388853" y="254854"/>
                  </a:cubicBezTo>
                  <a:cubicBezTo>
                    <a:pt x="417223" y="267193"/>
                    <a:pt x="441084" y="285430"/>
                    <a:pt x="460437" y="309565"/>
                  </a:cubicBezTo>
                  <a:cubicBezTo>
                    <a:pt x="479791" y="333700"/>
                    <a:pt x="494169" y="364431"/>
                    <a:pt x="503574" y="401682"/>
                  </a:cubicBezTo>
                  <a:cubicBezTo>
                    <a:pt x="512978" y="439009"/>
                    <a:pt x="517642" y="479985"/>
                    <a:pt x="517642" y="524607"/>
                  </a:cubicBezTo>
                  <a:lnTo>
                    <a:pt x="517642" y="893074"/>
                  </a:lnTo>
                  <a:lnTo>
                    <a:pt x="391263" y="893074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0E4EC6F-15F6-AB4C-7E17-50720330941A}"/>
                </a:ext>
              </a:extLst>
            </p:cNvPr>
            <p:cNvSpPr/>
            <p:nvPr/>
          </p:nvSpPr>
          <p:spPr bwMode="invGray">
            <a:xfrm>
              <a:off x="6650598" y="3191674"/>
              <a:ext cx="553550" cy="670581"/>
            </a:xfrm>
            <a:custGeom>
              <a:avLst/>
              <a:gdLst>
                <a:gd name="connsiteX0" fmla="*/ 425850 w 553550"/>
                <a:gd name="connsiteY0" fmla="*/ 275729 h 670581"/>
                <a:gd name="connsiteX1" fmla="*/ 414192 w 553550"/>
                <a:gd name="connsiteY1" fmla="*/ 213568 h 670581"/>
                <a:gd name="connsiteX2" fmla="*/ 386600 w 553550"/>
                <a:gd name="connsiteY2" fmla="*/ 162116 h 670581"/>
                <a:gd name="connsiteX3" fmla="*/ 340509 w 553550"/>
                <a:gd name="connsiteY3" fmla="*/ 127116 h 670581"/>
                <a:gd name="connsiteX4" fmla="*/ 273666 w 553550"/>
                <a:gd name="connsiteY4" fmla="*/ 114234 h 670581"/>
                <a:gd name="connsiteX5" fmla="*/ 214907 w 553550"/>
                <a:gd name="connsiteY5" fmla="*/ 125331 h 670581"/>
                <a:gd name="connsiteX6" fmla="*/ 171770 w 553550"/>
                <a:gd name="connsiteY6" fmla="*/ 156761 h 670581"/>
                <a:gd name="connsiteX7" fmla="*/ 142080 w 553550"/>
                <a:gd name="connsiteY7" fmla="*/ 206739 h 670581"/>
                <a:gd name="connsiteX8" fmla="*/ 126224 w 553550"/>
                <a:gd name="connsiteY8" fmla="*/ 275807 h 670581"/>
                <a:gd name="connsiteX9" fmla="*/ 425772 w 553550"/>
                <a:gd name="connsiteY9" fmla="*/ 275807 h 670581"/>
                <a:gd name="connsiteX10" fmla="*/ 553473 w 553550"/>
                <a:gd name="connsiteY10" fmla="*/ 322447 h 670581"/>
                <a:gd name="connsiteX11" fmla="*/ 552229 w 553550"/>
                <a:gd name="connsiteY11" fmla="*/ 354731 h 670581"/>
                <a:gd name="connsiteX12" fmla="*/ 549820 w 553550"/>
                <a:gd name="connsiteY12" fmla="*/ 379797 h 670581"/>
                <a:gd name="connsiteX13" fmla="*/ 123892 w 553550"/>
                <a:gd name="connsiteY13" fmla="*/ 379797 h 670581"/>
                <a:gd name="connsiteX14" fmla="*/ 144256 w 553550"/>
                <a:gd name="connsiteY14" fmla="*/ 459652 h 670581"/>
                <a:gd name="connsiteX15" fmla="*/ 180786 w 553550"/>
                <a:gd name="connsiteY15" fmla="*/ 514363 h 670581"/>
                <a:gd name="connsiteX16" fmla="*/ 229675 w 553550"/>
                <a:gd name="connsiteY16" fmla="*/ 546104 h 670581"/>
                <a:gd name="connsiteX17" fmla="*/ 286258 w 553550"/>
                <a:gd name="connsiteY17" fmla="*/ 556270 h 670581"/>
                <a:gd name="connsiteX18" fmla="*/ 325819 w 553550"/>
                <a:gd name="connsiteY18" fmla="*/ 552700 h 670581"/>
                <a:gd name="connsiteX19" fmla="*/ 361494 w 553550"/>
                <a:gd name="connsiteY19" fmla="*/ 541913 h 670581"/>
                <a:gd name="connsiteX20" fmla="*/ 391807 w 553550"/>
                <a:gd name="connsiteY20" fmla="*/ 527246 h 670581"/>
                <a:gd name="connsiteX21" fmla="*/ 425928 w 553550"/>
                <a:gd name="connsiteY21" fmla="*/ 504818 h 670581"/>
                <a:gd name="connsiteX22" fmla="*/ 500853 w 553550"/>
                <a:gd name="connsiteY22" fmla="*/ 585604 h 670581"/>
                <a:gd name="connsiteX23" fmla="*/ 454997 w 553550"/>
                <a:gd name="connsiteY23" fmla="*/ 622389 h 670581"/>
                <a:gd name="connsiteX24" fmla="*/ 407662 w 553550"/>
                <a:gd name="connsiteY24" fmla="*/ 647533 h 670581"/>
                <a:gd name="connsiteX25" fmla="*/ 349836 w 553550"/>
                <a:gd name="connsiteY25" fmla="*/ 664606 h 670581"/>
                <a:gd name="connsiteX26" fmla="*/ 278563 w 553550"/>
                <a:gd name="connsiteY26" fmla="*/ 670581 h 670581"/>
                <a:gd name="connsiteX27" fmla="*/ 200062 w 553550"/>
                <a:gd name="connsiteY27" fmla="*/ 658941 h 670581"/>
                <a:gd name="connsiteX28" fmla="*/ 135396 w 553550"/>
                <a:gd name="connsiteY28" fmla="*/ 628442 h 670581"/>
                <a:gd name="connsiteX29" fmla="*/ 84797 w 553550"/>
                <a:gd name="connsiteY29" fmla="*/ 585372 h 670581"/>
                <a:gd name="connsiteX30" fmla="*/ 41971 w 553550"/>
                <a:gd name="connsiteY30" fmla="*/ 523133 h 670581"/>
                <a:gd name="connsiteX31" fmla="*/ 10804 w 553550"/>
                <a:gd name="connsiteY31" fmla="*/ 438233 h 670581"/>
                <a:gd name="connsiteX32" fmla="*/ 0 w 553550"/>
                <a:gd name="connsiteY32" fmla="*/ 335640 h 670581"/>
                <a:gd name="connsiteX33" fmla="*/ 20675 w 553550"/>
                <a:gd name="connsiteY33" fmla="*/ 191450 h 670581"/>
                <a:gd name="connsiteX34" fmla="*/ 78502 w 553550"/>
                <a:gd name="connsiteY34" fmla="*/ 86141 h 670581"/>
                <a:gd name="connsiteX35" fmla="*/ 167729 w 553550"/>
                <a:gd name="connsiteY35" fmla="*/ 21884 h 670581"/>
                <a:gd name="connsiteX36" fmla="*/ 282139 w 553550"/>
                <a:gd name="connsiteY36" fmla="*/ 0 h 670581"/>
                <a:gd name="connsiteX37" fmla="*/ 401989 w 553550"/>
                <a:gd name="connsiteY37" fmla="*/ 26075 h 670581"/>
                <a:gd name="connsiteX38" fmla="*/ 486475 w 553550"/>
                <a:gd name="connsiteY38" fmla="*/ 96074 h 670581"/>
                <a:gd name="connsiteX39" fmla="*/ 536762 w 553550"/>
                <a:gd name="connsiteY39" fmla="*/ 198668 h 670581"/>
                <a:gd name="connsiteX40" fmla="*/ 553551 w 553550"/>
                <a:gd name="connsiteY40" fmla="*/ 322447 h 67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53550" h="670581">
                  <a:moveTo>
                    <a:pt x="425850" y="275729"/>
                  </a:moveTo>
                  <a:cubicBezTo>
                    <a:pt x="424218" y="253767"/>
                    <a:pt x="420332" y="233047"/>
                    <a:pt x="414192" y="213568"/>
                  </a:cubicBezTo>
                  <a:cubicBezTo>
                    <a:pt x="407974" y="194012"/>
                    <a:pt x="398802" y="176861"/>
                    <a:pt x="386600" y="162116"/>
                  </a:cubicBezTo>
                  <a:cubicBezTo>
                    <a:pt x="374397" y="147371"/>
                    <a:pt x="359085" y="135730"/>
                    <a:pt x="340509" y="127116"/>
                  </a:cubicBezTo>
                  <a:cubicBezTo>
                    <a:pt x="321933" y="118580"/>
                    <a:pt x="299626" y="114234"/>
                    <a:pt x="273666" y="114234"/>
                  </a:cubicBezTo>
                  <a:cubicBezTo>
                    <a:pt x="251282" y="114234"/>
                    <a:pt x="231773" y="117959"/>
                    <a:pt x="214907" y="125331"/>
                  </a:cubicBezTo>
                  <a:cubicBezTo>
                    <a:pt x="198196" y="132704"/>
                    <a:pt x="183740" y="143180"/>
                    <a:pt x="171770" y="156761"/>
                  </a:cubicBezTo>
                  <a:cubicBezTo>
                    <a:pt x="159801" y="170342"/>
                    <a:pt x="149930" y="187027"/>
                    <a:pt x="142080" y="206739"/>
                  </a:cubicBezTo>
                  <a:cubicBezTo>
                    <a:pt x="134307" y="226528"/>
                    <a:pt x="129022" y="249499"/>
                    <a:pt x="126224" y="275807"/>
                  </a:cubicBezTo>
                  <a:lnTo>
                    <a:pt x="425772" y="275807"/>
                  </a:lnTo>
                  <a:close/>
                  <a:moveTo>
                    <a:pt x="553473" y="322447"/>
                  </a:moveTo>
                  <a:cubicBezTo>
                    <a:pt x="553473" y="334010"/>
                    <a:pt x="553084" y="344797"/>
                    <a:pt x="552229" y="354731"/>
                  </a:cubicBezTo>
                  <a:cubicBezTo>
                    <a:pt x="551452" y="364742"/>
                    <a:pt x="550597" y="373045"/>
                    <a:pt x="549820" y="379797"/>
                  </a:cubicBezTo>
                  <a:lnTo>
                    <a:pt x="123892" y="379797"/>
                  </a:lnTo>
                  <a:cubicBezTo>
                    <a:pt x="127468" y="410916"/>
                    <a:pt x="134307" y="437535"/>
                    <a:pt x="144256" y="459652"/>
                  </a:cubicBezTo>
                  <a:cubicBezTo>
                    <a:pt x="154205" y="481769"/>
                    <a:pt x="166407" y="500006"/>
                    <a:pt x="180786" y="514363"/>
                  </a:cubicBezTo>
                  <a:cubicBezTo>
                    <a:pt x="195165" y="528720"/>
                    <a:pt x="211487" y="539274"/>
                    <a:pt x="229675" y="546104"/>
                  </a:cubicBezTo>
                  <a:cubicBezTo>
                    <a:pt x="247862" y="552933"/>
                    <a:pt x="266671" y="556270"/>
                    <a:pt x="286258" y="556270"/>
                  </a:cubicBezTo>
                  <a:cubicBezTo>
                    <a:pt x="300248" y="556270"/>
                    <a:pt x="313383" y="555106"/>
                    <a:pt x="325819" y="552700"/>
                  </a:cubicBezTo>
                  <a:cubicBezTo>
                    <a:pt x="338177" y="550294"/>
                    <a:pt x="350069" y="546724"/>
                    <a:pt x="361494" y="541913"/>
                  </a:cubicBezTo>
                  <a:cubicBezTo>
                    <a:pt x="372920" y="537101"/>
                    <a:pt x="382946" y="532290"/>
                    <a:pt x="391807" y="527246"/>
                  </a:cubicBezTo>
                  <a:cubicBezTo>
                    <a:pt x="400590" y="522279"/>
                    <a:pt x="411937" y="514751"/>
                    <a:pt x="425928" y="504818"/>
                  </a:cubicBezTo>
                  <a:lnTo>
                    <a:pt x="500853" y="585604"/>
                  </a:lnTo>
                  <a:cubicBezTo>
                    <a:pt x="484842" y="600737"/>
                    <a:pt x="469609" y="612999"/>
                    <a:pt x="454997" y="622389"/>
                  </a:cubicBezTo>
                  <a:cubicBezTo>
                    <a:pt x="440384" y="631779"/>
                    <a:pt x="424684" y="640160"/>
                    <a:pt x="407662" y="647533"/>
                  </a:cubicBezTo>
                  <a:cubicBezTo>
                    <a:pt x="390719" y="654905"/>
                    <a:pt x="371443" y="660570"/>
                    <a:pt x="349836" y="664606"/>
                  </a:cubicBezTo>
                  <a:cubicBezTo>
                    <a:pt x="328307" y="668564"/>
                    <a:pt x="304445" y="670581"/>
                    <a:pt x="278563" y="670581"/>
                  </a:cubicBezTo>
                  <a:cubicBezTo>
                    <a:pt x="250583" y="670581"/>
                    <a:pt x="224467" y="666701"/>
                    <a:pt x="200062" y="658941"/>
                  </a:cubicBezTo>
                  <a:cubicBezTo>
                    <a:pt x="175734" y="651180"/>
                    <a:pt x="154127" y="641014"/>
                    <a:pt x="135396" y="628442"/>
                  </a:cubicBezTo>
                  <a:cubicBezTo>
                    <a:pt x="116586" y="615870"/>
                    <a:pt x="99720" y="601513"/>
                    <a:pt x="84797" y="585372"/>
                  </a:cubicBezTo>
                  <a:cubicBezTo>
                    <a:pt x="69796" y="569230"/>
                    <a:pt x="55573" y="548509"/>
                    <a:pt x="41971" y="523133"/>
                  </a:cubicBezTo>
                  <a:cubicBezTo>
                    <a:pt x="28369" y="497834"/>
                    <a:pt x="18032" y="469508"/>
                    <a:pt x="10804" y="438233"/>
                  </a:cubicBezTo>
                  <a:cubicBezTo>
                    <a:pt x="3575" y="406959"/>
                    <a:pt x="0" y="372735"/>
                    <a:pt x="0" y="335640"/>
                  </a:cubicBezTo>
                  <a:cubicBezTo>
                    <a:pt x="0" y="281394"/>
                    <a:pt x="6918" y="233357"/>
                    <a:pt x="20675" y="191450"/>
                  </a:cubicBezTo>
                  <a:cubicBezTo>
                    <a:pt x="34432" y="149622"/>
                    <a:pt x="53708" y="114467"/>
                    <a:pt x="78502" y="86141"/>
                  </a:cubicBezTo>
                  <a:cubicBezTo>
                    <a:pt x="103296" y="57815"/>
                    <a:pt x="132986" y="36396"/>
                    <a:pt x="167729" y="21884"/>
                  </a:cubicBezTo>
                  <a:cubicBezTo>
                    <a:pt x="202549" y="7295"/>
                    <a:pt x="240634" y="0"/>
                    <a:pt x="282139" y="0"/>
                  </a:cubicBezTo>
                  <a:cubicBezTo>
                    <a:pt x="328073" y="0"/>
                    <a:pt x="368023" y="8692"/>
                    <a:pt x="401989" y="26075"/>
                  </a:cubicBezTo>
                  <a:cubicBezTo>
                    <a:pt x="435954" y="43381"/>
                    <a:pt x="464090" y="66740"/>
                    <a:pt x="486475" y="96074"/>
                  </a:cubicBezTo>
                  <a:cubicBezTo>
                    <a:pt x="508859" y="125409"/>
                    <a:pt x="525570" y="159633"/>
                    <a:pt x="536762" y="198668"/>
                  </a:cubicBezTo>
                  <a:cubicBezTo>
                    <a:pt x="547954" y="237780"/>
                    <a:pt x="553551" y="278988"/>
                    <a:pt x="553551" y="322447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657BB86-7DFA-3A66-9DA1-B3DFD2DFA1CE}"/>
                </a:ext>
              </a:extLst>
            </p:cNvPr>
            <p:cNvSpPr/>
            <p:nvPr/>
          </p:nvSpPr>
          <p:spPr bwMode="invGray">
            <a:xfrm>
              <a:off x="7297884" y="3191752"/>
              <a:ext cx="517719" cy="656845"/>
            </a:xfrm>
            <a:custGeom>
              <a:avLst/>
              <a:gdLst>
                <a:gd name="connsiteX0" fmla="*/ 391262 w 517719"/>
                <a:gd name="connsiteY0" fmla="*/ 656690 h 656845"/>
                <a:gd name="connsiteX1" fmla="*/ 391262 w 517719"/>
                <a:gd name="connsiteY1" fmla="*/ 293035 h 656845"/>
                <a:gd name="connsiteX2" fmla="*/ 360095 w 517719"/>
                <a:gd name="connsiteY2" fmla="*/ 161107 h 656845"/>
                <a:gd name="connsiteX3" fmla="*/ 258821 w 517719"/>
                <a:gd name="connsiteY3" fmla="*/ 116562 h 656845"/>
                <a:gd name="connsiteX4" fmla="*/ 202471 w 517719"/>
                <a:gd name="connsiteY4" fmla="*/ 127349 h 656845"/>
                <a:gd name="connsiteX5" fmla="*/ 159334 w 517719"/>
                <a:gd name="connsiteY5" fmla="*/ 160874 h 656845"/>
                <a:gd name="connsiteX6" fmla="*/ 134152 w 517719"/>
                <a:gd name="connsiteY6" fmla="*/ 214421 h 656845"/>
                <a:gd name="connsiteX7" fmla="*/ 126379 w 517719"/>
                <a:gd name="connsiteY7" fmla="*/ 280541 h 656845"/>
                <a:gd name="connsiteX8" fmla="*/ 126379 w 517719"/>
                <a:gd name="connsiteY8" fmla="*/ 656768 h 656845"/>
                <a:gd name="connsiteX9" fmla="*/ 0 w 517719"/>
                <a:gd name="connsiteY9" fmla="*/ 656768 h 656845"/>
                <a:gd name="connsiteX10" fmla="*/ 0 w 517719"/>
                <a:gd name="connsiteY10" fmla="*/ 13736 h 656845"/>
                <a:gd name="connsiteX11" fmla="*/ 126379 w 517719"/>
                <a:gd name="connsiteY11" fmla="*/ 13736 h 656845"/>
                <a:gd name="connsiteX12" fmla="*/ 126379 w 517719"/>
                <a:gd name="connsiteY12" fmla="*/ 74733 h 656845"/>
                <a:gd name="connsiteX13" fmla="*/ 155759 w 517719"/>
                <a:gd name="connsiteY13" fmla="*/ 43381 h 656845"/>
                <a:gd name="connsiteX14" fmla="*/ 194154 w 517719"/>
                <a:gd name="connsiteY14" fmla="*/ 19789 h 656845"/>
                <a:gd name="connsiteX15" fmla="*/ 239079 w 517719"/>
                <a:gd name="connsiteY15" fmla="*/ 5122 h 656845"/>
                <a:gd name="connsiteX16" fmla="*/ 288201 w 517719"/>
                <a:gd name="connsiteY16" fmla="*/ 0 h 656845"/>
                <a:gd name="connsiteX17" fmla="*/ 389164 w 517719"/>
                <a:gd name="connsiteY17" fmla="*/ 18858 h 656845"/>
                <a:gd name="connsiteX18" fmla="*/ 460515 w 517719"/>
                <a:gd name="connsiteY18" fmla="*/ 73026 h 656845"/>
                <a:gd name="connsiteX19" fmla="*/ 503341 w 517719"/>
                <a:gd name="connsiteY19" fmla="*/ 162194 h 656845"/>
                <a:gd name="connsiteX20" fmla="*/ 517719 w 517719"/>
                <a:gd name="connsiteY20" fmla="*/ 288379 h 656845"/>
                <a:gd name="connsiteX21" fmla="*/ 517719 w 517719"/>
                <a:gd name="connsiteY21" fmla="*/ 656845 h 656845"/>
                <a:gd name="connsiteX22" fmla="*/ 391262 w 517719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719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471" y="127349"/>
                  </a:cubicBezTo>
                  <a:cubicBezTo>
                    <a:pt x="185294" y="134566"/>
                    <a:pt x="170915" y="145664"/>
                    <a:pt x="159334" y="160874"/>
                  </a:cubicBezTo>
                  <a:cubicBezTo>
                    <a:pt x="147753" y="176007"/>
                    <a:pt x="139359" y="193856"/>
                    <a:pt x="134152" y="214421"/>
                  </a:cubicBezTo>
                  <a:cubicBezTo>
                    <a:pt x="128944" y="234987"/>
                    <a:pt x="126379" y="257027"/>
                    <a:pt x="126379" y="280541"/>
                  </a:cubicBezTo>
                  <a:lnTo>
                    <a:pt x="126379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379" y="13736"/>
                  </a:lnTo>
                  <a:lnTo>
                    <a:pt x="126379" y="74733"/>
                  </a:lnTo>
                  <a:cubicBezTo>
                    <a:pt x="134385" y="63170"/>
                    <a:pt x="144178" y="52693"/>
                    <a:pt x="155759" y="43381"/>
                  </a:cubicBezTo>
                  <a:cubicBezTo>
                    <a:pt x="167340" y="33991"/>
                    <a:pt x="180086" y="26153"/>
                    <a:pt x="194154" y="19789"/>
                  </a:cubicBezTo>
                  <a:cubicBezTo>
                    <a:pt x="208067" y="13426"/>
                    <a:pt x="223068" y="8537"/>
                    <a:pt x="239079" y="5122"/>
                  </a:cubicBezTo>
                  <a:cubicBezTo>
                    <a:pt x="255090" y="1707"/>
                    <a:pt x="271412" y="0"/>
                    <a:pt x="288201" y="0"/>
                  </a:cubicBezTo>
                  <a:cubicBezTo>
                    <a:pt x="326907" y="0"/>
                    <a:pt x="360562" y="6286"/>
                    <a:pt x="389164" y="18858"/>
                  </a:cubicBezTo>
                  <a:cubicBezTo>
                    <a:pt x="417767" y="31430"/>
                    <a:pt x="441472" y="49434"/>
                    <a:pt x="460515" y="73026"/>
                  </a:cubicBezTo>
                  <a:cubicBezTo>
                    <a:pt x="479479" y="96540"/>
                    <a:pt x="493703" y="126263"/>
                    <a:pt x="503341" y="162194"/>
                  </a:cubicBezTo>
                  <a:cubicBezTo>
                    <a:pt x="512901" y="198125"/>
                    <a:pt x="517719" y="240186"/>
                    <a:pt x="517719" y="288379"/>
                  </a:cubicBezTo>
                  <a:lnTo>
                    <a:pt x="517719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A23A86C-0C22-AB77-C217-2E38D4412E77}"/>
                </a:ext>
              </a:extLst>
            </p:cNvPr>
            <p:cNvSpPr/>
            <p:nvPr/>
          </p:nvSpPr>
          <p:spPr bwMode="invGray">
            <a:xfrm>
              <a:off x="7909572" y="3191752"/>
              <a:ext cx="574457" cy="670503"/>
            </a:xfrm>
            <a:custGeom>
              <a:avLst/>
              <a:gdLst>
                <a:gd name="connsiteX0" fmla="*/ 446913 w 574457"/>
                <a:gd name="connsiteY0" fmla="*/ 335485 h 670503"/>
                <a:gd name="connsiteX1" fmla="*/ 435487 w 574457"/>
                <a:gd name="connsiteY1" fmla="*/ 246628 h 670503"/>
                <a:gd name="connsiteX2" fmla="*/ 402843 w 574457"/>
                <a:gd name="connsiteY2" fmla="*/ 178724 h 670503"/>
                <a:gd name="connsiteX3" fmla="*/ 351001 w 574457"/>
                <a:gd name="connsiteY3" fmla="*/ 135342 h 670503"/>
                <a:gd name="connsiteX4" fmla="*/ 282138 w 574457"/>
                <a:gd name="connsiteY4" fmla="*/ 120132 h 670503"/>
                <a:gd name="connsiteX5" fmla="*/ 217705 w 574457"/>
                <a:gd name="connsiteY5" fmla="*/ 135342 h 670503"/>
                <a:gd name="connsiteX6" fmla="*/ 169205 w 574457"/>
                <a:gd name="connsiteY6" fmla="*/ 178413 h 670503"/>
                <a:gd name="connsiteX7" fmla="*/ 138349 w 574457"/>
                <a:gd name="connsiteY7" fmla="*/ 245153 h 670503"/>
                <a:gd name="connsiteX8" fmla="*/ 127623 w 574457"/>
                <a:gd name="connsiteY8" fmla="*/ 331837 h 670503"/>
                <a:gd name="connsiteX9" fmla="*/ 139281 w 574457"/>
                <a:gd name="connsiteY9" fmla="*/ 425739 h 670503"/>
                <a:gd name="connsiteX10" fmla="*/ 172236 w 574457"/>
                <a:gd name="connsiteY10" fmla="*/ 493953 h 670503"/>
                <a:gd name="connsiteX11" fmla="*/ 223145 w 574457"/>
                <a:gd name="connsiteY11" fmla="*/ 535782 h 670503"/>
                <a:gd name="connsiteX12" fmla="*/ 288744 w 574457"/>
                <a:gd name="connsiteY12" fmla="*/ 550139 h 670503"/>
                <a:gd name="connsiteX13" fmla="*/ 353722 w 574457"/>
                <a:gd name="connsiteY13" fmla="*/ 533066 h 670503"/>
                <a:gd name="connsiteX14" fmla="*/ 403465 w 574457"/>
                <a:gd name="connsiteY14" fmla="*/ 486969 h 670503"/>
                <a:gd name="connsiteX15" fmla="*/ 435487 w 574457"/>
                <a:gd name="connsiteY15" fmla="*/ 418755 h 670503"/>
                <a:gd name="connsiteX16" fmla="*/ 446913 w 574457"/>
                <a:gd name="connsiteY16" fmla="*/ 335330 h 670503"/>
                <a:gd name="connsiteX17" fmla="*/ 574458 w 574457"/>
                <a:gd name="connsiteY17" fmla="*/ 331915 h 670503"/>
                <a:gd name="connsiteX18" fmla="*/ 552307 w 574457"/>
                <a:gd name="connsiteY18" fmla="*/ 474863 h 670503"/>
                <a:gd name="connsiteX19" fmla="*/ 491216 w 574457"/>
                <a:gd name="connsiteY19" fmla="*/ 581336 h 670503"/>
                <a:gd name="connsiteX20" fmla="*/ 398957 w 574457"/>
                <a:gd name="connsiteY20" fmla="*/ 647766 h 670503"/>
                <a:gd name="connsiteX21" fmla="*/ 283926 w 574457"/>
                <a:gd name="connsiteY21" fmla="*/ 670504 h 670503"/>
                <a:gd name="connsiteX22" fmla="*/ 170993 w 574457"/>
                <a:gd name="connsiteY22" fmla="*/ 646602 h 670503"/>
                <a:gd name="connsiteX23" fmla="*/ 81144 w 574457"/>
                <a:gd name="connsiteY23" fmla="*/ 578698 h 670503"/>
                <a:gd name="connsiteX24" fmla="*/ 21529 w 574457"/>
                <a:gd name="connsiteY24" fmla="*/ 472845 h 670503"/>
                <a:gd name="connsiteX25" fmla="*/ 0 w 574457"/>
                <a:gd name="connsiteY25" fmla="*/ 335562 h 670503"/>
                <a:gd name="connsiteX26" fmla="*/ 22151 w 574457"/>
                <a:gd name="connsiteY26" fmla="*/ 194400 h 670503"/>
                <a:gd name="connsiteX27" fmla="*/ 82931 w 574457"/>
                <a:gd name="connsiteY27" fmla="*/ 88857 h 670503"/>
                <a:gd name="connsiteX28" fmla="*/ 174024 w 574457"/>
                <a:gd name="connsiteY28" fmla="*/ 22738 h 670503"/>
                <a:gd name="connsiteX29" fmla="*/ 287579 w 574457"/>
                <a:gd name="connsiteY29" fmla="*/ 0 h 670503"/>
                <a:gd name="connsiteX30" fmla="*/ 401678 w 574457"/>
                <a:gd name="connsiteY30" fmla="*/ 23669 h 670503"/>
                <a:gd name="connsiteX31" fmla="*/ 492459 w 574457"/>
                <a:gd name="connsiteY31" fmla="*/ 90642 h 670503"/>
                <a:gd name="connsiteX32" fmla="*/ 552617 w 574457"/>
                <a:gd name="connsiteY32" fmla="*/ 195331 h 670503"/>
                <a:gd name="connsiteX33" fmla="*/ 574458 w 574457"/>
                <a:gd name="connsiteY33" fmla="*/ 33199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74457" h="670503">
                  <a:moveTo>
                    <a:pt x="446913" y="335485"/>
                  </a:moveTo>
                  <a:cubicBezTo>
                    <a:pt x="446913" y="302813"/>
                    <a:pt x="443105" y="273168"/>
                    <a:pt x="435487" y="246628"/>
                  </a:cubicBezTo>
                  <a:cubicBezTo>
                    <a:pt x="427871" y="220164"/>
                    <a:pt x="416989" y="197504"/>
                    <a:pt x="402843" y="178724"/>
                  </a:cubicBezTo>
                  <a:cubicBezTo>
                    <a:pt x="388698" y="160021"/>
                    <a:pt x="371365" y="145509"/>
                    <a:pt x="351001" y="135342"/>
                  </a:cubicBezTo>
                  <a:cubicBezTo>
                    <a:pt x="330638" y="125176"/>
                    <a:pt x="307631" y="120132"/>
                    <a:pt x="282138" y="120132"/>
                  </a:cubicBezTo>
                  <a:cubicBezTo>
                    <a:pt x="258199" y="120132"/>
                    <a:pt x="236670" y="125176"/>
                    <a:pt x="217705" y="135342"/>
                  </a:cubicBezTo>
                  <a:cubicBezTo>
                    <a:pt x="198740" y="145509"/>
                    <a:pt x="182574" y="159866"/>
                    <a:pt x="169205" y="178413"/>
                  </a:cubicBezTo>
                  <a:cubicBezTo>
                    <a:pt x="155837" y="196960"/>
                    <a:pt x="145577" y="219233"/>
                    <a:pt x="138349" y="245153"/>
                  </a:cubicBezTo>
                  <a:cubicBezTo>
                    <a:pt x="131120" y="271073"/>
                    <a:pt x="127623" y="300019"/>
                    <a:pt x="127623" y="331837"/>
                  </a:cubicBezTo>
                  <a:cubicBezTo>
                    <a:pt x="127623" y="367303"/>
                    <a:pt x="131509" y="398655"/>
                    <a:pt x="139281" y="425739"/>
                  </a:cubicBezTo>
                  <a:cubicBezTo>
                    <a:pt x="147054" y="452901"/>
                    <a:pt x="158013" y="475561"/>
                    <a:pt x="172236" y="493953"/>
                  </a:cubicBezTo>
                  <a:cubicBezTo>
                    <a:pt x="186382" y="512268"/>
                    <a:pt x="203404" y="526237"/>
                    <a:pt x="223145" y="535782"/>
                  </a:cubicBezTo>
                  <a:cubicBezTo>
                    <a:pt x="242888" y="545328"/>
                    <a:pt x="264728" y="550139"/>
                    <a:pt x="288744" y="550139"/>
                  </a:cubicBezTo>
                  <a:cubicBezTo>
                    <a:pt x="312761" y="550139"/>
                    <a:pt x="334368" y="544474"/>
                    <a:pt x="353722" y="533066"/>
                  </a:cubicBezTo>
                  <a:cubicBezTo>
                    <a:pt x="373075" y="521658"/>
                    <a:pt x="389708" y="506293"/>
                    <a:pt x="403465" y="486969"/>
                  </a:cubicBezTo>
                  <a:cubicBezTo>
                    <a:pt x="417222" y="467645"/>
                    <a:pt x="427948" y="444907"/>
                    <a:pt x="435487" y="418755"/>
                  </a:cubicBezTo>
                  <a:cubicBezTo>
                    <a:pt x="443027" y="392602"/>
                    <a:pt x="446913" y="364819"/>
                    <a:pt x="446913" y="335330"/>
                  </a:cubicBezTo>
                  <a:moveTo>
                    <a:pt x="574458" y="331915"/>
                  </a:moveTo>
                  <a:cubicBezTo>
                    <a:pt x="574458" y="385384"/>
                    <a:pt x="567074" y="433034"/>
                    <a:pt x="552307" y="474863"/>
                  </a:cubicBezTo>
                  <a:cubicBezTo>
                    <a:pt x="537539" y="516769"/>
                    <a:pt x="517175" y="552234"/>
                    <a:pt x="491216" y="581336"/>
                  </a:cubicBezTo>
                  <a:cubicBezTo>
                    <a:pt x="465256" y="610438"/>
                    <a:pt x="434477" y="632555"/>
                    <a:pt x="398957" y="647766"/>
                  </a:cubicBezTo>
                  <a:cubicBezTo>
                    <a:pt x="363438" y="662899"/>
                    <a:pt x="325042" y="670504"/>
                    <a:pt x="283926" y="670504"/>
                  </a:cubicBezTo>
                  <a:cubicBezTo>
                    <a:pt x="242810" y="670504"/>
                    <a:pt x="205502" y="662511"/>
                    <a:pt x="170993" y="646602"/>
                  </a:cubicBezTo>
                  <a:cubicBezTo>
                    <a:pt x="136483" y="630693"/>
                    <a:pt x="106482" y="608032"/>
                    <a:pt x="81144" y="578698"/>
                  </a:cubicBezTo>
                  <a:cubicBezTo>
                    <a:pt x="55728" y="549363"/>
                    <a:pt x="35908" y="514130"/>
                    <a:pt x="21529" y="472845"/>
                  </a:cubicBezTo>
                  <a:cubicBezTo>
                    <a:pt x="7150" y="431559"/>
                    <a:pt x="0" y="385850"/>
                    <a:pt x="0" y="335562"/>
                  </a:cubicBezTo>
                  <a:cubicBezTo>
                    <a:pt x="0" y="285275"/>
                    <a:pt x="7384" y="235840"/>
                    <a:pt x="22151" y="194400"/>
                  </a:cubicBezTo>
                  <a:cubicBezTo>
                    <a:pt x="36919" y="152959"/>
                    <a:pt x="57205" y="117726"/>
                    <a:pt x="82931" y="88857"/>
                  </a:cubicBezTo>
                  <a:cubicBezTo>
                    <a:pt x="108658" y="59988"/>
                    <a:pt x="139048" y="37949"/>
                    <a:pt x="174024" y="22738"/>
                  </a:cubicBezTo>
                  <a:cubicBezTo>
                    <a:pt x="208999" y="7605"/>
                    <a:pt x="246774" y="0"/>
                    <a:pt x="287579" y="0"/>
                  </a:cubicBezTo>
                  <a:cubicBezTo>
                    <a:pt x="328384" y="0"/>
                    <a:pt x="366702" y="7916"/>
                    <a:pt x="401678" y="23669"/>
                  </a:cubicBezTo>
                  <a:cubicBezTo>
                    <a:pt x="436653" y="39423"/>
                    <a:pt x="466888" y="61773"/>
                    <a:pt x="492459" y="90642"/>
                  </a:cubicBezTo>
                  <a:cubicBezTo>
                    <a:pt x="518030" y="119589"/>
                    <a:pt x="538083" y="154433"/>
                    <a:pt x="552617" y="195331"/>
                  </a:cubicBezTo>
                  <a:cubicBezTo>
                    <a:pt x="567152" y="236151"/>
                    <a:pt x="574458" y="281782"/>
                    <a:pt x="574458" y="331993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3E1B27AC-63C3-E2EA-41F4-1FCF2F9A979A}"/>
                </a:ext>
              </a:extLst>
            </p:cNvPr>
            <p:cNvSpPr/>
            <p:nvPr/>
          </p:nvSpPr>
          <p:spPr bwMode="invGray">
            <a:xfrm>
              <a:off x="8577920" y="3191752"/>
              <a:ext cx="517641" cy="656845"/>
            </a:xfrm>
            <a:custGeom>
              <a:avLst/>
              <a:gdLst>
                <a:gd name="connsiteX0" fmla="*/ 391262 w 517641"/>
                <a:gd name="connsiteY0" fmla="*/ 656690 h 656845"/>
                <a:gd name="connsiteX1" fmla="*/ 391262 w 517641"/>
                <a:gd name="connsiteY1" fmla="*/ 293035 h 656845"/>
                <a:gd name="connsiteX2" fmla="*/ 360095 w 517641"/>
                <a:gd name="connsiteY2" fmla="*/ 161107 h 656845"/>
                <a:gd name="connsiteX3" fmla="*/ 258821 w 517641"/>
                <a:gd name="connsiteY3" fmla="*/ 116562 h 656845"/>
                <a:gd name="connsiteX4" fmla="*/ 202549 w 517641"/>
                <a:gd name="connsiteY4" fmla="*/ 127349 h 656845"/>
                <a:gd name="connsiteX5" fmla="*/ 159412 w 517641"/>
                <a:gd name="connsiteY5" fmla="*/ 160874 h 656845"/>
                <a:gd name="connsiteX6" fmla="*/ 134230 w 517641"/>
                <a:gd name="connsiteY6" fmla="*/ 214421 h 656845"/>
                <a:gd name="connsiteX7" fmla="*/ 126457 w 517641"/>
                <a:gd name="connsiteY7" fmla="*/ 280541 h 656845"/>
                <a:gd name="connsiteX8" fmla="*/ 126457 w 517641"/>
                <a:gd name="connsiteY8" fmla="*/ 656768 h 656845"/>
                <a:gd name="connsiteX9" fmla="*/ 0 w 517641"/>
                <a:gd name="connsiteY9" fmla="*/ 656768 h 656845"/>
                <a:gd name="connsiteX10" fmla="*/ 0 w 517641"/>
                <a:gd name="connsiteY10" fmla="*/ 13736 h 656845"/>
                <a:gd name="connsiteX11" fmla="*/ 126457 w 517641"/>
                <a:gd name="connsiteY11" fmla="*/ 13736 h 656845"/>
                <a:gd name="connsiteX12" fmla="*/ 126457 w 517641"/>
                <a:gd name="connsiteY12" fmla="*/ 74733 h 656845"/>
                <a:gd name="connsiteX13" fmla="*/ 155837 w 517641"/>
                <a:gd name="connsiteY13" fmla="*/ 43381 h 656845"/>
                <a:gd name="connsiteX14" fmla="*/ 194154 w 517641"/>
                <a:gd name="connsiteY14" fmla="*/ 19789 h 656845"/>
                <a:gd name="connsiteX15" fmla="*/ 239079 w 517641"/>
                <a:gd name="connsiteY15" fmla="*/ 5122 h 656845"/>
                <a:gd name="connsiteX16" fmla="*/ 288201 w 517641"/>
                <a:gd name="connsiteY16" fmla="*/ 0 h 656845"/>
                <a:gd name="connsiteX17" fmla="*/ 389164 w 517641"/>
                <a:gd name="connsiteY17" fmla="*/ 18858 h 656845"/>
                <a:gd name="connsiteX18" fmla="*/ 460437 w 517641"/>
                <a:gd name="connsiteY18" fmla="*/ 73026 h 656845"/>
                <a:gd name="connsiteX19" fmla="*/ 503263 w 517641"/>
                <a:gd name="connsiteY19" fmla="*/ 162194 h 656845"/>
                <a:gd name="connsiteX20" fmla="*/ 517642 w 517641"/>
                <a:gd name="connsiteY20" fmla="*/ 288379 h 656845"/>
                <a:gd name="connsiteX21" fmla="*/ 517642 w 517641"/>
                <a:gd name="connsiteY21" fmla="*/ 656845 h 656845"/>
                <a:gd name="connsiteX22" fmla="*/ 391262 w 517641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1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549" y="127349"/>
                  </a:cubicBezTo>
                  <a:cubicBezTo>
                    <a:pt x="185372" y="134566"/>
                    <a:pt x="170993" y="145664"/>
                    <a:pt x="159412" y="160874"/>
                  </a:cubicBezTo>
                  <a:cubicBezTo>
                    <a:pt x="147831" y="176007"/>
                    <a:pt x="139437" y="193856"/>
                    <a:pt x="134230" y="214421"/>
                  </a:cubicBezTo>
                  <a:cubicBezTo>
                    <a:pt x="129022" y="234987"/>
                    <a:pt x="126457" y="257027"/>
                    <a:pt x="126457" y="280541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4462" y="63170"/>
                    <a:pt x="144178" y="52693"/>
                    <a:pt x="155837" y="43381"/>
                  </a:cubicBezTo>
                  <a:cubicBezTo>
                    <a:pt x="167417" y="33991"/>
                    <a:pt x="180164" y="26153"/>
                    <a:pt x="194154" y="19789"/>
                  </a:cubicBezTo>
                  <a:cubicBezTo>
                    <a:pt x="208145" y="13426"/>
                    <a:pt x="223146" y="8537"/>
                    <a:pt x="239079" y="5122"/>
                  </a:cubicBezTo>
                  <a:cubicBezTo>
                    <a:pt x="255012" y="1707"/>
                    <a:pt x="271412" y="0"/>
                    <a:pt x="288201" y="0"/>
                  </a:cubicBezTo>
                  <a:cubicBezTo>
                    <a:pt x="326985" y="0"/>
                    <a:pt x="360562" y="6286"/>
                    <a:pt x="389164" y="18858"/>
                  </a:cubicBezTo>
                  <a:cubicBezTo>
                    <a:pt x="417689" y="31430"/>
                    <a:pt x="441472" y="49434"/>
                    <a:pt x="460437" y="73026"/>
                  </a:cubicBezTo>
                  <a:cubicBezTo>
                    <a:pt x="479402" y="96540"/>
                    <a:pt x="493703" y="126263"/>
                    <a:pt x="503263" y="162194"/>
                  </a:cubicBezTo>
                  <a:cubicBezTo>
                    <a:pt x="512823" y="198125"/>
                    <a:pt x="517642" y="240186"/>
                    <a:pt x="517642" y="288379"/>
                  </a:cubicBezTo>
                  <a:lnTo>
                    <a:pt x="517642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A0F4A27E-3CF3-41AC-8382-8551E0A7E569}"/>
                </a:ext>
              </a:extLst>
            </p:cNvPr>
            <p:cNvSpPr/>
            <p:nvPr/>
          </p:nvSpPr>
          <p:spPr bwMode="invGray">
            <a:xfrm>
              <a:off x="1333500" y="1365250"/>
              <a:ext cx="2432217" cy="886244"/>
            </a:xfrm>
            <a:custGeom>
              <a:avLst/>
              <a:gdLst>
                <a:gd name="connsiteX0" fmla="*/ 2431984 w 2432217"/>
                <a:gd name="connsiteY0" fmla="*/ 0 h 886244"/>
                <a:gd name="connsiteX1" fmla="*/ 0 w 2432217"/>
                <a:gd name="connsiteY1" fmla="*/ 886245 h 886244"/>
                <a:gd name="connsiteX2" fmla="*/ 2432217 w 2432217"/>
                <a:gd name="connsiteY2" fmla="*/ 457246 h 886244"/>
                <a:gd name="connsiteX3" fmla="*/ 2432217 w 2432217"/>
                <a:gd name="connsiteY3" fmla="*/ 0 h 886244"/>
                <a:gd name="connsiteX4" fmla="*/ 2431984 w 2432217"/>
                <a:gd name="connsiteY4" fmla="*/ 0 h 886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2217" h="886244">
                  <a:moveTo>
                    <a:pt x="2431984" y="0"/>
                  </a:moveTo>
                  <a:lnTo>
                    <a:pt x="0" y="886245"/>
                  </a:lnTo>
                  <a:lnTo>
                    <a:pt x="2432217" y="457246"/>
                  </a:lnTo>
                  <a:lnTo>
                    <a:pt x="2432217" y="0"/>
                  </a:lnTo>
                  <a:lnTo>
                    <a:pt x="2431984" y="0"/>
                  </a:lnTo>
                  <a:close/>
                </a:path>
              </a:pathLst>
            </a:custGeom>
            <a:solidFill>
              <a:srgbClr val="FFE600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93223F4B-C2B6-065F-4AB9-A81316243B74}"/>
                </a:ext>
              </a:extLst>
            </p:cNvPr>
            <p:cNvSpPr/>
            <p:nvPr/>
          </p:nvSpPr>
          <p:spPr bwMode="invGray">
            <a:xfrm>
              <a:off x="1354718" y="2619961"/>
              <a:ext cx="2042042" cy="1228558"/>
            </a:xfrm>
            <a:custGeom>
              <a:avLst/>
              <a:gdLst>
                <a:gd name="connsiteX0" fmla="*/ 1639277 w 2042042"/>
                <a:gd name="connsiteY0" fmla="*/ 78 h 1228558"/>
                <a:gd name="connsiteX1" fmla="*/ 1430277 w 2042042"/>
                <a:gd name="connsiteY1" fmla="*/ 400983 h 1228558"/>
                <a:gd name="connsiteX2" fmla="*/ 1221821 w 2042042"/>
                <a:gd name="connsiteY2" fmla="*/ 78 h 1228558"/>
                <a:gd name="connsiteX3" fmla="*/ 813848 w 2042042"/>
                <a:gd name="connsiteY3" fmla="*/ 78 h 1228558"/>
                <a:gd name="connsiteX4" fmla="*/ 1243662 w 2042042"/>
                <a:gd name="connsiteY4" fmla="*/ 743297 h 1228558"/>
                <a:gd name="connsiteX5" fmla="*/ 1243662 w 2042042"/>
                <a:gd name="connsiteY5" fmla="*/ 1228559 h 1228558"/>
                <a:gd name="connsiteX6" fmla="*/ 1611607 w 2042042"/>
                <a:gd name="connsiteY6" fmla="*/ 1228559 h 1228558"/>
                <a:gd name="connsiteX7" fmla="*/ 1611607 w 2042042"/>
                <a:gd name="connsiteY7" fmla="*/ 743297 h 1228558"/>
                <a:gd name="connsiteX8" fmla="*/ 2042043 w 2042042"/>
                <a:gd name="connsiteY8" fmla="*/ 78 h 1228558"/>
                <a:gd name="connsiteX9" fmla="*/ 1639277 w 2042042"/>
                <a:gd name="connsiteY9" fmla="*/ 78 h 1228558"/>
                <a:gd name="connsiteX10" fmla="*/ 0 w 2042042"/>
                <a:gd name="connsiteY10" fmla="*/ 78 h 1228558"/>
                <a:gd name="connsiteX11" fmla="*/ 0 w 2042042"/>
                <a:gd name="connsiteY11" fmla="*/ 1228481 h 1228558"/>
                <a:gd name="connsiteX12" fmla="*/ 984219 w 2042042"/>
                <a:gd name="connsiteY12" fmla="*/ 1228481 h 1228558"/>
                <a:gd name="connsiteX13" fmla="*/ 984219 w 2042042"/>
                <a:gd name="connsiteY13" fmla="*/ 945923 h 1228558"/>
                <a:gd name="connsiteX14" fmla="*/ 369034 w 2042042"/>
                <a:gd name="connsiteY14" fmla="*/ 945923 h 1228558"/>
                <a:gd name="connsiteX15" fmla="*/ 369034 w 2042042"/>
                <a:gd name="connsiteY15" fmla="*/ 743220 h 1228558"/>
                <a:gd name="connsiteX16" fmla="*/ 813848 w 2042042"/>
                <a:gd name="connsiteY16" fmla="*/ 743220 h 1228558"/>
                <a:gd name="connsiteX17" fmla="*/ 813848 w 2042042"/>
                <a:gd name="connsiteY17" fmla="*/ 485339 h 1228558"/>
                <a:gd name="connsiteX18" fmla="*/ 369034 w 2042042"/>
                <a:gd name="connsiteY18" fmla="*/ 485339 h 1228558"/>
                <a:gd name="connsiteX19" fmla="*/ 369034 w 2042042"/>
                <a:gd name="connsiteY19" fmla="*/ 282558 h 1228558"/>
                <a:gd name="connsiteX20" fmla="*/ 861182 w 2042042"/>
                <a:gd name="connsiteY20" fmla="*/ 282558 h 1228558"/>
                <a:gd name="connsiteX21" fmla="*/ 697884 w 2042042"/>
                <a:gd name="connsiteY21" fmla="*/ 0 h 1228558"/>
                <a:gd name="connsiteX22" fmla="*/ 0 w 2042042"/>
                <a:gd name="connsiteY22" fmla="*/ 0 h 122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2042" h="1228558">
                  <a:moveTo>
                    <a:pt x="1639277" y="78"/>
                  </a:moveTo>
                  <a:lnTo>
                    <a:pt x="1430277" y="400983"/>
                  </a:lnTo>
                  <a:lnTo>
                    <a:pt x="1221821" y="78"/>
                  </a:lnTo>
                  <a:lnTo>
                    <a:pt x="813848" y="78"/>
                  </a:lnTo>
                  <a:lnTo>
                    <a:pt x="1243662" y="743297"/>
                  </a:lnTo>
                  <a:lnTo>
                    <a:pt x="1243662" y="1228559"/>
                  </a:lnTo>
                  <a:lnTo>
                    <a:pt x="1611607" y="1228559"/>
                  </a:lnTo>
                  <a:lnTo>
                    <a:pt x="1611607" y="743297"/>
                  </a:lnTo>
                  <a:lnTo>
                    <a:pt x="2042043" y="78"/>
                  </a:lnTo>
                  <a:lnTo>
                    <a:pt x="1639277" y="78"/>
                  </a:lnTo>
                  <a:close/>
                  <a:moveTo>
                    <a:pt x="0" y="78"/>
                  </a:moveTo>
                  <a:lnTo>
                    <a:pt x="0" y="1228481"/>
                  </a:lnTo>
                  <a:lnTo>
                    <a:pt x="984219" y="1228481"/>
                  </a:lnTo>
                  <a:lnTo>
                    <a:pt x="984219" y="945923"/>
                  </a:lnTo>
                  <a:lnTo>
                    <a:pt x="369034" y="945923"/>
                  </a:lnTo>
                  <a:lnTo>
                    <a:pt x="369034" y="743220"/>
                  </a:lnTo>
                  <a:lnTo>
                    <a:pt x="813848" y="743220"/>
                  </a:lnTo>
                  <a:lnTo>
                    <a:pt x="813848" y="485339"/>
                  </a:lnTo>
                  <a:lnTo>
                    <a:pt x="369034" y="485339"/>
                  </a:lnTo>
                  <a:lnTo>
                    <a:pt x="369034" y="282558"/>
                  </a:lnTo>
                  <a:lnTo>
                    <a:pt x="861182" y="282558"/>
                  </a:lnTo>
                  <a:lnTo>
                    <a:pt x="6978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1B03ACE3-2128-1A66-FCA8-76F1E62A9EAD}"/>
                </a:ext>
              </a:extLst>
            </p:cNvPr>
            <p:cNvSpPr/>
            <p:nvPr/>
          </p:nvSpPr>
          <p:spPr bwMode="invGray">
            <a:xfrm>
              <a:off x="5925900" y="4251210"/>
              <a:ext cx="200839" cy="388178"/>
            </a:xfrm>
            <a:custGeom>
              <a:avLst/>
              <a:gdLst>
                <a:gd name="connsiteX0" fmla="*/ 119151 w 200839"/>
                <a:gd name="connsiteY0" fmla="*/ 286749 h 388178"/>
                <a:gd name="connsiteX1" fmla="*/ 119151 w 200839"/>
                <a:gd name="connsiteY1" fmla="*/ 173679 h 388178"/>
                <a:gd name="connsiteX2" fmla="*/ 199751 w 200839"/>
                <a:gd name="connsiteY2" fmla="*/ 173679 h 388178"/>
                <a:gd name="connsiteX3" fmla="*/ 199751 w 200839"/>
                <a:gd name="connsiteY3" fmla="*/ 107250 h 388178"/>
                <a:gd name="connsiteX4" fmla="*/ 119151 w 200839"/>
                <a:gd name="connsiteY4" fmla="*/ 107250 h 388178"/>
                <a:gd name="connsiteX5" fmla="*/ 119151 w 200839"/>
                <a:gd name="connsiteY5" fmla="*/ 0 h 388178"/>
                <a:gd name="connsiteX6" fmla="*/ 47878 w 200839"/>
                <a:gd name="connsiteY6" fmla="*/ 35543 h 388178"/>
                <a:gd name="connsiteX7" fmla="*/ 47878 w 200839"/>
                <a:gd name="connsiteY7" fmla="*/ 107250 h 388178"/>
                <a:gd name="connsiteX8" fmla="*/ 0 w 200839"/>
                <a:gd name="connsiteY8" fmla="*/ 107250 h 388178"/>
                <a:gd name="connsiteX9" fmla="*/ 0 w 200839"/>
                <a:gd name="connsiteY9" fmla="*/ 173679 h 388178"/>
                <a:gd name="connsiteX10" fmla="*/ 47878 w 200839"/>
                <a:gd name="connsiteY10" fmla="*/ 173679 h 388178"/>
                <a:gd name="connsiteX11" fmla="*/ 47878 w 200839"/>
                <a:gd name="connsiteY11" fmla="*/ 305995 h 388178"/>
                <a:gd name="connsiteX12" fmla="*/ 122027 w 200839"/>
                <a:gd name="connsiteY12" fmla="*/ 388178 h 388178"/>
                <a:gd name="connsiteX13" fmla="*/ 190346 w 200839"/>
                <a:gd name="connsiteY13" fmla="*/ 371260 h 388178"/>
                <a:gd name="connsiteX14" fmla="*/ 200839 w 200839"/>
                <a:gd name="connsiteY14" fmla="*/ 299554 h 388178"/>
                <a:gd name="connsiteX15" fmla="*/ 145344 w 200839"/>
                <a:gd name="connsiteY15" fmla="*/ 319964 h 388178"/>
                <a:gd name="connsiteX16" fmla="*/ 119073 w 200839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9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1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10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31BB9706-9BFC-1AB2-E8F7-367F7A1E5BE1}"/>
                </a:ext>
              </a:extLst>
            </p:cNvPr>
            <p:cNvSpPr/>
            <p:nvPr/>
          </p:nvSpPr>
          <p:spPr bwMode="invGray">
            <a:xfrm>
              <a:off x="4293307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CD2C29DE-ECA2-1508-77EA-11B288DBB0F6}"/>
                </a:ext>
              </a:extLst>
            </p:cNvPr>
            <p:cNvSpPr/>
            <p:nvPr/>
          </p:nvSpPr>
          <p:spPr bwMode="invGray">
            <a:xfrm>
              <a:off x="617057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2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79 w 238379"/>
                <a:gd name="connsiteY10" fmla="*/ 382436 h 382435"/>
                <a:gd name="connsiteX11" fmla="*/ 238379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2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79" y="382436"/>
                  </a:lnTo>
                  <a:lnTo>
                    <a:pt x="238379" y="226761"/>
                  </a:lnTo>
                  <a:cubicBezTo>
                    <a:pt x="238379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741B91B7-6702-9BE8-44C3-9381B868655E}"/>
                </a:ext>
              </a:extLst>
            </p:cNvPr>
            <p:cNvSpPr/>
            <p:nvPr/>
          </p:nvSpPr>
          <p:spPr bwMode="invGray">
            <a:xfrm>
              <a:off x="167820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AD88697F-9BEF-1B60-6FF1-6443AFAF89CF}"/>
                </a:ext>
              </a:extLst>
            </p:cNvPr>
            <p:cNvSpPr/>
            <p:nvPr/>
          </p:nvSpPr>
          <p:spPr bwMode="invGray">
            <a:xfrm>
              <a:off x="2898939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8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3214D5D5-7C3A-CECF-4F02-1C49B923065B}"/>
                </a:ext>
              </a:extLst>
            </p:cNvPr>
            <p:cNvSpPr/>
            <p:nvPr/>
          </p:nvSpPr>
          <p:spPr bwMode="invGray">
            <a:xfrm>
              <a:off x="3143614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7A7675F-6EA4-CEDE-3815-068E0A4F529D}"/>
                </a:ext>
              </a:extLst>
            </p:cNvPr>
            <p:cNvSpPr/>
            <p:nvPr/>
          </p:nvSpPr>
          <p:spPr bwMode="invGray">
            <a:xfrm>
              <a:off x="2242171" y="4352251"/>
              <a:ext cx="237602" cy="382513"/>
            </a:xfrm>
            <a:custGeom>
              <a:avLst/>
              <a:gdLst>
                <a:gd name="connsiteX0" fmla="*/ 131354 w 237602"/>
                <a:gd name="connsiteY0" fmla="*/ 0 h 382513"/>
                <a:gd name="connsiteX1" fmla="*/ 68863 w 237602"/>
                <a:gd name="connsiteY1" fmla="*/ 24523 h 382513"/>
                <a:gd name="connsiteX2" fmla="*/ 68863 w 237602"/>
                <a:gd name="connsiteY2" fmla="*/ 5898 h 382513"/>
                <a:gd name="connsiteX3" fmla="*/ 0 w 237602"/>
                <a:gd name="connsiteY3" fmla="*/ 5898 h 382513"/>
                <a:gd name="connsiteX4" fmla="*/ 0 w 237602"/>
                <a:gd name="connsiteY4" fmla="*/ 382513 h 382513"/>
                <a:gd name="connsiteX5" fmla="*/ 68863 w 237602"/>
                <a:gd name="connsiteY5" fmla="*/ 348134 h 382513"/>
                <a:gd name="connsiteX6" fmla="*/ 68863 w 237602"/>
                <a:gd name="connsiteY6" fmla="*/ 264166 h 382513"/>
                <a:gd name="connsiteX7" fmla="*/ 130188 w 237602"/>
                <a:gd name="connsiteY7" fmla="*/ 286904 h 382513"/>
                <a:gd name="connsiteX8" fmla="*/ 237602 w 237602"/>
                <a:gd name="connsiteY8" fmla="*/ 144034 h 382513"/>
                <a:gd name="connsiteX9" fmla="*/ 131354 w 237602"/>
                <a:gd name="connsiteY9" fmla="*/ 0 h 382513"/>
                <a:gd name="connsiteX10" fmla="*/ 118529 w 237602"/>
                <a:gd name="connsiteY10" fmla="*/ 220940 h 382513"/>
                <a:gd name="connsiteX11" fmla="*/ 68863 w 237602"/>
                <a:gd name="connsiteY11" fmla="*/ 195874 h 382513"/>
                <a:gd name="connsiteX12" fmla="*/ 68863 w 237602"/>
                <a:gd name="connsiteY12" fmla="*/ 90953 h 382513"/>
                <a:gd name="connsiteX13" fmla="*/ 114410 w 237602"/>
                <a:gd name="connsiteY13" fmla="*/ 66430 h 382513"/>
                <a:gd name="connsiteX14" fmla="*/ 166407 w 237602"/>
                <a:gd name="connsiteY14" fmla="*/ 147449 h 382513"/>
                <a:gd name="connsiteX15" fmla="*/ 118529 w 237602"/>
                <a:gd name="connsiteY15" fmla="*/ 220940 h 382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7602" h="382513">
                  <a:moveTo>
                    <a:pt x="131354" y="0"/>
                  </a:moveTo>
                  <a:cubicBezTo>
                    <a:pt x="105627" y="0"/>
                    <a:pt x="86973" y="8149"/>
                    <a:pt x="68863" y="24523"/>
                  </a:cubicBezTo>
                  <a:lnTo>
                    <a:pt x="68863" y="5898"/>
                  </a:lnTo>
                  <a:lnTo>
                    <a:pt x="0" y="5898"/>
                  </a:lnTo>
                  <a:lnTo>
                    <a:pt x="0" y="382513"/>
                  </a:lnTo>
                  <a:lnTo>
                    <a:pt x="68863" y="348134"/>
                  </a:lnTo>
                  <a:lnTo>
                    <a:pt x="68863" y="264166"/>
                  </a:lnTo>
                  <a:cubicBezTo>
                    <a:pt x="81144" y="275807"/>
                    <a:pt x="99798" y="286904"/>
                    <a:pt x="130188" y="286904"/>
                  </a:cubicBezTo>
                  <a:cubicBezTo>
                    <a:pt x="208456" y="286904"/>
                    <a:pt x="237602" y="214577"/>
                    <a:pt x="237602" y="144034"/>
                  </a:cubicBezTo>
                  <a:cubicBezTo>
                    <a:pt x="237602" y="70000"/>
                    <a:pt x="205502" y="0"/>
                    <a:pt x="131354" y="0"/>
                  </a:cubicBezTo>
                  <a:close/>
                  <a:moveTo>
                    <a:pt x="118529" y="220940"/>
                  </a:moveTo>
                  <a:cubicBezTo>
                    <a:pt x="98709" y="220940"/>
                    <a:pt x="79978" y="211628"/>
                    <a:pt x="68863" y="195874"/>
                  </a:cubicBezTo>
                  <a:lnTo>
                    <a:pt x="68863" y="90953"/>
                  </a:lnTo>
                  <a:cubicBezTo>
                    <a:pt x="79978" y="75199"/>
                    <a:pt x="95134" y="66430"/>
                    <a:pt x="114410" y="66430"/>
                  </a:cubicBezTo>
                  <a:cubicBezTo>
                    <a:pt x="155837" y="66430"/>
                    <a:pt x="166407" y="107250"/>
                    <a:pt x="166407" y="147449"/>
                  </a:cubicBezTo>
                  <a:cubicBezTo>
                    <a:pt x="166407" y="187648"/>
                    <a:pt x="157080" y="220940"/>
                    <a:pt x="118529" y="22094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1750E06A-1EA2-93C7-6088-D3465A46EFDC}"/>
                </a:ext>
              </a:extLst>
            </p:cNvPr>
            <p:cNvSpPr/>
            <p:nvPr/>
          </p:nvSpPr>
          <p:spPr bwMode="invGray">
            <a:xfrm>
              <a:off x="1958323" y="4352251"/>
              <a:ext cx="230063" cy="286826"/>
            </a:xfrm>
            <a:custGeom>
              <a:avLst/>
              <a:gdLst>
                <a:gd name="connsiteX0" fmla="*/ 230063 w 230063"/>
                <a:gd name="connsiteY0" fmla="*/ 281006 h 286826"/>
                <a:gd name="connsiteX1" fmla="*/ 230063 w 230063"/>
                <a:gd name="connsiteY1" fmla="*/ 96230 h 286826"/>
                <a:gd name="connsiteX2" fmla="*/ 117985 w 230063"/>
                <a:gd name="connsiteY2" fmla="*/ 0 h 286826"/>
                <a:gd name="connsiteX3" fmla="*/ 22773 w 230063"/>
                <a:gd name="connsiteY3" fmla="*/ 28015 h 286826"/>
                <a:gd name="connsiteX4" fmla="*/ 50210 w 230063"/>
                <a:gd name="connsiteY4" fmla="*/ 76984 h 286826"/>
                <a:gd name="connsiteX5" fmla="*/ 113866 w 230063"/>
                <a:gd name="connsiteY5" fmla="*/ 58902 h 286826"/>
                <a:gd name="connsiteX6" fmla="*/ 161122 w 230063"/>
                <a:gd name="connsiteY6" fmla="*/ 95066 h 286826"/>
                <a:gd name="connsiteX7" fmla="*/ 161122 w 230063"/>
                <a:gd name="connsiteY7" fmla="*/ 109655 h 286826"/>
                <a:gd name="connsiteX8" fmla="*/ 107415 w 230063"/>
                <a:gd name="connsiteY8" fmla="*/ 98558 h 286826"/>
                <a:gd name="connsiteX9" fmla="*/ 0 w 230063"/>
                <a:gd name="connsiteY9" fmla="*/ 191218 h 286826"/>
                <a:gd name="connsiteX10" fmla="*/ 96922 w 230063"/>
                <a:gd name="connsiteY10" fmla="*/ 286827 h 286826"/>
                <a:gd name="connsiteX11" fmla="*/ 161122 w 230063"/>
                <a:gd name="connsiteY11" fmla="*/ 261760 h 286826"/>
                <a:gd name="connsiteX12" fmla="*/ 161122 w 230063"/>
                <a:gd name="connsiteY12" fmla="*/ 281006 h 286826"/>
                <a:gd name="connsiteX13" fmla="*/ 229985 w 230063"/>
                <a:gd name="connsiteY13" fmla="*/ 281006 h 286826"/>
                <a:gd name="connsiteX14" fmla="*/ 109202 w 230063"/>
                <a:gd name="connsiteY14" fmla="*/ 227382 h 286826"/>
                <a:gd name="connsiteX15" fmla="*/ 70107 w 230063"/>
                <a:gd name="connsiteY15" fmla="*/ 189511 h 286826"/>
                <a:gd name="connsiteX16" fmla="*/ 115032 w 230063"/>
                <a:gd name="connsiteY16" fmla="*/ 153968 h 286826"/>
                <a:gd name="connsiteX17" fmla="*/ 161122 w 230063"/>
                <a:gd name="connsiteY17" fmla="*/ 165608 h 286826"/>
                <a:gd name="connsiteX18" fmla="*/ 161122 w 230063"/>
                <a:gd name="connsiteY18" fmla="*/ 200608 h 286826"/>
                <a:gd name="connsiteX19" fmla="*/ 109125 w 230063"/>
                <a:gd name="connsiteY19" fmla="*/ 22745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0063" h="286826">
                  <a:moveTo>
                    <a:pt x="230063" y="281006"/>
                  </a:moveTo>
                  <a:lnTo>
                    <a:pt x="230063" y="96230"/>
                  </a:lnTo>
                  <a:cubicBezTo>
                    <a:pt x="230063" y="33836"/>
                    <a:pt x="187470" y="0"/>
                    <a:pt x="117985" y="0"/>
                  </a:cubicBezTo>
                  <a:cubicBezTo>
                    <a:pt x="81222" y="0"/>
                    <a:pt x="52619" y="9313"/>
                    <a:pt x="22773" y="28015"/>
                  </a:cubicBezTo>
                  <a:lnTo>
                    <a:pt x="50210" y="76984"/>
                  </a:lnTo>
                  <a:cubicBezTo>
                    <a:pt x="71817" y="64179"/>
                    <a:pt x="92258" y="58902"/>
                    <a:pt x="113866" y="58902"/>
                  </a:cubicBezTo>
                  <a:cubicBezTo>
                    <a:pt x="144256" y="58902"/>
                    <a:pt x="161122" y="69379"/>
                    <a:pt x="161122" y="95066"/>
                  </a:cubicBezTo>
                  <a:lnTo>
                    <a:pt x="161122" y="109655"/>
                  </a:lnTo>
                  <a:cubicBezTo>
                    <a:pt x="143012" y="100886"/>
                    <a:pt x="124902" y="98558"/>
                    <a:pt x="107415" y="98558"/>
                  </a:cubicBezTo>
                  <a:cubicBezTo>
                    <a:pt x="41427" y="98558"/>
                    <a:pt x="0" y="131229"/>
                    <a:pt x="0" y="191218"/>
                  </a:cubicBezTo>
                  <a:cubicBezTo>
                    <a:pt x="0" y="251206"/>
                    <a:pt x="42593" y="286827"/>
                    <a:pt x="96922" y="286827"/>
                  </a:cubicBezTo>
                  <a:cubicBezTo>
                    <a:pt x="123814" y="286827"/>
                    <a:pt x="144800" y="278057"/>
                    <a:pt x="161122" y="261760"/>
                  </a:cubicBezTo>
                  <a:lnTo>
                    <a:pt x="161122" y="281006"/>
                  </a:lnTo>
                  <a:lnTo>
                    <a:pt x="229985" y="281006"/>
                  </a:lnTo>
                  <a:close/>
                  <a:moveTo>
                    <a:pt x="109202" y="227382"/>
                  </a:moveTo>
                  <a:cubicBezTo>
                    <a:pt x="83476" y="227382"/>
                    <a:pt x="70107" y="210464"/>
                    <a:pt x="70107" y="189511"/>
                  </a:cubicBezTo>
                  <a:cubicBezTo>
                    <a:pt x="70107" y="167393"/>
                    <a:pt x="84719" y="153968"/>
                    <a:pt x="115032" y="153968"/>
                  </a:cubicBezTo>
                  <a:cubicBezTo>
                    <a:pt x="129022" y="153968"/>
                    <a:pt x="147132" y="156917"/>
                    <a:pt x="161122" y="165608"/>
                  </a:cubicBezTo>
                  <a:lnTo>
                    <a:pt x="161122" y="200608"/>
                  </a:lnTo>
                  <a:cubicBezTo>
                    <a:pt x="145966" y="222725"/>
                    <a:pt x="122571" y="227459"/>
                    <a:pt x="109125" y="22745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42A0E561-93BB-235D-0DC6-FB5F58F1EE70}"/>
                </a:ext>
              </a:extLst>
            </p:cNvPr>
            <p:cNvSpPr/>
            <p:nvPr/>
          </p:nvSpPr>
          <p:spPr bwMode="invGray">
            <a:xfrm>
              <a:off x="1340728" y="4260755"/>
              <a:ext cx="284392" cy="378322"/>
            </a:xfrm>
            <a:custGeom>
              <a:avLst/>
              <a:gdLst>
                <a:gd name="connsiteX0" fmla="*/ 144800 w 284392"/>
                <a:gd name="connsiteY0" fmla="*/ 308944 h 378322"/>
                <a:gd name="connsiteX1" fmla="*/ 51376 w 284392"/>
                <a:gd name="connsiteY1" fmla="*/ 266960 h 378322"/>
                <a:gd name="connsiteX2" fmla="*/ 0 w 284392"/>
                <a:gd name="connsiteY2" fmla="*/ 312436 h 378322"/>
                <a:gd name="connsiteX3" fmla="*/ 146587 w 284392"/>
                <a:gd name="connsiteY3" fmla="*/ 378322 h 378322"/>
                <a:gd name="connsiteX4" fmla="*/ 284392 w 284392"/>
                <a:gd name="connsiteY4" fmla="*/ 262304 h 378322"/>
                <a:gd name="connsiteX5" fmla="*/ 251126 w 284392"/>
                <a:gd name="connsiteY5" fmla="*/ 185941 h 378322"/>
                <a:gd name="connsiteX6" fmla="*/ 161821 w 284392"/>
                <a:gd name="connsiteY6" fmla="*/ 149234 h 378322"/>
                <a:gd name="connsiteX7" fmla="*/ 102829 w 284392"/>
                <a:gd name="connsiteY7" fmla="*/ 129988 h 378322"/>
                <a:gd name="connsiteX8" fmla="*/ 87673 w 284392"/>
                <a:gd name="connsiteY8" fmla="*/ 104922 h 378322"/>
                <a:gd name="connsiteX9" fmla="*/ 141380 w 284392"/>
                <a:gd name="connsiteY9" fmla="*/ 69379 h 378322"/>
                <a:gd name="connsiteX10" fmla="*/ 224856 w 284392"/>
                <a:gd name="connsiteY10" fmla="*/ 106706 h 378322"/>
                <a:gd name="connsiteX11" fmla="*/ 276231 w 284392"/>
                <a:gd name="connsiteY11" fmla="*/ 56574 h 378322"/>
                <a:gd name="connsiteX12" fmla="*/ 146043 w 284392"/>
                <a:gd name="connsiteY12" fmla="*/ 0 h 378322"/>
                <a:gd name="connsiteX13" fmla="*/ 14068 w 284392"/>
                <a:gd name="connsiteY13" fmla="*/ 109035 h 378322"/>
                <a:gd name="connsiteX14" fmla="*/ 45624 w 284392"/>
                <a:gd name="connsiteY14" fmla="*/ 182526 h 378322"/>
                <a:gd name="connsiteX15" fmla="*/ 129100 w 284392"/>
                <a:gd name="connsiteY15" fmla="*/ 216362 h 378322"/>
                <a:gd name="connsiteX16" fmla="*/ 188636 w 284392"/>
                <a:gd name="connsiteY16" fmla="*/ 234444 h 378322"/>
                <a:gd name="connsiteX17" fmla="*/ 210243 w 284392"/>
                <a:gd name="connsiteY17" fmla="*/ 264166 h 378322"/>
                <a:gd name="connsiteX18" fmla="*/ 144878 w 284392"/>
                <a:gd name="connsiteY18" fmla="*/ 309022 h 378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84392" h="378322">
                  <a:moveTo>
                    <a:pt x="144800" y="308944"/>
                  </a:moveTo>
                  <a:cubicBezTo>
                    <a:pt x="109746" y="308944"/>
                    <a:pt x="75315" y="295518"/>
                    <a:pt x="51376" y="266960"/>
                  </a:cubicBezTo>
                  <a:lnTo>
                    <a:pt x="0" y="312436"/>
                  </a:lnTo>
                  <a:cubicBezTo>
                    <a:pt x="33266" y="361405"/>
                    <a:pt x="92802" y="378322"/>
                    <a:pt x="146587" y="378322"/>
                  </a:cubicBezTo>
                  <a:cubicBezTo>
                    <a:pt x="221358" y="378322"/>
                    <a:pt x="284392" y="345108"/>
                    <a:pt x="284392" y="262304"/>
                  </a:cubicBezTo>
                  <a:cubicBezTo>
                    <a:pt x="284392" y="227925"/>
                    <a:pt x="273278" y="204023"/>
                    <a:pt x="251126" y="185941"/>
                  </a:cubicBezTo>
                  <a:cubicBezTo>
                    <a:pt x="226021" y="165531"/>
                    <a:pt x="195087" y="157925"/>
                    <a:pt x="161821" y="149234"/>
                  </a:cubicBezTo>
                  <a:cubicBezTo>
                    <a:pt x="133763" y="142249"/>
                    <a:pt x="115731" y="136972"/>
                    <a:pt x="102829" y="129988"/>
                  </a:cubicBezTo>
                  <a:cubicBezTo>
                    <a:pt x="91714" y="123547"/>
                    <a:pt x="87673" y="116019"/>
                    <a:pt x="87673" y="104922"/>
                  </a:cubicBezTo>
                  <a:cubicBezTo>
                    <a:pt x="87673" y="79234"/>
                    <a:pt x="110446" y="69379"/>
                    <a:pt x="141380" y="69379"/>
                  </a:cubicBezTo>
                  <a:cubicBezTo>
                    <a:pt x="177599" y="69379"/>
                    <a:pt x="200917" y="82804"/>
                    <a:pt x="224856" y="106706"/>
                  </a:cubicBezTo>
                  <a:lnTo>
                    <a:pt x="276231" y="56574"/>
                  </a:lnTo>
                  <a:cubicBezTo>
                    <a:pt x="243509" y="23359"/>
                    <a:pt x="202626" y="0"/>
                    <a:pt x="146043" y="0"/>
                  </a:cubicBezTo>
                  <a:cubicBezTo>
                    <a:pt x="80678" y="0"/>
                    <a:pt x="14068" y="31508"/>
                    <a:pt x="14068" y="109035"/>
                  </a:cubicBezTo>
                  <a:cubicBezTo>
                    <a:pt x="14068" y="134101"/>
                    <a:pt x="21063" y="162659"/>
                    <a:pt x="45624" y="182526"/>
                  </a:cubicBezTo>
                  <a:cubicBezTo>
                    <a:pt x="70185" y="202315"/>
                    <a:pt x="109824" y="211706"/>
                    <a:pt x="129100" y="216362"/>
                  </a:cubicBezTo>
                  <a:cubicBezTo>
                    <a:pt x="160034" y="223967"/>
                    <a:pt x="175812" y="228002"/>
                    <a:pt x="188636" y="234444"/>
                  </a:cubicBezTo>
                  <a:cubicBezTo>
                    <a:pt x="206124" y="243213"/>
                    <a:pt x="210243" y="253689"/>
                    <a:pt x="210243" y="264166"/>
                  </a:cubicBezTo>
                  <a:cubicBezTo>
                    <a:pt x="210243" y="290397"/>
                    <a:pt x="186304" y="309022"/>
                    <a:pt x="144878" y="309022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4021290-C62F-4F5E-526D-DA717EDBD4EE}"/>
                </a:ext>
              </a:extLst>
            </p:cNvPr>
            <p:cNvSpPr/>
            <p:nvPr/>
          </p:nvSpPr>
          <p:spPr bwMode="invGray">
            <a:xfrm>
              <a:off x="4818877" y="4352329"/>
              <a:ext cx="177521" cy="281006"/>
            </a:xfrm>
            <a:custGeom>
              <a:avLst/>
              <a:gdLst>
                <a:gd name="connsiteX0" fmla="*/ 68864 w 177521"/>
                <a:gd name="connsiteY0" fmla="*/ 131074 h 281006"/>
                <a:gd name="connsiteX1" fmla="*/ 109669 w 177521"/>
                <a:gd name="connsiteY1" fmla="*/ 70465 h 281006"/>
                <a:gd name="connsiteX2" fmla="*/ 149386 w 177521"/>
                <a:gd name="connsiteY2" fmla="*/ 87383 h 281006"/>
                <a:gd name="connsiteX3" fmla="*/ 177522 w 177521"/>
                <a:gd name="connsiteY3" fmla="*/ 18625 h 281006"/>
                <a:gd name="connsiteX4" fmla="*/ 126690 w 177521"/>
                <a:gd name="connsiteY4" fmla="*/ 0 h 281006"/>
                <a:gd name="connsiteX5" fmla="*/ 68864 w 177521"/>
                <a:gd name="connsiteY5" fmla="*/ 25066 h 281006"/>
                <a:gd name="connsiteX6" fmla="*/ 68864 w 177521"/>
                <a:gd name="connsiteY6" fmla="*/ 5820 h 281006"/>
                <a:gd name="connsiteX7" fmla="*/ 0 w 177521"/>
                <a:gd name="connsiteY7" fmla="*/ 5820 h 281006"/>
                <a:gd name="connsiteX8" fmla="*/ 0 w 177521"/>
                <a:gd name="connsiteY8" fmla="*/ 281006 h 281006"/>
                <a:gd name="connsiteX9" fmla="*/ 68864 w 177521"/>
                <a:gd name="connsiteY9" fmla="*/ 281006 h 281006"/>
                <a:gd name="connsiteX10" fmla="*/ 68864 w 177521"/>
                <a:gd name="connsiteY10" fmla="*/ 131152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7521" h="281006">
                  <a:moveTo>
                    <a:pt x="68864" y="131074"/>
                  </a:moveTo>
                  <a:cubicBezTo>
                    <a:pt x="68864" y="97859"/>
                    <a:pt x="76947" y="70465"/>
                    <a:pt x="109669" y="70465"/>
                  </a:cubicBezTo>
                  <a:cubicBezTo>
                    <a:pt x="126612" y="70465"/>
                    <a:pt x="138893" y="77449"/>
                    <a:pt x="149386" y="87383"/>
                  </a:cubicBezTo>
                  <a:lnTo>
                    <a:pt x="177522" y="18625"/>
                  </a:lnTo>
                  <a:cubicBezTo>
                    <a:pt x="162910" y="5820"/>
                    <a:pt x="145966" y="0"/>
                    <a:pt x="126690" y="0"/>
                  </a:cubicBezTo>
                  <a:cubicBezTo>
                    <a:pt x="104539" y="0"/>
                    <a:pt x="84642" y="9312"/>
                    <a:pt x="68864" y="25066"/>
                  </a:cubicBezTo>
                  <a:lnTo>
                    <a:pt x="68864" y="5820"/>
                  </a:lnTo>
                  <a:lnTo>
                    <a:pt x="0" y="5820"/>
                  </a:lnTo>
                  <a:lnTo>
                    <a:pt x="0" y="281006"/>
                  </a:lnTo>
                  <a:lnTo>
                    <a:pt x="68864" y="281006"/>
                  </a:lnTo>
                  <a:lnTo>
                    <a:pt x="68864" y="131152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4AD2D5BE-36DE-E18F-0836-E5DFBADCE3B9}"/>
                </a:ext>
              </a:extLst>
            </p:cNvPr>
            <p:cNvSpPr/>
            <p:nvPr/>
          </p:nvSpPr>
          <p:spPr bwMode="invGray">
            <a:xfrm>
              <a:off x="5810324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B4F83A16-82D2-9392-2884-D534DA998BC0}"/>
                </a:ext>
              </a:extLst>
            </p:cNvPr>
            <p:cNvSpPr/>
            <p:nvPr/>
          </p:nvSpPr>
          <p:spPr bwMode="invGray">
            <a:xfrm>
              <a:off x="5379966" y="4358382"/>
              <a:ext cx="398257" cy="275185"/>
            </a:xfrm>
            <a:custGeom>
              <a:avLst/>
              <a:gdLst>
                <a:gd name="connsiteX0" fmla="*/ 279107 w 398257"/>
                <a:gd name="connsiteY0" fmla="*/ 159710 h 275185"/>
                <a:gd name="connsiteX1" fmla="*/ 232395 w 398257"/>
                <a:gd name="connsiteY1" fmla="*/ 0 h 275185"/>
                <a:gd name="connsiteX2" fmla="*/ 167651 w 398257"/>
                <a:gd name="connsiteY2" fmla="*/ 0 h 275185"/>
                <a:gd name="connsiteX3" fmla="*/ 120939 w 398257"/>
                <a:gd name="connsiteY3" fmla="*/ 159710 h 275185"/>
                <a:gd name="connsiteX4" fmla="*/ 79434 w 398257"/>
                <a:gd name="connsiteY4" fmla="*/ 0 h 275185"/>
                <a:gd name="connsiteX5" fmla="*/ 0 w 398257"/>
                <a:gd name="connsiteY5" fmla="*/ 0 h 275185"/>
                <a:gd name="connsiteX6" fmla="*/ 86429 w 398257"/>
                <a:gd name="connsiteY6" fmla="*/ 275186 h 275185"/>
                <a:gd name="connsiteX7" fmla="*/ 151873 w 398257"/>
                <a:gd name="connsiteY7" fmla="*/ 275186 h 275185"/>
                <a:gd name="connsiteX8" fmla="*/ 199129 w 398257"/>
                <a:gd name="connsiteY8" fmla="*/ 107870 h 275185"/>
                <a:gd name="connsiteX9" fmla="*/ 245841 w 398257"/>
                <a:gd name="connsiteY9" fmla="*/ 275186 h 275185"/>
                <a:gd name="connsiteX10" fmla="*/ 311285 w 398257"/>
                <a:gd name="connsiteY10" fmla="*/ 275186 h 275185"/>
                <a:gd name="connsiteX11" fmla="*/ 398258 w 398257"/>
                <a:gd name="connsiteY11" fmla="*/ 0 h 275185"/>
                <a:gd name="connsiteX12" fmla="*/ 321156 w 398257"/>
                <a:gd name="connsiteY12" fmla="*/ 0 h 275185"/>
                <a:gd name="connsiteX13" fmla="*/ 279107 w 398257"/>
                <a:gd name="connsiteY13" fmla="*/ 159710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8257" h="275185">
                  <a:moveTo>
                    <a:pt x="279107" y="159710"/>
                  </a:moveTo>
                  <a:lnTo>
                    <a:pt x="232395" y="0"/>
                  </a:lnTo>
                  <a:lnTo>
                    <a:pt x="167651" y="0"/>
                  </a:lnTo>
                  <a:lnTo>
                    <a:pt x="120939" y="159710"/>
                  </a:lnTo>
                  <a:lnTo>
                    <a:pt x="79434" y="0"/>
                  </a:lnTo>
                  <a:lnTo>
                    <a:pt x="0" y="0"/>
                  </a:lnTo>
                  <a:lnTo>
                    <a:pt x="86429" y="275186"/>
                  </a:lnTo>
                  <a:lnTo>
                    <a:pt x="151873" y="275186"/>
                  </a:lnTo>
                  <a:lnTo>
                    <a:pt x="199129" y="107870"/>
                  </a:lnTo>
                  <a:lnTo>
                    <a:pt x="245841" y="275186"/>
                  </a:lnTo>
                  <a:lnTo>
                    <a:pt x="311285" y="275186"/>
                  </a:lnTo>
                  <a:lnTo>
                    <a:pt x="398258" y="0"/>
                  </a:lnTo>
                  <a:lnTo>
                    <a:pt x="321156" y="0"/>
                  </a:lnTo>
                  <a:lnTo>
                    <a:pt x="279107" y="15971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10DB359A-751D-3148-FE85-711998F1526D}"/>
                </a:ext>
              </a:extLst>
            </p:cNvPr>
            <p:cNvSpPr/>
            <p:nvPr/>
          </p:nvSpPr>
          <p:spPr bwMode="invGray">
            <a:xfrm>
              <a:off x="5815609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512AFFCF-1E1E-C172-EE2B-47888068958E}"/>
                </a:ext>
              </a:extLst>
            </p:cNvPr>
            <p:cNvSpPr/>
            <p:nvPr/>
          </p:nvSpPr>
          <p:spPr bwMode="invGray">
            <a:xfrm>
              <a:off x="6582279" y="4352561"/>
              <a:ext cx="240555" cy="286904"/>
            </a:xfrm>
            <a:custGeom>
              <a:avLst/>
              <a:gdLst>
                <a:gd name="connsiteX0" fmla="*/ 131975 w 240555"/>
                <a:gd name="connsiteY0" fmla="*/ 218069 h 286904"/>
                <a:gd name="connsiteX1" fmla="*/ 73605 w 240555"/>
                <a:gd name="connsiteY1" fmla="*/ 142870 h 286904"/>
                <a:gd name="connsiteX2" fmla="*/ 131431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5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5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5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1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19" y="0"/>
                    <a:pt x="131975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5" y="204721"/>
                    <a:pt x="157080" y="218146"/>
                    <a:pt x="131975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644A8151-9A7D-EEC2-7F9A-8DB07C05C344}"/>
                </a:ext>
              </a:extLst>
            </p:cNvPr>
            <p:cNvSpPr/>
            <p:nvPr/>
          </p:nvSpPr>
          <p:spPr bwMode="invGray">
            <a:xfrm>
              <a:off x="7751870" y="4251132"/>
              <a:ext cx="247007" cy="388255"/>
            </a:xfrm>
            <a:custGeom>
              <a:avLst/>
              <a:gdLst>
                <a:gd name="connsiteX0" fmla="*/ 175734 w 247007"/>
                <a:gd name="connsiteY0" fmla="*/ 123547 h 388255"/>
                <a:gd name="connsiteX1" fmla="*/ 111534 w 247007"/>
                <a:gd name="connsiteY1" fmla="*/ 101429 h 388255"/>
                <a:gd name="connsiteX2" fmla="*/ 0 w 247007"/>
                <a:gd name="connsiteY2" fmla="*/ 242514 h 388255"/>
                <a:gd name="connsiteX3" fmla="*/ 113244 w 247007"/>
                <a:gd name="connsiteY3" fmla="*/ 388256 h 388255"/>
                <a:gd name="connsiteX4" fmla="*/ 175734 w 247007"/>
                <a:gd name="connsiteY4" fmla="*/ 364354 h 388255"/>
                <a:gd name="connsiteX5" fmla="*/ 175734 w 247007"/>
                <a:gd name="connsiteY5" fmla="*/ 382436 h 388255"/>
                <a:gd name="connsiteX6" fmla="*/ 247007 w 247007"/>
                <a:gd name="connsiteY6" fmla="*/ 382436 h 388255"/>
                <a:gd name="connsiteX7" fmla="*/ 247007 w 247007"/>
                <a:gd name="connsiteY7" fmla="*/ 0 h 388255"/>
                <a:gd name="connsiteX8" fmla="*/ 175734 w 247007"/>
                <a:gd name="connsiteY8" fmla="*/ 35543 h 388255"/>
                <a:gd name="connsiteX9" fmla="*/ 175734 w 247007"/>
                <a:gd name="connsiteY9" fmla="*/ 123547 h 388255"/>
                <a:gd name="connsiteX10" fmla="*/ 175734 w 247007"/>
                <a:gd name="connsiteY10" fmla="*/ 297303 h 388255"/>
                <a:gd name="connsiteX11" fmla="*/ 127856 w 247007"/>
                <a:gd name="connsiteY11" fmla="*/ 321206 h 388255"/>
                <a:gd name="connsiteX12" fmla="*/ 74693 w 247007"/>
                <a:gd name="connsiteY12" fmla="*/ 240186 h 388255"/>
                <a:gd name="connsiteX13" fmla="*/ 126069 w 247007"/>
                <a:gd name="connsiteY13" fmla="*/ 168480 h 388255"/>
                <a:gd name="connsiteX14" fmla="*/ 175734 w 247007"/>
                <a:gd name="connsiteY14" fmla="*/ 192382 h 388255"/>
                <a:gd name="connsiteX15" fmla="*/ 175734 w 247007"/>
                <a:gd name="connsiteY15" fmla="*/ 297303 h 388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7007" h="388255">
                  <a:moveTo>
                    <a:pt x="175734" y="123547"/>
                  </a:moveTo>
                  <a:cubicBezTo>
                    <a:pt x="158246" y="107793"/>
                    <a:pt x="135473" y="101429"/>
                    <a:pt x="111534" y="101429"/>
                  </a:cubicBezTo>
                  <a:cubicBezTo>
                    <a:pt x="39717" y="101429"/>
                    <a:pt x="0" y="159167"/>
                    <a:pt x="0" y="242514"/>
                  </a:cubicBezTo>
                  <a:cubicBezTo>
                    <a:pt x="0" y="319498"/>
                    <a:pt x="33888" y="388256"/>
                    <a:pt x="113244" y="388256"/>
                  </a:cubicBezTo>
                  <a:cubicBezTo>
                    <a:pt x="138349" y="388256"/>
                    <a:pt x="152339" y="381271"/>
                    <a:pt x="175734" y="364354"/>
                  </a:cubicBezTo>
                  <a:lnTo>
                    <a:pt x="175734" y="382436"/>
                  </a:lnTo>
                  <a:lnTo>
                    <a:pt x="247007" y="382436"/>
                  </a:lnTo>
                  <a:lnTo>
                    <a:pt x="247007" y="0"/>
                  </a:lnTo>
                  <a:lnTo>
                    <a:pt x="175734" y="35543"/>
                  </a:lnTo>
                  <a:lnTo>
                    <a:pt x="175734" y="123547"/>
                  </a:lnTo>
                  <a:close/>
                  <a:moveTo>
                    <a:pt x="175734" y="297303"/>
                  </a:moveTo>
                  <a:cubicBezTo>
                    <a:pt x="161744" y="312436"/>
                    <a:pt x="147676" y="321206"/>
                    <a:pt x="127856" y="321206"/>
                  </a:cubicBezTo>
                  <a:cubicBezTo>
                    <a:pt x="87595" y="321206"/>
                    <a:pt x="74693" y="284499"/>
                    <a:pt x="74693" y="240186"/>
                  </a:cubicBezTo>
                  <a:cubicBezTo>
                    <a:pt x="74693" y="201151"/>
                    <a:pt x="84642" y="168480"/>
                    <a:pt x="126069" y="168480"/>
                  </a:cubicBezTo>
                  <a:cubicBezTo>
                    <a:pt x="145888" y="168480"/>
                    <a:pt x="160500" y="176085"/>
                    <a:pt x="175734" y="192382"/>
                  </a:cubicBezTo>
                  <a:lnTo>
                    <a:pt x="175734" y="297303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438B4C16-687A-AD99-EC47-88081FED79DF}"/>
                </a:ext>
              </a:extLst>
            </p:cNvPr>
            <p:cNvSpPr/>
            <p:nvPr/>
          </p:nvSpPr>
          <p:spPr bwMode="invGray">
            <a:xfrm>
              <a:off x="8325162" y="4352561"/>
              <a:ext cx="237757" cy="281083"/>
            </a:xfrm>
            <a:custGeom>
              <a:avLst/>
              <a:gdLst>
                <a:gd name="connsiteX0" fmla="*/ 138426 w 237757"/>
                <a:gd name="connsiteY0" fmla="*/ 0 h 281083"/>
                <a:gd name="connsiteX1" fmla="*/ 71273 w 237757"/>
                <a:gd name="connsiteY1" fmla="*/ 24523 h 281083"/>
                <a:gd name="connsiteX2" fmla="*/ 71273 w 237757"/>
                <a:gd name="connsiteY2" fmla="*/ 5898 h 281083"/>
                <a:gd name="connsiteX3" fmla="*/ 0 w 237757"/>
                <a:gd name="connsiteY3" fmla="*/ 5898 h 281083"/>
                <a:gd name="connsiteX4" fmla="*/ 0 w 237757"/>
                <a:gd name="connsiteY4" fmla="*/ 281084 h 281083"/>
                <a:gd name="connsiteX5" fmla="*/ 71273 w 237757"/>
                <a:gd name="connsiteY5" fmla="*/ 281084 h 281083"/>
                <a:gd name="connsiteX6" fmla="*/ 71273 w 237757"/>
                <a:gd name="connsiteY6" fmla="*/ 129522 h 281083"/>
                <a:gd name="connsiteX7" fmla="*/ 119151 w 237757"/>
                <a:gd name="connsiteY7" fmla="*/ 67128 h 281083"/>
                <a:gd name="connsiteX8" fmla="*/ 166485 w 237757"/>
                <a:gd name="connsiteY8" fmla="*/ 131229 h 281083"/>
                <a:gd name="connsiteX9" fmla="*/ 166485 w 237757"/>
                <a:gd name="connsiteY9" fmla="*/ 281084 h 281083"/>
                <a:gd name="connsiteX10" fmla="*/ 237758 w 237757"/>
                <a:gd name="connsiteY10" fmla="*/ 281084 h 281083"/>
                <a:gd name="connsiteX11" fmla="*/ 237758 w 237757"/>
                <a:gd name="connsiteY11" fmla="*/ 125409 h 281083"/>
                <a:gd name="connsiteX12" fmla="*/ 138504 w 237757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757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85" y="92815"/>
                    <a:pt x="166485" y="131229"/>
                  </a:cubicBezTo>
                  <a:lnTo>
                    <a:pt x="166485" y="281084"/>
                  </a:lnTo>
                  <a:lnTo>
                    <a:pt x="237758" y="281084"/>
                  </a:lnTo>
                  <a:lnTo>
                    <a:pt x="237758" y="125409"/>
                  </a:lnTo>
                  <a:cubicBezTo>
                    <a:pt x="237758" y="57816"/>
                    <a:pt x="213197" y="78"/>
                    <a:pt x="138504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8C2B0336-E5E0-46F3-1353-5077FE9211A1}"/>
                </a:ext>
              </a:extLst>
            </p:cNvPr>
            <p:cNvSpPr/>
            <p:nvPr/>
          </p:nvSpPr>
          <p:spPr bwMode="invGray">
            <a:xfrm>
              <a:off x="8041469" y="4352561"/>
              <a:ext cx="238846" cy="286904"/>
            </a:xfrm>
            <a:custGeom>
              <a:avLst/>
              <a:gdLst>
                <a:gd name="connsiteX0" fmla="*/ 122027 w 238846"/>
                <a:gd name="connsiteY0" fmla="*/ 0 h 286904"/>
                <a:gd name="connsiteX1" fmla="*/ 0 w 238846"/>
                <a:gd name="connsiteY1" fmla="*/ 144034 h 286904"/>
                <a:gd name="connsiteX2" fmla="*/ 126690 w 238846"/>
                <a:gd name="connsiteY2" fmla="*/ 286904 h 286904"/>
                <a:gd name="connsiteX3" fmla="*/ 226566 w 238846"/>
                <a:gd name="connsiteY3" fmla="*/ 243213 h 286904"/>
                <a:gd name="connsiteX4" fmla="*/ 177522 w 238846"/>
                <a:gd name="connsiteY4" fmla="*/ 201850 h 286904"/>
                <a:gd name="connsiteX5" fmla="*/ 129644 w 238846"/>
                <a:gd name="connsiteY5" fmla="*/ 221095 h 286904"/>
                <a:gd name="connsiteX6" fmla="*/ 70651 w 238846"/>
                <a:gd name="connsiteY6" fmla="*/ 166850 h 286904"/>
                <a:gd name="connsiteX7" fmla="*/ 237680 w 238846"/>
                <a:gd name="connsiteY7" fmla="*/ 166850 h 286904"/>
                <a:gd name="connsiteX8" fmla="*/ 238846 w 238846"/>
                <a:gd name="connsiteY8" fmla="*/ 142948 h 286904"/>
                <a:gd name="connsiteX9" fmla="*/ 122027 w 238846"/>
                <a:gd name="connsiteY9" fmla="*/ 78 h 286904"/>
                <a:gd name="connsiteX10" fmla="*/ 71817 w 238846"/>
                <a:gd name="connsiteY10" fmla="*/ 113070 h 286904"/>
                <a:gd name="connsiteX11" fmla="*/ 119695 w 238846"/>
                <a:gd name="connsiteY11" fmla="*/ 61152 h 286904"/>
                <a:gd name="connsiteX12" fmla="*/ 169905 w 238846"/>
                <a:gd name="connsiteY12" fmla="*/ 113070 h 286904"/>
                <a:gd name="connsiteX13" fmla="*/ 71817 w 238846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6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2" y="215818"/>
                    <a:pt x="147131" y="221095"/>
                    <a:pt x="129644" y="221095"/>
                  </a:cubicBezTo>
                  <a:cubicBezTo>
                    <a:pt x="99876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6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339FC600-3781-7B0A-60F9-D77FE1FAEFDA}"/>
                </a:ext>
              </a:extLst>
            </p:cNvPr>
            <p:cNvSpPr/>
            <p:nvPr/>
          </p:nvSpPr>
          <p:spPr bwMode="invGray">
            <a:xfrm>
              <a:off x="8867054" y="4352561"/>
              <a:ext cx="238845" cy="286904"/>
            </a:xfrm>
            <a:custGeom>
              <a:avLst/>
              <a:gdLst>
                <a:gd name="connsiteX0" fmla="*/ 122026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1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6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6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1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4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6" y="78"/>
                  </a:cubicBezTo>
                  <a:close/>
                  <a:moveTo>
                    <a:pt x="71817" y="113070"/>
                  </a:moveTo>
                  <a:cubicBezTo>
                    <a:pt x="73604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E046B949-D2EA-2C67-2FC9-D42A42AE3490}"/>
                </a:ext>
              </a:extLst>
            </p:cNvPr>
            <p:cNvSpPr/>
            <p:nvPr/>
          </p:nvSpPr>
          <p:spPr bwMode="invGray">
            <a:xfrm>
              <a:off x="4999974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0332DCD0-D349-ED43-9E1C-373826F6EC62}"/>
                </a:ext>
              </a:extLst>
            </p:cNvPr>
            <p:cNvSpPr/>
            <p:nvPr/>
          </p:nvSpPr>
          <p:spPr bwMode="invGray">
            <a:xfrm>
              <a:off x="3424508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9A5CD8E1-CBA5-CE82-352B-6EE890EF3F32}"/>
                </a:ext>
              </a:extLst>
            </p:cNvPr>
            <p:cNvSpPr/>
            <p:nvPr/>
          </p:nvSpPr>
          <p:spPr bwMode="invGray">
            <a:xfrm>
              <a:off x="2512417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6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1" y="215818"/>
                    <a:pt x="147132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FBEDD419-954D-1191-0CFC-F76EB42609BA}"/>
                </a:ext>
              </a:extLst>
            </p:cNvPr>
            <p:cNvSpPr/>
            <p:nvPr/>
          </p:nvSpPr>
          <p:spPr bwMode="invGray">
            <a:xfrm>
              <a:off x="4536739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4FC9B543-B283-DF65-4E03-169DD44BB1B4}"/>
                </a:ext>
              </a:extLst>
            </p:cNvPr>
            <p:cNvSpPr/>
            <p:nvPr/>
          </p:nvSpPr>
          <p:spPr bwMode="invGray">
            <a:xfrm>
              <a:off x="4026014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C6938BAD-DA3E-0756-8B8B-45ED877EDAD9}"/>
                </a:ext>
              </a:extLst>
            </p:cNvPr>
            <p:cNvSpPr/>
            <p:nvPr/>
          </p:nvSpPr>
          <p:spPr bwMode="invGray">
            <a:xfrm>
              <a:off x="8604890" y="4352561"/>
              <a:ext cx="240555" cy="286904"/>
            </a:xfrm>
            <a:custGeom>
              <a:avLst/>
              <a:gdLst>
                <a:gd name="connsiteX0" fmla="*/ 131976 w 240555"/>
                <a:gd name="connsiteY0" fmla="*/ 218069 h 286904"/>
                <a:gd name="connsiteX1" fmla="*/ 73605 w 240555"/>
                <a:gd name="connsiteY1" fmla="*/ 142870 h 286904"/>
                <a:gd name="connsiteX2" fmla="*/ 131432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6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6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6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2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20" y="0"/>
                    <a:pt x="131976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6" y="204721"/>
                    <a:pt x="157080" y="218146"/>
                    <a:pt x="131976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38EC0984-BA1D-FE4F-01F1-40F2F103FCAA}"/>
                </a:ext>
              </a:extLst>
            </p:cNvPr>
            <p:cNvSpPr/>
            <p:nvPr/>
          </p:nvSpPr>
          <p:spPr bwMode="invGray">
            <a:xfrm>
              <a:off x="6846230" y="4352561"/>
              <a:ext cx="258043" cy="286826"/>
            </a:xfrm>
            <a:custGeom>
              <a:avLst/>
              <a:gdLst>
                <a:gd name="connsiteX0" fmla="*/ 129022 w 258043"/>
                <a:gd name="connsiteY0" fmla="*/ 0 h 286826"/>
                <a:gd name="connsiteX1" fmla="*/ 0 w 258043"/>
                <a:gd name="connsiteY1" fmla="*/ 143413 h 286826"/>
                <a:gd name="connsiteX2" fmla="*/ 129022 w 258043"/>
                <a:gd name="connsiteY2" fmla="*/ 286827 h 286826"/>
                <a:gd name="connsiteX3" fmla="*/ 258043 w 258043"/>
                <a:gd name="connsiteY3" fmla="*/ 143413 h 286826"/>
                <a:gd name="connsiteX4" fmla="*/ 129022 w 258043"/>
                <a:gd name="connsiteY4" fmla="*/ 0 h 286826"/>
                <a:gd name="connsiteX5" fmla="*/ 129022 w 258043"/>
                <a:gd name="connsiteY5" fmla="*/ 218069 h 286826"/>
                <a:gd name="connsiteX6" fmla="*/ 73527 w 258043"/>
                <a:gd name="connsiteY6" fmla="*/ 143413 h 286826"/>
                <a:gd name="connsiteX7" fmla="*/ 129022 w 258043"/>
                <a:gd name="connsiteY7" fmla="*/ 68215 h 286826"/>
                <a:gd name="connsiteX8" fmla="*/ 184517 w 258043"/>
                <a:gd name="connsiteY8" fmla="*/ 143413 h 286826"/>
                <a:gd name="connsiteX9" fmla="*/ 129022 w 258043"/>
                <a:gd name="connsiteY9" fmla="*/ 21806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8043" h="286826">
                  <a:moveTo>
                    <a:pt x="129022" y="0"/>
                  </a:moveTo>
                  <a:cubicBezTo>
                    <a:pt x="49588" y="0"/>
                    <a:pt x="0" y="62394"/>
                    <a:pt x="0" y="143413"/>
                  </a:cubicBezTo>
                  <a:cubicBezTo>
                    <a:pt x="0" y="228546"/>
                    <a:pt x="54329" y="286827"/>
                    <a:pt x="129022" y="286827"/>
                  </a:cubicBezTo>
                  <a:cubicBezTo>
                    <a:pt x="203714" y="286827"/>
                    <a:pt x="258043" y="228546"/>
                    <a:pt x="258043" y="143413"/>
                  </a:cubicBezTo>
                  <a:cubicBezTo>
                    <a:pt x="258043" y="58281"/>
                    <a:pt x="208378" y="0"/>
                    <a:pt x="129022" y="0"/>
                  </a:cubicBezTo>
                  <a:close/>
                  <a:moveTo>
                    <a:pt x="129022" y="218069"/>
                  </a:moveTo>
                  <a:cubicBezTo>
                    <a:pt x="83476" y="218069"/>
                    <a:pt x="73527" y="174378"/>
                    <a:pt x="73527" y="143413"/>
                  </a:cubicBezTo>
                  <a:cubicBezTo>
                    <a:pt x="73527" y="100886"/>
                    <a:pt x="91015" y="68215"/>
                    <a:pt x="129022" y="68215"/>
                  </a:cubicBezTo>
                  <a:cubicBezTo>
                    <a:pt x="167029" y="68215"/>
                    <a:pt x="184517" y="100886"/>
                    <a:pt x="184517" y="143413"/>
                  </a:cubicBezTo>
                  <a:cubicBezTo>
                    <a:pt x="184517" y="174300"/>
                    <a:pt x="174568" y="218069"/>
                    <a:pt x="129022" y="21806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6F04627A-DD26-8574-4D35-FAD8051D19E2}"/>
                </a:ext>
              </a:extLst>
            </p:cNvPr>
            <p:cNvSpPr/>
            <p:nvPr/>
          </p:nvSpPr>
          <p:spPr bwMode="invGray">
            <a:xfrm>
              <a:off x="7419599" y="4252917"/>
              <a:ext cx="174646" cy="380573"/>
            </a:xfrm>
            <a:custGeom>
              <a:avLst/>
              <a:gdLst>
                <a:gd name="connsiteX0" fmla="*/ 38551 w 174646"/>
                <a:gd name="connsiteY0" fmla="*/ 72250 h 380573"/>
                <a:gd name="connsiteX1" fmla="*/ 38551 w 174646"/>
                <a:gd name="connsiteY1" fmla="*/ 105465 h 380573"/>
                <a:gd name="connsiteX2" fmla="*/ 0 w 174646"/>
                <a:gd name="connsiteY2" fmla="*/ 105465 h 380573"/>
                <a:gd name="connsiteX3" fmla="*/ 0 w 174646"/>
                <a:gd name="connsiteY3" fmla="*/ 171894 h 380573"/>
                <a:gd name="connsiteX4" fmla="*/ 38551 w 174646"/>
                <a:gd name="connsiteY4" fmla="*/ 171894 h 380573"/>
                <a:gd name="connsiteX5" fmla="*/ 38551 w 174646"/>
                <a:gd name="connsiteY5" fmla="*/ 380573 h 380573"/>
                <a:gd name="connsiteX6" fmla="*/ 109824 w 174646"/>
                <a:gd name="connsiteY6" fmla="*/ 380573 h 380573"/>
                <a:gd name="connsiteX7" fmla="*/ 109824 w 174646"/>
                <a:gd name="connsiteY7" fmla="*/ 171894 h 380573"/>
                <a:gd name="connsiteX8" fmla="*/ 168817 w 174646"/>
                <a:gd name="connsiteY8" fmla="*/ 171894 h 380573"/>
                <a:gd name="connsiteX9" fmla="*/ 168817 w 174646"/>
                <a:gd name="connsiteY9" fmla="*/ 105465 h 380573"/>
                <a:gd name="connsiteX10" fmla="*/ 109824 w 174646"/>
                <a:gd name="connsiteY10" fmla="*/ 105465 h 380573"/>
                <a:gd name="connsiteX11" fmla="*/ 109824 w 174646"/>
                <a:gd name="connsiteY11" fmla="*/ 83347 h 380573"/>
                <a:gd name="connsiteX12" fmla="*/ 139592 w 174646"/>
                <a:gd name="connsiteY12" fmla="*/ 59445 h 380573"/>
                <a:gd name="connsiteX13" fmla="*/ 174646 w 174646"/>
                <a:gd name="connsiteY13" fmla="*/ 64722 h 380573"/>
                <a:gd name="connsiteX14" fmla="*/ 174646 w 174646"/>
                <a:gd name="connsiteY14" fmla="*/ 7605 h 380573"/>
                <a:gd name="connsiteX15" fmla="*/ 122649 w 174646"/>
                <a:gd name="connsiteY15" fmla="*/ 0 h 380573"/>
                <a:gd name="connsiteX16" fmla="*/ 38551 w 174646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6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3" y="0"/>
                    <a:pt x="122649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59066929-CDD5-4A60-4C56-A71E0531FD73}"/>
                </a:ext>
              </a:extLst>
            </p:cNvPr>
            <p:cNvSpPr/>
            <p:nvPr/>
          </p:nvSpPr>
          <p:spPr bwMode="invGray">
            <a:xfrm>
              <a:off x="3814838" y="4252917"/>
              <a:ext cx="174645" cy="380573"/>
            </a:xfrm>
            <a:custGeom>
              <a:avLst/>
              <a:gdLst>
                <a:gd name="connsiteX0" fmla="*/ 38551 w 174645"/>
                <a:gd name="connsiteY0" fmla="*/ 72250 h 380573"/>
                <a:gd name="connsiteX1" fmla="*/ 38551 w 174645"/>
                <a:gd name="connsiteY1" fmla="*/ 105465 h 380573"/>
                <a:gd name="connsiteX2" fmla="*/ 0 w 174645"/>
                <a:gd name="connsiteY2" fmla="*/ 105465 h 380573"/>
                <a:gd name="connsiteX3" fmla="*/ 0 w 174645"/>
                <a:gd name="connsiteY3" fmla="*/ 171894 h 380573"/>
                <a:gd name="connsiteX4" fmla="*/ 38551 w 174645"/>
                <a:gd name="connsiteY4" fmla="*/ 171894 h 380573"/>
                <a:gd name="connsiteX5" fmla="*/ 38551 w 174645"/>
                <a:gd name="connsiteY5" fmla="*/ 380573 h 380573"/>
                <a:gd name="connsiteX6" fmla="*/ 109824 w 174645"/>
                <a:gd name="connsiteY6" fmla="*/ 380573 h 380573"/>
                <a:gd name="connsiteX7" fmla="*/ 109824 w 174645"/>
                <a:gd name="connsiteY7" fmla="*/ 171894 h 380573"/>
                <a:gd name="connsiteX8" fmla="*/ 168817 w 174645"/>
                <a:gd name="connsiteY8" fmla="*/ 171894 h 380573"/>
                <a:gd name="connsiteX9" fmla="*/ 168817 w 174645"/>
                <a:gd name="connsiteY9" fmla="*/ 105465 h 380573"/>
                <a:gd name="connsiteX10" fmla="*/ 109824 w 174645"/>
                <a:gd name="connsiteY10" fmla="*/ 105465 h 380573"/>
                <a:gd name="connsiteX11" fmla="*/ 109824 w 174645"/>
                <a:gd name="connsiteY11" fmla="*/ 83347 h 380573"/>
                <a:gd name="connsiteX12" fmla="*/ 139592 w 174645"/>
                <a:gd name="connsiteY12" fmla="*/ 59445 h 380573"/>
                <a:gd name="connsiteX13" fmla="*/ 174646 w 174645"/>
                <a:gd name="connsiteY13" fmla="*/ 64722 h 380573"/>
                <a:gd name="connsiteX14" fmla="*/ 174646 w 174645"/>
                <a:gd name="connsiteY14" fmla="*/ 7605 h 380573"/>
                <a:gd name="connsiteX15" fmla="*/ 122648 w 174645"/>
                <a:gd name="connsiteY15" fmla="*/ 0 h 380573"/>
                <a:gd name="connsiteX16" fmla="*/ 38551 w 174645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5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2" y="0"/>
                    <a:pt x="122648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D96001D8-479D-0B13-272A-80286B505556}"/>
                </a:ext>
              </a:extLst>
            </p:cNvPr>
            <p:cNvSpPr/>
            <p:nvPr/>
          </p:nvSpPr>
          <p:spPr bwMode="invGray">
            <a:xfrm>
              <a:off x="7146866" y="4352561"/>
              <a:ext cx="237680" cy="281083"/>
            </a:xfrm>
            <a:custGeom>
              <a:avLst/>
              <a:gdLst>
                <a:gd name="connsiteX0" fmla="*/ 138426 w 237680"/>
                <a:gd name="connsiteY0" fmla="*/ 0 h 281083"/>
                <a:gd name="connsiteX1" fmla="*/ 71273 w 237680"/>
                <a:gd name="connsiteY1" fmla="*/ 24523 h 281083"/>
                <a:gd name="connsiteX2" fmla="*/ 71273 w 237680"/>
                <a:gd name="connsiteY2" fmla="*/ 5898 h 281083"/>
                <a:gd name="connsiteX3" fmla="*/ 0 w 237680"/>
                <a:gd name="connsiteY3" fmla="*/ 5898 h 281083"/>
                <a:gd name="connsiteX4" fmla="*/ 0 w 237680"/>
                <a:gd name="connsiteY4" fmla="*/ 281084 h 281083"/>
                <a:gd name="connsiteX5" fmla="*/ 71273 w 237680"/>
                <a:gd name="connsiteY5" fmla="*/ 281084 h 281083"/>
                <a:gd name="connsiteX6" fmla="*/ 71273 w 237680"/>
                <a:gd name="connsiteY6" fmla="*/ 129522 h 281083"/>
                <a:gd name="connsiteX7" fmla="*/ 119151 w 237680"/>
                <a:gd name="connsiteY7" fmla="*/ 67128 h 281083"/>
                <a:gd name="connsiteX8" fmla="*/ 166407 w 237680"/>
                <a:gd name="connsiteY8" fmla="*/ 131229 h 281083"/>
                <a:gd name="connsiteX9" fmla="*/ 166407 w 237680"/>
                <a:gd name="connsiteY9" fmla="*/ 281084 h 281083"/>
                <a:gd name="connsiteX10" fmla="*/ 237680 w 237680"/>
                <a:gd name="connsiteY10" fmla="*/ 281084 h 281083"/>
                <a:gd name="connsiteX11" fmla="*/ 237680 w 237680"/>
                <a:gd name="connsiteY11" fmla="*/ 125409 h 281083"/>
                <a:gd name="connsiteX12" fmla="*/ 138426 w 237680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680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07" y="92815"/>
                    <a:pt x="166407" y="131229"/>
                  </a:cubicBezTo>
                  <a:lnTo>
                    <a:pt x="166407" y="281084"/>
                  </a:lnTo>
                  <a:lnTo>
                    <a:pt x="237680" y="281084"/>
                  </a:lnTo>
                  <a:lnTo>
                    <a:pt x="237680" y="125409"/>
                  </a:lnTo>
                  <a:cubicBezTo>
                    <a:pt x="237680" y="57816"/>
                    <a:pt x="213119" y="78"/>
                    <a:pt x="138426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DCBDA14C-BEC6-E381-BAE1-43353BC96B90}"/>
                </a:ext>
              </a:extLst>
            </p:cNvPr>
            <p:cNvSpPr/>
            <p:nvPr/>
          </p:nvSpPr>
          <p:spPr bwMode="invGray">
            <a:xfrm>
              <a:off x="7635595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452C426E-8568-1C02-07DD-FCF491CA732C}"/>
                </a:ext>
              </a:extLst>
            </p:cNvPr>
            <p:cNvSpPr/>
            <p:nvPr/>
          </p:nvSpPr>
          <p:spPr bwMode="invGray">
            <a:xfrm>
              <a:off x="7630931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0DD3C25-4C42-58F8-E9D6-DF49E82F3ED2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4" name="Freeform 9">
              <a:extLst>
                <a:ext uri="{FF2B5EF4-FFF2-40B4-BE49-F238E27FC236}">
                  <a16:creationId xmlns:a16="http://schemas.microsoft.com/office/drawing/2014/main" id="{33F5AFA1-6939-3CE8-6466-1DA07A1C3933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A9AFA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9F65FB1F-47C8-4FB8-9BE6-FBA059C05F13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1A9AFA"/>
                </a:gs>
                <a:gs pos="72000">
                  <a:srgbClr val="7815EF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64762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B25F44-CAE3-AE0B-B97B-B0F6E4B43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200" b="1" i="0" kern="1200" dirty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56B07FF-EEC9-1AAF-D6AA-4A7B50DDCDCB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A4EA053F-04BB-B164-7E1F-37E5E15DC4D2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1A9AFA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1AB1FC5B-9FF2-2F4D-6548-CB7E2DC1C8F0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F1FA11B-E1B0-8F78-4F54-15C754B01FAB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9345224" y="5422966"/>
            <a:ext cx="2437200" cy="1056582"/>
            <a:chOff x="1333500" y="1365250"/>
            <a:chExt cx="7772399" cy="3369514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C441207-5DCD-B928-3FFF-3CB38D831180}"/>
                </a:ext>
              </a:extLst>
            </p:cNvPr>
            <p:cNvSpPr/>
            <p:nvPr/>
          </p:nvSpPr>
          <p:spPr bwMode="invGray">
            <a:xfrm>
              <a:off x="3765639" y="2990756"/>
              <a:ext cx="635704" cy="857763"/>
            </a:xfrm>
            <a:custGeom>
              <a:avLst/>
              <a:gdLst>
                <a:gd name="connsiteX0" fmla="*/ 504506 w 635704"/>
                <a:gd name="connsiteY0" fmla="*/ 268512 h 857763"/>
                <a:gd name="connsiteX1" fmla="*/ 494014 w 635704"/>
                <a:gd name="connsiteY1" fmla="*/ 205730 h 857763"/>
                <a:gd name="connsiteX2" fmla="*/ 464323 w 635704"/>
                <a:gd name="connsiteY2" fmla="*/ 159400 h 857763"/>
                <a:gd name="connsiteX3" fmla="*/ 417922 w 635704"/>
                <a:gd name="connsiteY3" fmla="*/ 130997 h 857763"/>
                <a:gd name="connsiteX4" fmla="*/ 357142 w 635704"/>
                <a:gd name="connsiteY4" fmla="*/ 121374 h 857763"/>
                <a:gd name="connsiteX5" fmla="*/ 126457 w 635704"/>
                <a:gd name="connsiteY5" fmla="*/ 121374 h 857763"/>
                <a:gd name="connsiteX6" fmla="*/ 126457 w 635704"/>
                <a:gd name="connsiteY6" fmla="*/ 416892 h 857763"/>
                <a:gd name="connsiteX7" fmla="*/ 357142 w 635704"/>
                <a:gd name="connsiteY7" fmla="*/ 416892 h 857763"/>
                <a:gd name="connsiteX8" fmla="*/ 467976 w 635704"/>
                <a:gd name="connsiteY8" fmla="*/ 377391 h 857763"/>
                <a:gd name="connsiteX9" fmla="*/ 504506 w 635704"/>
                <a:gd name="connsiteY9" fmla="*/ 268512 h 857763"/>
                <a:gd name="connsiteX10" fmla="*/ 635704 w 635704"/>
                <a:gd name="connsiteY10" fmla="*/ 268512 h 857763"/>
                <a:gd name="connsiteX11" fmla="*/ 614719 w 635704"/>
                <a:gd name="connsiteY11" fmla="*/ 385152 h 857763"/>
                <a:gd name="connsiteX12" fmla="*/ 556037 w 635704"/>
                <a:gd name="connsiteY12" fmla="*/ 469198 h 857763"/>
                <a:gd name="connsiteX13" fmla="*/ 466111 w 635704"/>
                <a:gd name="connsiteY13" fmla="*/ 520339 h 857763"/>
                <a:gd name="connsiteX14" fmla="*/ 351079 w 635704"/>
                <a:gd name="connsiteY14" fmla="*/ 537722 h 857763"/>
                <a:gd name="connsiteX15" fmla="*/ 126379 w 635704"/>
                <a:gd name="connsiteY15" fmla="*/ 537722 h 857763"/>
                <a:gd name="connsiteX16" fmla="*/ 126379 w 635704"/>
                <a:gd name="connsiteY16" fmla="*/ 857764 h 857763"/>
                <a:gd name="connsiteX17" fmla="*/ 0 w 635704"/>
                <a:gd name="connsiteY17" fmla="*/ 857764 h 857763"/>
                <a:gd name="connsiteX18" fmla="*/ 0 w 635704"/>
                <a:gd name="connsiteY18" fmla="*/ 0 h 857763"/>
                <a:gd name="connsiteX19" fmla="*/ 359474 w 635704"/>
                <a:gd name="connsiteY19" fmla="*/ 0 h 857763"/>
                <a:gd name="connsiteX20" fmla="*/ 469375 w 635704"/>
                <a:gd name="connsiteY20" fmla="*/ 17073 h 857763"/>
                <a:gd name="connsiteX21" fmla="*/ 556815 w 635704"/>
                <a:gd name="connsiteY21" fmla="*/ 67594 h 857763"/>
                <a:gd name="connsiteX22" fmla="*/ 614641 w 635704"/>
                <a:gd name="connsiteY22" fmla="*/ 151639 h 857763"/>
                <a:gd name="connsiteX23" fmla="*/ 635627 w 635704"/>
                <a:gd name="connsiteY23" fmla="*/ 268590 h 857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35704" h="857763">
                  <a:moveTo>
                    <a:pt x="504506" y="268512"/>
                  </a:moveTo>
                  <a:cubicBezTo>
                    <a:pt x="504506" y="244998"/>
                    <a:pt x="501009" y="224044"/>
                    <a:pt x="494014" y="205730"/>
                  </a:cubicBezTo>
                  <a:cubicBezTo>
                    <a:pt x="487018" y="187415"/>
                    <a:pt x="477148" y="171972"/>
                    <a:pt x="464323" y="159400"/>
                  </a:cubicBezTo>
                  <a:cubicBezTo>
                    <a:pt x="451576" y="146828"/>
                    <a:pt x="436031" y="137360"/>
                    <a:pt x="417922" y="130997"/>
                  </a:cubicBezTo>
                  <a:cubicBezTo>
                    <a:pt x="399734" y="124633"/>
                    <a:pt x="379448" y="121374"/>
                    <a:pt x="357142" y="121374"/>
                  </a:cubicBezTo>
                  <a:lnTo>
                    <a:pt x="126457" y="121374"/>
                  </a:lnTo>
                  <a:lnTo>
                    <a:pt x="126457" y="416892"/>
                  </a:lnTo>
                  <a:lnTo>
                    <a:pt x="357142" y="416892"/>
                  </a:lnTo>
                  <a:cubicBezTo>
                    <a:pt x="406652" y="416892"/>
                    <a:pt x="443571" y="403699"/>
                    <a:pt x="467976" y="377391"/>
                  </a:cubicBezTo>
                  <a:cubicBezTo>
                    <a:pt x="492304" y="351083"/>
                    <a:pt x="504506" y="314764"/>
                    <a:pt x="504506" y="268512"/>
                  </a:cubicBezTo>
                  <a:moveTo>
                    <a:pt x="635704" y="268512"/>
                  </a:moveTo>
                  <a:cubicBezTo>
                    <a:pt x="635704" y="312746"/>
                    <a:pt x="628709" y="351626"/>
                    <a:pt x="614719" y="385152"/>
                  </a:cubicBezTo>
                  <a:cubicBezTo>
                    <a:pt x="600729" y="418677"/>
                    <a:pt x="581220" y="446692"/>
                    <a:pt x="556037" y="469198"/>
                  </a:cubicBezTo>
                  <a:cubicBezTo>
                    <a:pt x="530855" y="491703"/>
                    <a:pt x="500931" y="508776"/>
                    <a:pt x="466111" y="520339"/>
                  </a:cubicBezTo>
                  <a:cubicBezTo>
                    <a:pt x="431368" y="531902"/>
                    <a:pt x="393050" y="537722"/>
                    <a:pt x="351079" y="537722"/>
                  </a:cubicBezTo>
                  <a:lnTo>
                    <a:pt x="126379" y="537722"/>
                  </a:lnTo>
                  <a:lnTo>
                    <a:pt x="126379" y="857764"/>
                  </a:lnTo>
                  <a:lnTo>
                    <a:pt x="0" y="857764"/>
                  </a:lnTo>
                  <a:lnTo>
                    <a:pt x="0" y="0"/>
                  </a:lnTo>
                  <a:lnTo>
                    <a:pt x="359474" y="0"/>
                  </a:lnTo>
                  <a:cubicBezTo>
                    <a:pt x="398957" y="0"/>
                    <a:pt x="435643" y="5665"/>
                    <a:pt x="469375" y="17073"/>
                  </a:cubicBezTo>
                  <a:cubicBezTo>
                    <a:pt x="503107" y="28481"/>
                    <a:pt x="532254" y="45321"/>
                    <a:pt x="556815" y="67594"/>
                  </a:cubicBezTo>
                  <a:cubicBezTo>
                    <a:pt x="581375" y="89944"/>
                    <a:pt x="600651" y="117959"/>
                    <a:pt x="614641" y="151639"/>
                  </a:cubicBezTo>
                  <a:cubicBezTo>
                    <a:pt x="628632" y="185320"/>
                    <a:pt x="635627" y="224277"/>
                    <a:pt x="635627" y="268590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046087A-DCB2-BDAB-EFF5-85751F3737F0}"/>
                </a:ext>
              </a:extLst>
            </p:cNvPr>
            <p:cNvSpPr/>
            <p:nvPr/>
          </p:nvSpPr>
          <p:spPr bwMode="invGray">
            <a:xfrm>
              <a:off x="4442770" y="3191752"/>
              <a:ext cx="524092" cy="670503"/>
            </a:xfrm>
            <a:custGeom>
              <a:avLst/>
              <a:gdLst>
                <a:gd name="connsiteX0" fmla="*/ 400201 w 524092"/>
                <a:gd name="connsiteY0" fmla="*/ 382125 h 670503"/>
                <a:gd name="connsiteX1" fmla="*/ 367868 w 524092"/>
                <a:gd name="connsiteY1" fmla="*/ 369243 h 670503"/>
                <a:gd name="connsiteX2" fmla="*/ 337944 w 524092"/>
                <a:gd name="connsiteY2" fmla="*/ 361482 h 670503"/>
                <a:gd name="connsiteX3" fmla="*/ 300559 w 524092"/>
                <a:gd name="connsiteY3" fmla="*/ 356128 h 670503"/>
                <a:gd name="connsiteX4" fmla="*/ 252914 w 524092"/>
                <a:gd name="connsiteY4" fmla="*/ 354032 h 670503"/>
                <a:gd name="connsiteX5" fmla="*/ 156225 w 524092"/>
                <a:gd name="connsiteY5" fmla="*/ 379719 h 670503"/>
                <a:gd name="connsiteX6" fmla="*/ 120550 w 524092"/>
                <a:gd name="connsiteY6" fmla="*/ 449719 h 670503"/>
                <a:gd name="connsiteX7" fmla="*/ 130732 w 524092"/>
                <a:gd name="connsiteY7" fmla="*/ 498454 h 670503"/>
                <a:gd name="connsiteX8" fmla="*/ 156458 w 524092"/>
                <a:gd name="connsiteY8" fmla="*/ 531048 h 670503"/>
                <a:gd name="connsiteX9" fmla="*/ 193300 w 524092"/>
                <a:gd name="connsiteY9" fmla="*/ 549906 h 670503"/>
                <a:gd name="connsiteX10" fmla="*/ 244520 w 524092"/>
                <a:gd name="connsiteY10" fmla="*/ 556192 h 670503"/>
                <a:gd name="connsiteX11" fmla="*/ 293019 w 524092"/>
                <a:gd name="connsiteY11" fmla="*/ 548975 h 670503"/>
                <a:gd name="connsiteX12" fmla="*/ 336778 w 524092"/>
                <a:gd name="connsiteY12" fmla="*/ 530117 h 670503"/>
                <a:gd name="connsiteX13" fmla="*/ 373308 w 524092"/>
                <a:gd name="connsiteY13" fmla="*/ 503809 h 670503"/>
                <a:gd name="connsiteX14" fmla="*/ 400279 w 524092"/>
                <a:gd name="connsiteY14" fmla="*/ 474164 h 670503"/>
                <a:gd name="connsiteX15" fmla="*/ 400279 w 524092"/>
                <a:gd name="connsiteY15" fmla="*/ 382047 h 670503"/>
                <a:gd name="connsiteX16" fmla="*/ 400201 w 524092"/>
                <a:gd name="connsiteY16" fmla="*/ 656690 h 670503"/>
                <a:gd name="connsiteX17" fmla="*/ 400201 w 524092"/>
                <a:gd name="connsiteY17" fmla="*/ 593287 h 670503"/>
                <a:gd name="connsiteX18" fmla="*/ 359474 w 524092"/>
                <a:gd name="connsiteY18" fmla="*/ 626502 h 670503"/>
                <a:gd name="connsiteX19" fmla="*/ 325897 w 524092"/>
                <a:gd name="connsiteY19" fmla="*/ 646291 h 670503"/>
                <a:gd name="connsiteX20" fmla="*/ 281905 w 524092"/>
                <a:gd name="connsiteY20" fmla="*/ 663054 h 670503"/>
                <a:gd name="connsiteX21" fmla="*/ 223534 w 524092"/>
                <a:gd name="connsiteY21" fmla="*/ 670504 h 670503"/>
                <a:gd name="connsiteX22" fmla="*/ 144722 w 524092"/>
                <a:gd name="connsiteY22" fmla="*/ 658863 h 670503"/>
                <a:gd name="connsiteX23" fmla="*/ 72827 w 524092"/>
                <a:gd name="connsiteY23" fmla="*/ 621225 h 670503"/>
                <a:gd name="connsiteX24" fmla="*/ 20364 w 524092"/>
                <a:gd name="connsiteY24" fmla="*/ 553942 h 670503"/>
                <a:gd name="connsiteX25" fmla="*/ 0 w 524092"/>
                <a:gd name="connsiteY25" fmla="*/ 453444 h 670503"/>
                <a:gd name="connsiteX26" fmla="*/ 19431 w 524092"/>
                <a:gd name="connsiteY26" fmla="*/ 360473 h 670503"/>
                <a:gd name="connsiteX27" fmla="*/ 73371 w 524092"/>
                <a:gd name="connsiteY27" fmla="*/ 295596 h 670503"/>
                <a:gd name="connsiteX28" fmla="*/ 154826 w 524092"/>
                <a:gd name="connsiteY28" fmla="*/ 257570 h 670503"/>
                <a:gd name="connsiteX29" fmla="*/ 256334 w 524092"/>
                <a:gd name="connsiteY29" fmla="*/ 245308 h 670503"/>
                <a:gd name="connsiteX30" fmla="*/ 341986 w 524092"/>
                <a:gd name="connsiteY30" fmla="*/ 252215 h 670503"/>
                <a:gd name="connsiteX31" fmla="*/ 400123 w 524092"/>
                <a:gd name="connsiteY31" fmla="*/ 269831 h 670503"/>
                <a:gd name="connsiteX32" fmla="*/ 400123 w 524092"/>
                <a:gd name="connsiteY32" fmla="*/ 221949 h 670503"/>
                <a:gd name="connsiteX33" fmla="*/ 368956 w 524092"/>
                <a:gd name="connsiteY33" fmla="*/ 141240 h 670503"/>
                <a:gd name="connsiteX34" fmla="*/ 278485 w 524092"/>
                <a:gd name="connsiteY34" fmla="*/ 113148 h 670503"/>
                <a:gd name="connsiteX35" fmla="*/ 188636 w 524092"/>
                <a:gd name="connsiteY35" fmla="*/ 122693 h 670503"/>
                <a:gd name="connsiteX36" fmla="*/ 110757 w 524092"/>
                <a:gd name="connsiteY36" fmla="*/ 153192 h 670503"/>
                <a:gd name="connsiteX37" fmla="*/ 61635 w 524092"/>
                <a:gd name="connsiteY37" fmla="*/ 58048 h 670503"/>
                <a:gd name="connsiteX38" fmla="*/ 160733 w 524092"/>
                <a:gd name="connsiteY38" fmla="*/ 14667 h 670503"/>
                <a:gd name="connsiteX39" fmla="*/ 282060 w 524092"/>
                <a:gd name="connsiteY39" fmla="*/ 0 h 670503"/>
                <a:gd name="connsiteX40" fmla="*/ 380614 w 524092"/>
                <a:gd name="connsiteY40" fmla="*/ 13193 h 670503"/>
                <a:gd name="connsiteX41" fmla="*/ 457017 w 524092"/>
                <a:gd name="connsiteY41" fmla="*/ 53314 h 670503"/>
                <a:gd name="connsiteX42" fmla="*/ 506450 w 524092"/>
                <a:gd name="connsiteY42" fmla="*/ 120908 h 670503"/>
                <a:gd name="connsiteX43" fmla="*/ 524093 w 524092"/>
                <a:gd name="connsiteY43" fmla="*/ 216051 h 670503"/>
                <a:gd name="connsiteX44" fmla="*/ 524093 w 524092"/>
                <a:gd name="connsiteY44" fmla="*/ 656923 h 670503"/>
                <a:gd name="connsiteX45" fmla="*/ 400123 w 524092"/>
                <a:gd name="connsiteY45" fmla="*/ 65692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24092" h="670503">
                  <a:moveTo>
                    <a:pt x="400201" y="382125"/>
                  </a:moveTo>
                  <a:cubicBezTo>
                    <a:pt x="388231" y="376538"/>
                    <a:pt x="377428" y="372269"/>
                    <a:pt x="367868" y="369243"/>
                  </a:cubicBezTo>
                  <a:cubicBezTo>
                    <a:pt x="358308" y="366216"/>
                    <a:pt x="348359" y="363655"/>
                    <a:pt x="337944" y="361482"/>
                  </a:cubicBezTo>
                  <a:cubicBezTo>
                    <a:pt x="327607" y="359309"/>
                    <a:pt x="315093" y="357524"/>
                    <a:pt x="300559" y="356128"/>
                  </a:cubicBezTo>
                  <a:cubicBezTo>
                    <a:pt x="285946" y="354731"/>
                    <a:pt x="270091" y="354032"/>
                    <a:pt x="252914" y="354032"/>
                  </a:cubicBezTo>
                  <a:cubicBezTo>
                    <a:pt x="212186" y="354032"/>
                    <a:pt x="179931" y="362646"/>
                    <a:pt x="156225" y="379719"/>
                  </a:cubicBezTo>
                  <a:cubicBezTo>
                    <a:pt x="132442" y="396870"/>
                    <a:pt x="120550" y="420229"/>
                    <a:pt x="120550" y="449719"/>
                  </a:cubicBezTo>
                  <a:cubicBezTo>
                    <a:pt x="120550" y="468809"/>
                    <a:pt x="123892" y="485106"/>
                    <a:pt x="130732" y="498454"/>
                  </a:cubicBezTo>
                  <a:cubicBezTo>
                    <a:pt x="137494" y="511802"/>
                    <a:pt x="146121" y="522667"/>
                    <a:pt x="156458" y="531048"/>
                  </a:cubicBezTo>
                  <a:cubicBezTo>
                    <a:pt x="166796" y="539430"/>
                    <a:pt x="179154" y="545716"/>
                    <a:pt x="193300" y="549906"/>
                  </a:cubicBezTo>
                  <a:cubicBezTo>
                    <a:pt x="207523" y="554097"/>
                    <a:pt x="224545" y="556192"/>
                    <a:pt x="244520" y="556192"/>
                  </a:cubicBezTo>
                  <a:cubicBezTo>
                    <a:pt x="261308" y="556192"/>
                    <a:pt x="277475" y="553787"/>
                    <a:pt x="293019" y="548975"/>
                  </a:cubicBezTo>
                  <a:cubicBezTo>
                    <a:pt x="308642" y="544164"/>
                    <a:pt x="323176" y="537955"/>
                    <a:pt x="336778" y="530117"/>
                  </a:cubicBezTo>
                  <a:cubicBezTo>
                    <a:pt x="350380" y="522357"/>
                    <a:pt x="362505" y="513587"/>
                    <a:pt x="373308" y="503809"/>
                  </a:cubicBezTo>
                  <a:cubicBezTo>
                    <a:pt x="384112" y="494031"/>
                    <a:pt x="393050" y="484175"/>
                    <a:pt x="400279" y="474164"/>
                  </a:cubicBezTo>
                  <a:lnTo>
                    <a:pt x="400279" y="382047"/>
                  </a:lnTo>
                  <a:close/>
                  <a:moveTo>
                    <a:pt x="400201" y="656690"/>
                  </a:moveTo>
                  <a:lnTo>
                    <a:pt x="400201" y="593287"/>
                  </a:lnTo>
                  <a:cubicBezTo>
                    <a:pt x="383801" y="608498"/>
                    <a:pt x="370277" y="619518"/>
                    <a:pt x="359474" y="626502"/>
                  </a:cubicBezTo>
                  <a:cubicBezTo>
                    <a:pt x="348670" y="633486"/>
                    <a:pt x="337555" y="640083"/>
                    <a:pt x="325897" y="646291"/>
                  </a:cubicBezTo>
                  <a:cubicBezTo>
                    <a:pt x="314316" y="652422"/>
                    <a:pt x="299626" y="658009"/>
                    <a:pt x="281905" y="663054"/>
                  </a:cubicBezTo>
                  <a:cubicBezTo>
                    <a:pt x="264106" y="668021"/>
                    <a:pt x="244675" y="670504"/>
                    <a:pt x="223534" y="670504"/>
                  </a:cubicBezTo>
                  <a:cubicBezTo>
                    <a:pt x="197574" y="670504"/>
                    <a:pt x="171304" y="666624"/>
                    <a:pt x="144722" y="658863"/>
                  </a:cubicBezTo>
                  <a:cubicBezTo>
                    <a:pt x="118140" y="651103"/>
                    <a:pt x="94201" y="638531"/>
                    <a:pt x="72827" y="621225"/>
                  </a:cubicBezTo>
                  <a:cubicBezTo>
                    <a:pt x="51453" y="603842"/>
                    <a:pt x="33965" y="581414"/>
                    <a:pt x="20364" y="553942"/>
                  </a:cubicBezTo>
                  <a:cubicBezTo>
                    <a:pt x="6762" y="526470"/>
                    <a:pt x="0" y="492945"/>
                    <a:pt x="0" y="453444"/>
                  </a:cubicBezTo>
                  <a:cubicBezTo>
                    <a:pt x="0" y="417591"/>
                    <a:pt x="6451" y="386549"/>
                    <a:pt x="19431" y="360473"/>
                  </a:cubicBezTo>
                  <a:cubicBezTo>
                    <a:pt x="32411" y="334321"/>
                    <a:pt x="50365" y="312747"/>
                    <a:pt x="73371" y="295596"/>
                  </a:cubicBezTo>
                  <a:cubicBezTo>
                    <a:pt x="96378" y="278445"/>
                    <a:pt x="123503" y="265796"/>
                    <a:pt x="154826" y="257570"/>
                  </a:cubicBezTo>
                  <a:cubicBezTo>
                    <a:pt x="186149" y="249421"/>
                    <a:pt x="220037" y="245308"/>
                    <a:pt x="256334" y="245308"/>
                  </a:cubicBezTo>
                  <a:cubicBezTo>
                    <a:pt x="290299" y="245308"/>
                    <a:pt x="318824" y="247636"/>
                    <a:pt x="341986" y="252215"/>
                  </a:cubicBezTo>
                  <a:cubicBezTo>
                    <a:pt x="365147" y="256794"/>
                    <a:pt x="384501" y="262692"/>
                    <a:pt x="400123" y="269831"/>
                  </a:cubicBezTo>
                  <a:lnTo>
                    <a:pt x="400123" y="221949"/>
                  </a:lnTo>
                  <a:cubicBezTo>
                    <a:pt x="400123" y="186872"/>
                    <a:pt x="389786" y="159943"/>
                    <a:pt x="368956" y="141240"/>
                  </a:cubicBezTo>
                  <a:cubicBezTo>
                    <a:pt x="348203" y="122538"/>
                    <a:pt x="317969" y="113148"/>
                    <a:pt x="278485" y="113148"/>
                  </a:cubicBezTo>
                  <a:cubicBezTo>
                    <a:pt x="245297" y="113148"/>
                    <a:pt x="215373" y="116329"/>
                    <a:pt x="188636" y="122693"/>
                  </a:cubicBezTo>
                  <a:cubicBezTo>
                    <a:pt x="161899" y="129057"/>
                    <a:pt x="135939" y="139223"/>
                    <a:pt x="110757" y="153192"/>
                  </a:cubicBezTo>
                  <a:lnTo>
                    <a:pt x="61635" y="58048"/>
                  </a:lnTo>
                  <a:cubicBezTo>
                    <a:pt x="92414" y="38880"/>
                    <a:pt x="125446" y="24445"/>
                    <a:pt x="160733" y="14667"/>
                  </a:cubicBezTo>
                  <a:cubicBezTo>
                    <a:pt x="196098" y="4889"/>
                    <a:pt x="236514" y="0"/>
                    <a:pt x="282060" y="0"/>
                  </a:cubicBezTo>
                  <a:cubicBezTo>
                    <a:pt x="317969" y="0"/>
                    <a:pt x="350846" y="4423"/>
                    <a:pt x="380614" y="13193"/>
                  </a:cubicBezTo>
                  <a:cubicBezTo>
                    <a:pt x="410383" y="21962"/>
                    <a:pt x="435798" y="35310"/>
                    <a:pt x="457017" y="53314"/>
                  </a:cubicBezTo>
                  <a:cubicBezTo>
                    <a:pt x="478158" y="71241"/>
                    <a:pt x="494635" y="93746"/>
                    <a:pt x="506450" y="120908"/>
                  </a:cubicBezTo>
                  <a:cubicBezTo>
                    <a:pt x="518264" y="148070"/>
                    <a:pt x="524093" y="179732"/>
                    <a:pt x="524093" y="216051"/>
                  </a:cubicBezTo>
                  <a:lnTo>
                    <a:pt x="524093" y="656923"/>
                  </a:lnTo>
                  <a:lnTo>
                    <a:pt x="400123" y="656923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571C7E5-92F9-0CBB-C84F-CC12D5EED744}"/>
                </a:ext>
              </a:extLst>
            </p:cNvPr>
            <p:cNvSpPr/>
            <p:nvPr/>
          </p:nvSpPr>
          <p:spPr bwMode="invGray">
            <a:xfrm>
              <a:off x="5089745" y="3191596"/>
              <a:ext cx="382790" cy="656767"/>
            </a:xfrm>
            <a:custGeom>
              <a:avLst/>
              <a:gdLst>
                <a:gd name="connsiteX0" fmla="*/ 349369 w 382790"/>
                <a:gd name="connsiteY0" fmla="*/ 147216 h 656767"/>
                <a:gd name="connsiteX1" fmla="*/ 306543 w 382790"/>
                <a:gd name="connsiteY1" fmla="*/ 129833 h 656767"/>
                <a:gd name="connsiteX2" fmla="*/ 252914 w 382790"/>
                <a:gd name="connsiteY2" fmla="*/ 123857 h 656767"/>
                <a:gd name="connsiteX3" fmla="*/ 159412 w 382790"/>
                <a:gd name="connsiteY3" fmla="*/ 165375 h 656767"/>
                <a:gd name="connsiteX4" fmla="*/ 126457 w 382790"/>
                <a:gd name="connsiteY4" fmla="*/ 289465 h 656767"/>
                <a:gd name="connsiteX5" fmla="*/ 126457 w 382790"/>
                <a:gd name="connsiteY5" fmla="*/ 656768 h 656767"/>
                <a:gd name="connsiteX6" fmla="*/ 0 w 382790"/>
                <a:gd name="connsiteY6" fmla="*/ 656768 h 656767"/>
                <a:gd name="connsiteX7" fmla="*/ 0 w 382790"/>
                <a:gd name="connsiteY7" fmla="*/ 13736 h 656767"/>
                <a:gd name="connsiteX8" fmla="*/ 126457 w 382790"/>
                <a:gd name="connsiteY8" fmla="*/ 13736 h 656767"/>
                <a:gd name="connsiteX9" fmla="*/ 126457 w 382790"/>
                <a:gd name="connsiteY9" fmla="*/ 74733 h 656767"/>
                <a:gd name="connsiteX10" fmla="*/ 152805 w 382790"/>
                <a:gd name="connsiteY10" fmla="*/ 45088 h 656767"/>
                <a:gd name="connsiteX11" fmla="*/ 187237 w 382790"/>
                <a:gd name="connsiteY11" fmla="*/ 21497 h 656767"/>
                <a:gd name="connsiteX12" fmla="*/ 227654 w 382790"/>
                <a:gd name="connsiteY12" fmla="*/ 5665 h 656767"/>
                <a:gd name="connsiteX13" fmla="*/ 273200 w 382790"/>
                <a:gd name="connsiteY13" fmla="*/ 0 h 656767"/>
                <a:gd name="connsiteX14" fmla="*/ 337866 w 382790"/>
                <a:gd name="connsiteY14" fmla="*/ 7217 h 656767"/>
                <a:gd name="connsiteX15" fmla="*/ 382791 w 382790"/>
                <a:gd name="connsiteY15" fmla="*/ 26929 h 656767"/>
                <a:gd name="connsiteX16" fmla="*/ 349214 w 382790"/>
                <a:gd name="connsiteY16" fmla="*/ 147138 h 65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2790" h="656767">
                  <a:moveTo>
                    <a:pt x="349369" y="147216"/>
                  </a:moveTo>
                  <a:cubicBezTo>
                    <a:pt x="335768" y="139611"/>
                    <a:pt x="321467" y="133868"/>
                    <a:pt x="306543" y="129833"/>
                  </a:cubicBezTo>
                  <a:cubicBezTo>
                    <a:pt x="291543" y="125875"/>
                    <a:pt x="273666" y="123857"/>
                    <a:pt x="252914" y="123857"/>
                  </a:cubicBezTo>
                  <a:cubicBezTo>
                    <a:pt x="212575" y="123857"/>
                    <a:pt x="181408" y="137671"/>
                    <a:pt x="159412" y="165375"/>
                  </a:cubicBezTo>
                  <a:cubicBezTo>
                    <a:pt x="137416" y="193158"/>
                    <a:pt x="126457" y="234443"/>
                    <a:pt x="126457" y="289465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3608" y="63946"/>
                    <a:pt x="142390" y="54090"/>
                    <a:pt x="152805" y="45088"/>
                  </a:cubicBezTo>
                  <a:cubicBezTo>
                    <a:pt x="163220" y="36164"/>
                    <a:pt x="174646" y="28248"/>
                    <a:pt x="187237" y="21497"/>
                  </a:cubicBezTo>
                  <a:cubicBezTo>
                    <a:pt x="199828" y="14745"/>
                    <a:pt x="213275" y="9468"/>
                    <a:pt x="227654" y="5665"/>
                  </a:cubicBezTo>
                  <a:cubicBezTo>
                    <a:pt x="242032" y="1863"/>
                    <a:pt x="257189" y="0"/>
                    <a:pt x="273200" y="0"/>
                  </a:cubicBezTo>
                  <a:cubicBezTo>
                    <a:pt x="299160" y="0"/>
                    <a:pt x="320689" y="2406"/>
                    <a:pt x="337866" y="7217"/>
                  </a:cubicBezTo>
                  <a:cubicBezTo>
                    <a:pt x="355043" y="12029"/>
                    <a:pt x="370044" y="18547"/>
                    <a:pt x="382791" y="26929"/>
                  </a:cubicBezTo>
                  <a:lnTo>
                    <a:pt x="349214" y="147138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CDFAE2D5-3A65-72A3-B936-BDAE9594627B}"/>
                </a:ext>
              </a:extLst>
            </p:cNvPr>
            <p:cNvSpPr/>
            <p:nvPr/>
          </p:nvSpPr>
          <p:spPr bwMode="invGray">
            <a:xfrm>
              <a:off x="5546296" y="2955446"/>
              <a:ext cx="375018" cy="906809"/>
            </a:xfrm>
            <a:custGeom>
              <a:avLst/>
              <a:gdLst>
                <a:gd name="connsiteX0" fmla="*/ 360639 w 375018"/>
                <a:gd name="connsiteY0" fmla="*/ 876854 h 906809"/>
                <a:gd name="connsiteX1" fmla="*/ 305844 w 375018"/>
                <a:gd name="connsiteY1" fmla="*/ 898428 h 906809"/>
                <a:gd name="connsiteX2" fmla="*/ 236669 w 375018"/>
                <a:gd name="connsiteY2" fmla="*/ 906810 h 906809"/>
                <a:gd name="connsiteX3" fmla="*/ 178843 w 375018"/>
                <a:gd name="connsiteY3" fmla="*/ 897575 h 906809"/>
                <a:gd name="connsiteX4" fmla="*/ 133608 w 375018"/>
                <a:gd name="connsiteY4" fmla="*/ 868240 h 906809"/>
                <a:gd name="connsiteX5" fmla="*/ 102440 w 375018"/>
                <a:gd name="connsiteY5" fmla="*/ 815625 h 906809"/>
                <a:gd name="connsiteX6" fmla="*/ 91636 w 375018"/>
                <a:gd name="connsiteY6" fmla="*/ 736390 h 906809"/>
                <a:gd name="connsiteX7" fmla="*/ 91636 w 375018"/>
                <a:gd name="connsiteY7" fmla="*/ 364897 h 906809"/>
                <a:gd name="connsiteX8" fmla="*/ 0 w 375018"/>
                <a:gd name="connsiteY8" fmla="*/ 364897 h 906809"/>
                <a:gd name="connsiteX9" fmla="*/ 0 w 375018"/>
                <a:gd name="connsiteY9" fmla="*/ 250042 h 906809"/>
                <a:gd name="connsiteX10" fmla="*/ 91636 w 375018"/>
                <a:gd name="connsiteY10" fmla="*/ 250042 h 906809"/>
                <a:gd name="connsiteX11" fmla="*/ 91636 w 375018"/>
                <a:gd name="connsiteY11" fmla="*/ 66430 h 906809"/>
                <a:gd name="connsiteX12" fmla="*/ 215606 w 375018"/>
                <a:gd name="connsiteY12" fmla="*/ 0 h 906809"/>
                <a:gd name="connsiteX13" fmla="*/ 215606 w 375018"/>
                <a:gd name="connsiteY13" fmla="*/ 250042 h 906809"/>
                <a:gd name="connsiteX14" fmla="*/ 375018 w 375018"/>
                <a:gd name="connsiteY14" fmla="*/ 250042 h 906809"/>
                <a:gd name="connsiteX15" fmla="*/ 375018 w 375018"/>
                <a:gd name="connsiteY15" fmla="*/ 364897 h 906809"/>
                <a:gd name="connsiteX16" fmla="*/ 215606 w 375018"/>
                <a:gd name="connsiteY16" fmla="*/ 364897 h 906809"/>
                <a:gd name="connsiteX17" fmla="*/ 215606 w 375018"/>
                <a:gd name="connsiteY17" fmla="*/ 714195 h 906809"/>
                <a:gd name="connsiteX18" fmla="*/ 219493 w 375018"/>
                <a:gd name="connsiteY18" fmla="*/ 751601 h 906809"/>
                <a:gd name="connsiteX19" fmla="*/ 231462 w 375018"/>
                <a:gd name="connsiteY19" fmla="*/ 775192 h 906809"/>
                <a:gd name="connsiteX20" fmla="*/ 252137 w 375018"/>
                <a:gd name="connsiteY20" fmla="*/ 787764 h 906809"/>
                <a:gd name="connsiteX21" fmla="*/ 282060 w 375018"/>
                <a:gd name="connsiteY21" fmla="*/ 791412 h 906809"/>
                <a:gd name="connsiteX22" fmla="*/ 332115 w 375018"/>
                <a:gd name="connsiteY22" fmla="*/ 783651 h 906809"/>
                <a:gd name="connsiteX23" fmla="*/ 374941 w 375018"/>
                <a:gd name="connsiteY23" fmla="*/ 765725 h 906809"/>
                <a:gd name="connsiteX24" fmla="*/ 360561 w 375018"/>
                <a:gd name="connsiteY24" fmla="*/ 877010 h 90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5018" h="906809">
                  <a:moveTo>
                    <a:pt x="360639" y="876854"/>
                  </a:moveTo>
                  <a:cubicBezTo>
                    <a:pt x="345094" y="885624"/>
                    <a:pt x="326752" y="892841"/>
                    <a:pt x="305844" y="898428"/>
                  </a:cubicBezTo>
                  <a:cubicBezTo>
                    <a:pt x="284858" y="904016"/>
                    <a:pt x="261774" y="906810"/>
                    <a:pt x="236669" y="906810"/>
                  </a:cubicBezTo>
                  <a:cubicBezTo>
                    <a:pt x="214674" y="906810"/>
                    <a:pt x="195398" y="903706"/>
                    <a:pt x="178843" y="897575"/>
                  </a:cubicBezTo>
                  <a:cubicBezTo>
                    <a:pt x="162288" y="891366"/>
                    <a:pt x="147209" y="881588"/>
                    <a:pt x="133608" y="868240"/>
                  </a:cubicBezTo>
                  <a:cubicBezTo>
                    <a:pt x="120006" y="854892"/>
                    <a:pt x="109668" y="837354"/>
                    <a:pt x="102440" y="815625"/>
                  </a:cubicBezTo>
                  <a:cubicBezTo>
                    <a:pt x="95212" y="793895"/>
                    <a:pt x="91636" y="767432"/>
                    <a:pt x="91636" y="736390"/>
                  </a:cubicBezTo>
                  <a:lnTo>
                    <a:pt x="91636" y="364897"/>
                  </a:lnTo>
                  <a:lnTo>
                    <a:pt x="0" y="364897"/>
                  </a:lnTo>
                  <a:lnTo>
                    <a:pt x="0" y="250042"/>
                  </a:lnTo>
                  <a:lnTo>
                    <a:pt x="91636" y="250042"/>
                  </a:lnTo>
                  <a:lnTo>
                    <a:pt x="91636" y="66430"/>
                  </a:lnTo>
                  <a:lnTo>
                    <a:pt x="215606" y="0"/>
                  </a:lnTo>
                  <a:lnTo>
                    <a:pt x="215606" y="250042"/>
                  </a:lnTo>
                  <a:lnTo>
                    <a:pt x="375018" y="250042"/>
                  </a:lnTo>
                  <a:lnTo>
                    <a:pt x="375018" y="364897"/>
                  </a:lnTo>
                  <a:lnTo>
                    <a:pt x="215606" y="364897"/>
                  </a:lnTo>
                  <a:lnTo>
                    <a:pt x="215606" y="714195"/>
                  </a:lnTo>
                  <a:cubicBezTo>
                    <a:pt x="215606" y="729328"/>
                    <a:pt x="216927" y="741822"/>
                    <a:pt x="219493" y="751601"/>
                  </a:cubicBezTo>
                  <a:cubicBezTo>
                    <a:pt x="222058" y="761379"/>
                    <a:pt x="226099" y="769217"/>
                    <a:pt x="231462" y="775192"/>
                  </a:cubicBezTo>
                  <a:cubicBezTo>
                    <a:pt x="236825" y="781168"/>
                    <a:pt x="243742" y="785359"/>
                    <a:pt x="252137" y="787764"/>
                  </a:cubicBezTo>
                  <a:cubicBezTo>
                    <a:pt x="260531" y="790170"/>
                    <a:pt x="270479" y="791412"/>
                    <a:pt x="282060" y="791412"/>
                  </a:cubicBezTo>
                  <a:cubicBezTo>
                    <a:pt x="298460" y="791412"/>
                    <a:pt x="315093" y="788851"/>
                    <a:pt x="332115" y="783651"/>
                  </a:cubicBezTo>
                  <a:cubicBezTo>
                    <a:pt x="349058" y="778452"/>
                    <a:pt x="363360" y="772476"/>
                    <a:pt x="374941" y="765725"/>
                  </a:cubicBezTo>
                  <a:lnTo>
                    <a:pt x="360561" y="877010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F0CD31A9-9761-E4E2-0AAC-FEFFB10A0C5C}"/>
                </a:ext>
              </a:extLst>
            </p:cNvPr>
            <p:cNvSpPr/>
            <p:nvPr/>
          </p:nvSpPr>
          <p:spPr bwMode="invGray">
            <a:xfrm>
              <a:off x="6038988" y="2955368"/>
              <a:ext cx="517642" cy="893073"/>
            </a:xfrm>
            <a:custGeom>
              <a:avLst/>
              <a:gdLst>
                <a:gd name="connsiteX0" fmla="*/ 391185 w 517642"/>
                <a:gd name="connsiteY0" fmla="*/ 893074 h 893073"/>
                <a:gd name="connsiteX1" fmla="*/ 391185 w 517642"/>
                <a:gd name="connsiteY1" fmla="*/ 529419 h 893073"/>
                <a:gd name="connsiteX2" fmla="*/ 359396 w 517642"/>
                <a:gd name="connsiteY2" fmla="*/ 396637 h 893073"/>
                <a:gd name="connsiteX3" fmla="*/ 258744 w 517642"/>
                <a:gd name="connsiteY3" fmla="*/ 352946 h 893073"/>
                <a:gd name="connsiteX4" fmla="*/ 204492 w 517642"/>
                <a:gd name="connsiteY4" fmla="*/ 362491 h 893073"/>
                <a:gd name="connsiteX5" fmla="*/ 161977 w 517642"/>
                <a:gd name="connsiteY5" fmla="*/ 394154 h 893073"/>
                <a:gd name="connsiteX6" fmla="*/ 135318 w 517642"/>
                <a:gd name="connsiteY6" fmla="*/ 446227 h 893073"/>
                <a:gd name="connsiteX7" fmla="*/ 126379 w 517642"/>
                <a:gd name="connsiteY7" fmla="*/ 516847 h 893073"/>
                <a:gd name="connsiteX8" fmla="*/ 126379 w 517642"/>
                <a:gd name="connsiteY8" fmla="*/ 893074 h 893073"/>
                <a:gd name="connsiteX9" fmla="*/ 0 w 517642"/>
                <a:gd name="connsiteY9" fmla="*/ 893074 h 893073"/>
                <a:gd name="connsiteX10" fmla="*/ 0 w 517642"/>
                <a:gd name="connsiteY10" fmla="*/ 66430 h 893073"/>
                <a:gd name="connsiteX11" fmla="*/ 126379 w 517642"/>
                <a:gd name="connsiteY11" fmla="*/ 0 h 893073"/>
                <a:gd name="connsiteX12" fmla="*/ 126379 w 517642"/>
                <a:gd name="connsiteY12" fmla="*/ 311039 h 893073"/>
                <a:gd name="connsiteX13" fmla="*/ 155759 w 517642"/>
                <a:gd name="connsiteY13" fmla="*/ 279687 h 893073"/>
                <a:gd name="connsiteX14" fmla="*/ 194155 w 517642"/>
                <a:gd name="connsiteY14" fmla="*/ 256095 h 893073"/>
                <a:gd name="connsiteX15" fmla="*/ 239079 w 517642"/>
                <a:gd name="connsiteY15" fmla="*/ 241428 h 893073"/>
                <a:gd name="connsiteX16" fmla="*/ 288201 w 517642"/>
                <a:gd name="connsiteY16" fmla="*/ 236306 h 893073"/>
                <a:gd name="connsiteX17" fmla="*/ 388853 w 517642"/>
                <a:gd name="connsiteY17" fmla="*/ 254854 h 893073"/>
                <a:gd name="connsiteX18" fmla="*/ 460437 w 517642"/>
                <a:gd name="connsiteY18" fmla="*/ 309565 h 893073"/>
                <a:gd name="connsiteX19" fmla="*/ 503574 w 517642"/>
                <a:gd name="connsiteY19" fmla="*/ 401682 h 893073"/>
                <a:gd name="connsiteX20" fmla="*/ 517642 w 517642"/>
                <a:gd name="connsiteY20" fmla="*/ 524607 h 893073"/>
                <a:gd name="connsiteX21" fmla="*/ 517642 w 517642"/>
                <a:gd name="connsiteY21" fmla="*/ 893074 h 893073"/>
                <a:gd name="connsiteX22" fmla="*/ 391263 w 517642"/>
                <a:gd name="connsiteY22" fmla="*/ 893074 h 893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2" h="893073">
                  <a:moveTo>
                    <a:pt x="391185" y="893074"/>
                  </a:moveTo>
                  <a:lnTo>
                    <a:pt x="391185" y="529419"/>
                  </a:lnTo>
                  <a:cubicBezTo>
                    <a:pt x="391185" y="469974"/>
                    <a:pt x="380615" y="425739"/>
                    <a:pt x="359396" y="396637"/>
                  </a:cubicBezTo>
                  <a:cubicBezTo>
                    <a:pt x="338255" y="367535"/>
                    <a:pt x="304678" y="352946"/>
                    <a:pt x="258744" y="352946"/>
                  </a:cubicBezTo>
                  <a:cubicBezTo>
                    <a:pt x="239157" y="352946"/>
                    <a:pt x="221125" y="356128"/>
                    <a:pt x="204492" y="362491"/>
                  </a:cubicBezTo>
                  <a:cubicBezTo>
                    <a:pt x="187937" y="368855"/>
                    <a:pt x="173713" y="379409"/>
                    <a:pt x="161977" y="394154"/>
                  </a:cubicBezTo>
                  <a:cubicBezTo>
                    <a:pt x="150163" y="408899"/>
                    <a:pt x="141303" y="426282"/>
                    <a:pt x="135318" y="446227"/>
                  </a:cubicBezTo>
                  <a:cubicBezTo>
                    <a:pt x="129333" y="466171"/>
                    <a:pt x="126379" y="489685"/>
                    <a:pt x="126379" y="516847"/>
                  </a:cubicBezTo>
                  <a:lnTo>
                    <a:pt x="126379" y="893074"/>
                  </a:lnTo>
                  <a:lnTo>
                    <a:pt x="0" y="893074"/>
                  </a:lnTo>
                  <a:lnTo>
                    <a:pt x="0" y="66430"/>
                  </a:lnTo>
                  <a:lnTo>
                    <a:pt x="126379" y="0"/>
                  </a:lnTo>
                  <a:lnTo>
                    <a:pt x="126379" y="311039"/>
                  </a:lnTo>
                  <a:cubicBezTo>
                    <a:pt x="134385" y="299476"/>
                    <a:pt x="144178" y="289000"/>
                    <a:pt x="155759" y="279687"/>
                  </a:cubicBezTo>
                  <a:cubicBezTo>
                    <a:pt x="167340" y="270297"/>
                    <a:pt x="180087" y="262459"/>
                    <a:pt x="194155" y="256095"/>
                  </a:cubicBezTo>
                  <a:cubicBezTo>
                    <a:pt x="208067" y="249732"/>
                    <a:pt x="223068" y="244843"/>
                    <a:pt x="239079" y="241428"/>
                  </a:cubicBezTo>
                  <a:cubicBezTo>
                    <a:pt x="255012" y="238013"/>
                    <a:pt x="271413" y="236306"/>
                    <a:pt x="288201" y="236306"/>
                  </a:cubicBezTo>
                  <a:cubicBezTo>
                    <a:pt x="326907" y="236306"/>
                    <a:pt x="360484" y="242514"/>
                    <a:pt x="388853" y="254854"/>
                  </a:cubicBezTo>
                  <a:cubicBezTo>
                    <a:pt x="417223" y="267193"/>
                    <a:pt x="441084" y="285430"/>
                    <a:pt x="460437" y="309565"/>
                  </a:cubicBezTo>
                  <a:cubicBezTo>
                    <a:pt x="479791" y="333700"/>
                    <a:pt x="494169" y="364431"/>
                    <a:pt x="503574" y="401682"/>
                  </a:cubicBezTo>
                  <a:cubicBezTo>
                    <a:pt x="512978" y="439009"/>
                    <a:pt x="517642" y="479985"/>
                    <a:pt x="517642" y="524607"/>
                  </a:cubicBezTo>
                  <a:lnTo>
                    <a:pt x="517642" y="893074"/>
                  </a:lnTo>
                  <a:lnTo>
                    <a:pt x="391263" y="893074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D01F4AE-B195-00F6-5873-3E60EE165A66}"/>
                </a:ext>
              </a:extLst>
            </p:cNvPr>
            <p:cNvSpPr/>
            <p:nvPr/>
          </p:nvSpPr>
          <p:spPr bwMode="invGray">
            <a:xfrm>
              <a:off x="6650598" y="3191674"/>
              <a:ext cx="553550" cy="670581"/>
            </a:xfrm>
            <a:custGeom>
              <a:avLst/>
              <a:gdLst>
                <a:gd name="connsiteX0" fmla="*/ 425850 w 553550"/>
                <a:gd name="connsiteY0" fmla="*/ 275729 h 670581"/>
                <a:gd name="connsiteX1" fmla="*/ 414192 w 553550"/>
                <a:gd name="connsiteY1" fmla="*/ 213568 h 670581"/>
                <a:gd name="connsiteX2" fmla="*/ 386600 w 553550"/>
                <a:gd name="connsiteY2" fmla="*/ 162116 h 670581"/>
                <a:gd name="connsiteX3" fmla="*/ 340509 w 553550"/>
                <a:gd name="connsiteY3" fmla="*/ 127116 h 670581"/>
                <a:gd name="connsiteX4" fmla="*/ 273666 w 553550"/>
                <a:gd name="connsiteY4" fmla="*/ 114234 h 670581"/>
                <a:gd name="connsiteX5" fmla="*/ 214907 w 553550"/>
                <a:gd name="connsiteY5" fmla="*/ 125331 h 670581"/>
                <a:gd name="connsiteX6" fmla="*/ 171770 w 553550"/>
                <a:gd name="connsiteY6" fmla="*/ 156761 h 670581"/>
                <a:gd name="connsiteX7" fmla="*/ 142080 w 553550"/>
                <a:gd name="connsiteY7" fmla="*/ 206739 h 670581"/>
                <a:gd name="connsiteX8" fmla="*/ 126224 w 553550"/>
                <a:gd name="connsiteY8" fmla="*/ 275807 h 670581"/>
                <a:gd name="connsiteX9" fmla="*/ 425772 w 553550"/>
                <a:gd name="connsiteY9" fmla="*/ 275807 h 670581"/>
                <a:gd name="connsiteX10" fmla="*/ 553473 w 553550"/>
                <a:gd name="connsiteY10" fmla="*/ 322447 h 670581"/>
                <a:gd name="connsiteX11" fmla="*/ 552229 w 553550"/>
                <a:gd name="connsiteY11" fmla="*/ 354731 h 670581"/>
                <a:gd name="connsiteX12" fmla="*/ 549820 w 553550"/>
                <a:gd name="connsiteY12" fmla="*/ 379797 h 670581"/>
                <a:gd name="connsiteX13" fmla="*/ 123892 w 553550"/>
                <a:gd name="connsiteY13" fmla="*/ 379797 h 670581"/>
                <a:gd name="connsiteX14" fmla="*/ 144256 w 553550"/>
                <a:gd name="connsiteY14" fmla="*/ 459652 h 670581"/>
                <a:gd name="connsiteX15" fmla="*/ 180786 w 553550"/>
                <a:gd name="connsiteY15" fmla="*/ 514363 h 670581"/>
                <a:gd name="connsiteX16" fmla="*/ 229675 w 553550"/>
                <a:gd name="connsiteY16" fmla="*/ 546104 h 670581"/>
                <a:gd name="connsiteX17" fmla="*/ 286258 w 553550"/>
                <a:gd name="connsiteY17" fmla="*/ 556270 h 670581"/>
                <a:gd name="connsiteX18" fmla="*/ 325819 w 553550"/>
                <a:gd name="connsiteY18" fmla="*/ 552700 h 670581"/>
                <a:gd name="connsiteX19" fmla="*/ 361494 w 553550"/>
                <a:gd name="connsiteY19" fmla="*/ 541913 h 670581"/>
                <a:gd name="connsiteX20" fmla="*/ 391807 w 553550"/>
                <a:gd name="connsiteY20" fmla="*/ 527246 h 670581"/>
                <a:gd name="connsiteX21" fmla="*/ 425928 w 553550"/>
                <a:gd name="connsiteY21" fmla="*/ 504818 h 670581"/>
                <a:gd name="connsiteX22" fmla="*/ 500853 w 553550"/>
                <a:gd name="connsiteY22" fmla="*/ 585604 h 670581"/>
                <a:gd name="connsiteX23" fmla="*/ 454997 w 553550"/>
                <a:gd name="connsiteY23" fmla="*/ 622389 h 670581"/>
                <a:gd name="connsiteX24" fmla="*/ 407662 w 553550"/>
                <a:gd name="connsiteY24" fmla="*/ 647533 h 670581"/>
                <a:gd name="connsiteX25" fmla="*/ 349836 w 553550"/>
                <a:gd name="connsiteY25" fmla="*/ 664606 h 670581"/>
                <a:gd name="connsiteX26" fmla="*/ 278563 w 553550"/>
                <a:gd name="connsiteY26" fmla="*/ 670581 h 670581"/>
                <a:gd name="connsiteX27" fmla="*/ 200062 w 553550"/>
                <a:gd name="connsiteY27" fmla="*/ 658941 h 670581"/>
                <a:gd name="connsiteX28" fmla="*/ 135396 w 553550"/>
                <a:gd name="connsiteY28" fmla="*/ 628442 h 670581"/>
                <a:gd name="connsiteX29" fmla="*/ 84797 w 553550"/>
                <a:gd name="connsiteY29" fmla="*/ 585372 h 670581"/>
                <a:gd name="connsiteX30" fmla="*/ 41971 w 553550"/>
                <a:gd name="connsiteY30" fmla="*/ 523133 h 670581"/>
                <a:gd name="connsiteX31" fmla="*/ 10804 w 553550"/>
                <a:gd name="connsiteY31" fmla="*/ 438233 h 670581"/>
                <a:gd name="connsiteX32" fmla="*/ 0 w 553550"/>
                <a:gd name="connsiteY32" fmla="*/ 335640 h 670581"/>
                <a:gd name="connsiteX33" fmla="*/ 20675 w 553550"/>
                <a:gd name="connsiteY33" fmla="*/ 191450 h 670581"/>
                <a:gd name="connsiteX34" fmla="*/ 78502 w 553550"/>
                <a:gd name="connsiteY34" fmla="*/ 86141 h 670581"/>
                <a:gd name="connsiteX35" fmla="*/ 167729 w 553550"/>
                <a:gd name="connsiteY35" fmla="*/ 21884 h 670581"/>
                <a:gd name="connsiteX36" fmla="*/ 282139 w 553550"/>
                <a:gd name="connsiteY36" fmla="*/ 0 h 670581"/>
                <a:gd name="connsiteX37" fmla="*/ 401989 w 553550"/>
                <a:gd name="connsiteY37" fmla="*/ 26075 h 670581"/>
                <a:gd name="connsiteX38" fmla="*/ 486475 w 553550"/>
                <a:gd name="connsiteY38" fmla="*/ 96074 h 670581"/>
                <a:gd name="connsiteX39" fmla="*/ 536762 w 553550"/>
                <a:gd name="connsiteY39" fmla="*/ 198668 h 670581"/>
                <a:gd name="connsiteX40" fmla="*/ 553551 w 553550"/>
                <a:gd name="connsiteY40" fmla="*/ 322447 h 67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53550" h="670581">
                  <a:moveTo>
                    <a:pt x="425850" y="275729"/>
                  </a:moveTo>
                  <a:cubicBezTo>
                    <a:pt x="424218" y="253767"/>
                    <a:pt x="420332" y="233047"/>
                    <a:pt x="414192" y="213568"/>
                  </a:cubicBezTo>
                  <a:cubicBezTo>
                    <a:pt x="407974" y="194012"/>
                    <a:pt x="398802" y="176861"/>
                    <a:pt x="386600" y="162116"/>
                  </a:cubicBezTo>
                  <a:cubicBezTo>
                    <a:pt x="374397" y="147371"/>
                    <a:pt x="359085" y="135730"/>
                    <a:pt x="340509" y="127116"/>
                  </a:cubicBezTo>
                  <a:cubicBezTo>
                    <a:pt x="321933" y="118580"/>
                    <a:pt x="299626" y="114234"/>
                    <a:pt x="273666" y="114234"/>
                  </a:cubicBezTo>
                  <a:cubicBezTo>
                    <a:pt x="251282" y="114234"/>
                    <a:pt x="231773" y="117959"/>
                    <a:pt x="214907" y="125331"/>
                  </a:cubicBezTo>
                  <a:cubicBezTo>
                    <a:pt x="198196" y="132704"/>
                    <a:pt x="183740" y="143180"/>
                    <a:pt x="171770" y="156761"/>
                  </a:cubicBezTo>
                  <a:cubicBezTo>
                    <a:pt x="159801" y="170342"/>
                    <a:pt x="149930" y="187027"/>
                    <a:pt x="142080" y="206739"/>
                  </a:cubicBezTo>
                  <a:cubicBezTo>
                    <a:pt x="134307" y="226528"/>
                    <a:pt x="129022" y="249499"/>
                    <a:pt x="126224" y="275807"/>
                  </a:cubicBezTo>
                  <a:lnTo>
                    <a:pt x="425772" y="275807"/>
                  </a:lnTo>
                  <a:close/>
                  <a:moveTo>
                    <a:pt x="553473" y="322447"/>
                  </a:moveTo>
                  <a:cubicBezTo>
                    <a:pt x="553473" y="334010"/>
                    <a:pt x="553084" y="344797"/>
                    <a:pt x="552229" y="354731"/>
                  </a:cubicBezTo>
                  <a:cubicBezTo>
                    <a:pt x="551452" y="364742"/>
                    <a:pt x="550597" y="373045"/>
                    <a:pt x="549820" y="379797"/>
                  </a:cubicBezTo>
                  <a:lnTo>
                    <a:pt x="123892" y="379797"/>
                  </a:lnTo>
                  <a:cubicBezTo>
                    <a:pt x="127468" y="410916"/>
                    <a:pt x="134307" y="437535"/>
                    <a:pt x="144256" y="459652"/>
                  </a:cubicBezTo>
                  <a:cubicBezTo>
                    <a:pt x="154205" y="481769"/>
                    <a:pt x="166407" y="500006"/>
                    <a:pt x="180786" y="514363"/>
                  </a:cubicBezTo>
                  <a:cubicBezTo>
                    <a:pt x="195165" y="528720"/>
                    <a:pt x="211487" y="539274"/>
                    <a:pt x="229675" y="546104"/>
                  </a:cubicBezTo>
                  <a:cubicBezTo>
                    <a:pt x="247862" y="552933"/>
                    <a:pt x="266671" y="556270"/>
                    <a:pt x="286258" y="556270"/>
                  </a:cubicBezTo>
                  <a:cubicBezTo>
                    <a:pt x="300248" y="556270"/>
                    <a:pt x="313383" y="555106"/>
                    <a:pt x="325819" y="552700"/>
                  </a:cubicBezTo>
                  <a:cubicBezTo>
                    <a:pt x="338177" y="550294"/>
                    <a:pt x="350069" y="546724"/>
                    <a:pt x="361494" y="541913"/>
                  </a:cubicBezTo>
                  <a:cubicBezTo>
                    <a:pt x="372920" y="537101"/>
                    <a:pt x="382946" y="532290"/>
                    <a:pt x="391807" y="527246"/>
                  </a:cubicBezTo>
                  <a:cubicBezTo>
                    <a:pt x="400590" y="522279"/>
                    <a:pt x="411937" y="514751"/>
                    <a:pt x="425928" y="504818"/>
                  </a:cubicBezTo>
                  <a:lnTo>
                    <a:pt x="500853" y="585604"/>
                  </a:lnTo>
                  <a:cubicBezTo>
                    <a:pt x="484842" y="600737"/>
                    <a:pt x="469609" y="612999"/>
                    <a:pt x="454997" y="622389"/>
                  </a:cubicBezTo>
                  <a:cubicBezTo>
                    <a:pt x="440384" y="631779"/>
                    <a:pt x="424684" y="640160"/>
                    <a:pt x="407662" y="647533"/>
                  </a:cubicBezTo>
                  <a:cubicBezTo>
                    <a:pt x="390719" y="654905"/>
                    <a:pt x="371443" y="660570"/>
                    <a:pt x="349836" y="664606"/>
                  </a:cubicBezTo>
                  <a:cubicBezTo>
                    <a:pt x="328307" y="668564"/>
                    <a:pt x="304445" y="670581"/>
                    <a:pt x="278563" y="670581"/>
                  </a:cubicBezTo>
                  <a:cubicBezTo>
                    <a:pt x="250583" y="670581"/>
                    <a:pt x="224467" y="666701"/>
                    <a:pt x="200062" y="658941"/>
                  </a:cubicBezTo>
                  <a:cubicBezTo>
                    <a:pt x="175734" y="651180"/>
                    <a:pt x="154127" y="641014"/>
                    <a:pt x="135396" y="628442"/>
                  </a:cubicBezTo>
                  <a:cubicBezTo>
                    <a:pt x="116586" y="615870"/>
                    <a:pt x="99720" y="601513"/>
                    <a:pt x="84797" y="585372"/>
                  </a:cubicBezTo>
                  <a:cubicBezTo>
                    <a:pt x="69796" y="569230"/>
                    <a:pt x="55573" y="548509"/>
                    <a:pt x="41971" y="523133"/>
                  </a:cubicBezTo>
                  <a:cubicBezTo>
                    <a:pt x="28369" y="497834"/>
                    <a:pt x="18032" y="469508"/>
                    <a:pt x="10804" y="438233"/>
                  </a:cubicBezTo>
                  <a:cubicBezTo>
                    <a:pt x="3575" y="406959"/>
                    <a:pt x="0" y="372735"/>
                    <a:pt x="0" y="335640"/>
                  </a:cubicBezTo>
                  <a:cubicBezTo>
                    <a:pt x="0" y="281394"/>
                    <a:pt x="6918" y="233357"/>
                    <a:pt x="20675" y="191450"/>
                  </a:cubicBezTo>
                  <a:cubicBezTo>
                    <a:pt x="34432" y="149622"/>
                    <a:pt x="53708" y="114467"/>
                    <a:pt x="78502" y="86141"/>
                  </a:cubicBezTo>
                  <a:cubicBezTo>
                    <a:pt x="103296" y="57815"/>
                    <a:pt x="132986" y="36396"/>
                    <a:pt x="167729" y="21884"/>
                  </a:cubicBezTo>
                  <a:cubicBezTo>
                    <a:pt x="202549" y="7295"/>
                    <a:pt x="240634" y="0"/>
                    <a:pt x="282139" y="0"/>
                  </a:cubicBezTo>
                  <a:cubicBezTo>
                    <a:pt x="328073" y="0"/>
                    <a:pt x="368023" y="8692"/>
                    <a:pt x="401989" y="26075"/>
                  </a:cubicBezTo>
                  <a:cubicBezTo>
                    <a:pt x="435954" y="43381"/>
                    <a:pt x="464090" y="66740"/>
                    <a:pt x="486475" y="96074"/>
                  </a:cubicBezTo>
                  <a:cubicBezTo>
                    <a:pt x="508859" y="125409"/>
                    <a:pt x="525570" y="159633"/>
                    <a:pt x="536762" y="198668"/>
                  </a:cubicBezTo>
                  <a:cubicBezTo>
                    <a:pt x="547954" y="237780"/>
                    <a:pt x="553551" y="278988"/>
                    <a:pt x="553551" y="322447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A2EB403-5E38-7762-2FDB-F58E28B0A298}"/>
                </a:ext>
              </a:extLst>
            </p:cNvPr>
            <p:cNvSpPr/>
            <p:nvPr/>
          </p:nvSpPr>
          <p:spPr bwMode="invGray">
            <a:xfrm>
              <a:off x="7297884" y="3191752"/>
              <a:ext cx="517719" cy="656845"/>
            </a:xfrm>
            <a:custGeom>
              <a:avLst/>
              <a:gdLst>
                <a:gd name="connsiteX0" fmla="*/ 391262 w 517719"/>
                <a:gd name="connsiteY0" fmla="*/ 656690 h 656845"/>
                <a:gd name="connsiteX1" fmla="*/ 391262 w 517719"/>
                <a:gd name="connsiteY1" fmla="*/ 293035 h 656845"/>
                <a:gd name="connsiteX2" fmla="*/ 360095 w 517719"/>
                <a:gd name="connsiteY2" fmla="*/ 161107 h 656845"/>
                <a:gd name="connsiteX3" fmla="*/ 258821 w 517719"/>
                <a:gd name="connsiteY3" fmla="*/ 116562 h 656845"/>
                <a:gd name="connsiteX4" fmla="*/ 202471 w 517719"/>
                <a:gd name="connsiteY4" fmla="*/ 127349 h 656845"/>
                <a:gd name="connsiteX5" fmla="*/ 159334 w 517719"/>
                <a:gd name="connsiteY5" fmla="*/ 160874 h 656845"/>
                <a:gd name="connsiteX6" fmla="*/ 134152 w 517719"/>
                <a:gd name="connsiteY6" fmla="*/ 214421 h 656845"/>
                <a:gd name="connsiteX7" fmla="*/ 126379 w 517719"/>
                <a:gd name="connsiteY7" fmla="*/ 280541 h 656845"/>
                <a:gd name="connsiteX8" fmla="*/ 126379 w 517719"/>
                <a:gd name="connsiteY8" fmla="*/ 656768 h 656845"/>
                <a:gd name="connsiteX9" fmla="*/ 0 w 517719"/>
                <a:gd name="connsiteY9" fmla="*/ 656768 h 656845"/>
                <a:gd name="connsiteX10" fmla="*/ 0 w 517719"/>
                <a:gd name="connsiteY10" fmla="*/ 13736 h 656845"/>
                <a:gd name="connsiteX11" fmla="*/ 126379 w 517719"/>
                <a:gd name="connsiteY11" fmla="*/ 13736 h 656845"/>
                <a:gd name="connsiteX12" fmla="*/ 126379 w 517719"/>
                <a:gd name="connsiteY12" fmla="*/ 74733 h 656845"/>
                <a:gd name="connsiteX13" fmla="*/ 155759 w 517719"/>
                <a:gd name="connsiteY13" fmla="*/ 43381 h 656845"/>
                <a:gd name="connsiteX14" fmla="*/ 194154 w 517719"/>
                <a:gd name="connsiteY14" fmla="*/ 19789 h 656845"/>
                <a:gd name="connsiteX15" fmla="*/ 239079 w 517719"/>
                <a:gd name="connsiteY15" fmla="*/ 5122 h 656845"/>
                <a:gd name="connsiteX16" fmla="*/ 288201 w 517719"/>
                <a:gd name="connsiteY16" fmla="*/ 0 h 656845"/>
                <a:gd name="connsiteX17" fmla="*/ 389164 w 517719"/>
                <a:gd name="connsiteY17" fmla="*/ 18858 h 656845"/>
                <a:gd name="connsiteX18" fmla="*/ 460515 w 517719"/>
                <a:gd name="connsiteY18" fmla="*/ 73026 h 656845"/>
                <a:gd name="connsiteX19" fmla="*/ 503341 w 517719"/>
                <a:gd name="connsiteY19" fmla="*/ 162194 h 656845"/>
                <a:gd name="connsiteX20" fmla="*/ 517719 w 517719"/>
                <a:gd name="connsiteY20" fmla="*/ 288379 h 656845"/>
                <a:gd name="connsiteX21" fmla="*/ 517719 w 517719"/>
                <a:gd name="connsiteY21" fmla="*/ 656845 h 656845"/>
                <a:gd name="connsiteX22" fmla="*/ 391262 w 517719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719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471" y="127349"/>
                  </a:cubicBezTo>
                  <a:cubicBezTo>
                    <a:pt x="185294" y="134566"/>
                    <a:pt x="170915" y="145664"/>
                    <a:pt x="159334" y="160874"/>
                  </a:cubicBezTo>
                  <a:cubicBezTo>
                    <a:pt x="147753" y="176007"/>
                    <a:pt x="139359" y="193856"/>
                    <a:pt x="134152" y="214421"/>
                  </a:cubicBezTo>
                  <a:cubicBezTo>
                    <a:pt x="128944" y="234987"/>
                    <a:pt x="126379" y="257027"/>
                    <a:pt x="126379" y="280541"/>
                  </a:cubicBezTo>
                  <a:lnTo>
                    <a:pt x="126379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379" y="13736"/>
                  </a:lnTo>
                  <a:lnTo>
                    <a:pt x="126379" y="74733"/>
                  </a:lnTo>
                  <a:cubicBezTo>
                    <a:pt x="134385" y="63170"/>
                    <a:pt x="144178" y="52693"/>
                    <a:pt x="155759" y="43381"/>
                  </a:cubicBezTo>
                  <a:cubicBezTo>
                    <a:pt x="167340" y="33991"/>
                    <a:pt x="180086" y="26153"/>
                    <a:pt x="194154" y="19789"/>
                  </a:cubicBezTo>
                  <a:cubicBezTo>
                    <a:pt x="208067" y="13426"/>
                    <a:pt x="223068" y="8537"/>
                    <a:pt x="239079" y="5122"/>
                  </a:cubicBezTo>
                  <a:cubicBezTo>
                    <a:pt x="255090" y="1707"/>
                    <a:pt x="271412" y="0"/>
                    <a:pt x="288201" y="0"/>
                  </a:cubicBezTo>
                  <a:cubicBezTo>
                    <a:pt x="326907" y="0"/>
                    <a:pt x="360562" y="6286"/>
                    <a:pt x="389164" y="18858"/>
                  </a:cubicBezTo>
                  <a:cubicBezTo>
                    <a:pt x="417767" y="31430"/>
                    <a:pt x="441472" y="49434"/>
                    <a:pt x="460515" y="73026"/>
                  </a:cubicBezTo>
                  <a:cubicBezTo>
                    <a:pt x="479479" y="96540"/>
                    <a:pt x="493703" y="126263"/>
                    <a:pt x="503341" y="162194"/>
                  </a:cubicBezTo>
                  <a:cubicBezTo>
                    <a:pt x="512901" y="198125"/>
                    <a:pt x="517719" y="240186"/>
                    <a:pt x="517719" y="288379"/>
                  </a:cubicBezTo>
                  <a:lnTo>
                    <a:pt x="517719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62CB930-65FB-3F27-30F4-2A6F69DBE61D}"/>
                </a:ext>
              </a:extLst>
            </p:cNvPr>
            <p:cNvSpPr/>
            <p:nvPr/>
          </p:nvSpPr>
          <p:spPr bwMode="invGray">
            <a:xfrm>
              <a:off x="7909572" y="3191752"/>
              <a:ext cx="574457" cy="670503"/>
            </a:xfrm>
            <a:custGeom>
              <a:avLst/>
              <a:gdLst>
                <a:gd name="connsiteX0" fmla="*/ 446913 w 574457"/>
                <a:gd name="connsiteY0" fmla="*/ 335485 h 670503"/>
                <a:gd name="connsiteX1" fmla="*/ 435487 w 574457"/>
                <a:gd name="connsiteY1" fmla="*/ 246628 h 670503"/>
                <a:gd name="connsiteX2" fmla="*/ 402843 w 574457"/>
                <a:gd name="connsiteY2" fmla="*/ 178724 h 670503"/>
                <a:gd name="connsiteX3" fmla="*/ 351001 w 574457"/>
                <a:gd name="connsiteY3" fmla="*/ 135342 h 670503"/>
                <a:gd name="connsiteX4" fmla="*/ 282138 w 574457"/>
                <a:gd name="connsiteY4" fmla="*/ 120132 h 670503"/>
                <a:gd name="connsiteX5" fmla="*/ 217705 w 574457"/>
                <a:gd name="connsiteY5" fmla="*/ 135342 h 670503"/>
                <a:gd name="connsiteX6" fmla="*/ 169205 w 574457"/>
                <a:gd name="connsiteY6" fmla="*/ 178413 h 670503"/>
                <a:gd name="connsiteX7" fmla="*/ 138349 w 574457"/>
                <a:gd name="connsiteY7" fmla="*/ 245153 h 670503"/>
                <a:gd name="connsiteX8" fmla="*/ 127623 w 574457"/>
                <a:gd name="connsiteY8" fmla="*/ 331837 h 670503"/>
                <a:gd name="connsiteX9" fmla="*/ 139281 w 574457"/>
                <a:gd name="connsiteY9" fmla="*/ 425739 h 670503"/>
                <a:gd name="connsiteX10" fmla="*/ 172236 w 574457"/>
                <a:gd name="connsiteY10" fmla="*/ 493953 h 670503"/>
                <a:gd name="connsiteX11" fmla="*/ 223145 w 574457"/>
                <a:gd name="connsiteY11" fmla="*/ 535782 h 670503"/>
                <a:gd name="connsiteX12" fmla="*/ 288744 w 574457"/>
                <a:gd name="connsiteY12" fmla="*/ 550139 h 670503"/>
                <a:gd name="connsiteX13" fmla="*/ 353722 w 574457"/>
                <a:gd name="connsiteY13" fmla="*/ 533066 h 670503"/>
                <a:gd name="connsiteX14" fmla="*/ 403465 w 574457"/>
                <a:gd name="connsiteY14" fmla="*/ 486969 h 670503"/>
                <a:gd name="connsiteX15" fmla="*/ 435487 w 574457"/>
                <a:gd name="connsiteY15" fmla="*/ 418755 h 670503"/>
                <a:gd name="connsiteX16" fmla="*/ 446913 w 574457"/>
                <a:gd name="connsiteY16" fmla="*/ 335330 h 670503"/>
                <a:gd name="connsiteX17" fmla="*/ 574458 w 574457"/>
                <a:gd name="connsiteY17" fmla="*/ 331915 h 670503"/>
                <a:gd name="connsiteX18" fmla="*/ 552307 w 574457"/>
                <a:gd name="connsiteY18" fmla="*/ 474863 h 670503"/>
                <a:gd name="connsiteX19" fmla="*/ 491216 w 574457"/>
                <a:gd name="connsiteY19" fmla="*/ 581336 h 670503"/>
                <a:gd name="connsiteX20" fmla="*/ 398957 w 574457"/>
                <a:gd name="connsiteY20" fmla="*/ 647766 h 670503"/>
                <a:gd name="connsiteX21" fmla="*/ 283926 w 574457"/>
                <a:gd name="connsiteY21" fmla="*/ 670504 h 670503"/>
                <a:gd name="connsiteX22" fmla="*/ 170993 w 574457"/>
                <a:gd name="connsiteY22" fmla="*/ 646602 h 670503"/>
                <a:gd name="connsiteX23" fmla="*/ 81144 w 574457"/>
                <a:gd name="connsiteY23" fmla="*/ 578698 h 670503"/>
                <a:gd name="connsiteX24" fmla="*/ 21529 w 574457"/>
                <a:gd name="connsiteY24" fmla="*/ 472845 h 670503"/>
                <a:gd name="connsiteX25" fmla="*/ 0 w 574457"/>
                <a:gd name="connsiteY25" fmla="*/ 335562 h 670503"/>
                <a:gd name="connsiteX26" fmla="*/ 22151 w 574457"/>
                <a:gd name="connsiteY26" fmla="*/ 194400 h 670503"/>
                <a:gd name="connsiteX27" fmla="*/ 82931 w 574457"/>
                <a:gd name="connsiteY27" fmla="*/ 88857 h 670503"/>
                <a:gd name="connsiteX28" fmla="*/ 174024 w 574457"/>
                <a:gd name="connsiteY28" fmla="*/ 22738 h 670503"/>
                <a:gd name="connsiteX29" fmla="*/ 287579 w 574457"/>
                <a:gd name="connsiteY29" fmla="*/ 0 h 670503"/>
                <a:gd name="connsiteX30" fmla="*/ 401678 w 574457"/>
                <a:gd name="connsiteY30" fmla="*/ 23669 h 670503"/>
                <a:gd name="connsiteX31" fmla="*/ 492459 w 574457"/>
                <a:gd name="connsiteY31" fmla="*/ 90642 h 670503"/>
                <a:gd name="connsiteX32" fmla="*/ 552617 w 574457"/>
                <a:gd name="connsiteY32" fmla="*/ 195331 h 670503"/>
                <a:gd name="connsiteX33" fmla="*/ 574458 w 574457"/>
                <a:gd name="connsiteY33" fmla="*/ 33199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74457" h="670503">
                  <a:moveTo>
                    <a:pt x="446913" y="335485"/>
                  </a:moveTo>
                  <a:cubicBezTo>
                    <a:pt x="446913" y="302813"/>
                    <a:pt x="443105" y="273168"/>
                    <a:pt x="435487" y="246628"/>
                  </a:cubicBezTo>
                  <a:cubicBezTo>
                    <a:pt x="427871" y="220164"/>
                    <a:pt x="416989" y="197504"/>
                    <a:pt x="402843" y="178724"/>
                  </a:cubicBezTo>
                  <a:cubicBezTo>
                    <a:pt x="388698" y="160021"/>
                    <a:pt x="371365" y="145509"/>
                    <a:pt x="351001" y="135342"/>
                  </a:cubicBezTo>
                  <a:cubicBezTo>
                    <a:pt x="330638" y="125176"/>
                    <a:pt x="307631" y="120132"/>
                    <a:pt x="282138" y="120132"/>
                  </a:cubicBezTo>
                  <a:cubicBezTo>
                    <a:pt x="258199" y="120132"/>
                    <a:pt x="236670" y="125176"/>
                    <a:pt x="217705" y="135342"/>
                  </a:cubicBezTo>
                  <a:cubicBezTo>
                    <a:pt x="198740" y="145509"/>
                    <a:pt x="182574" y="159866"/>
                    <a:pt x="169205" y="178413"/>
                  </a:cubicBezTo>
                  <a:cubicBezTo>
                    <a:pt x="155837" y="196960"/>
                    <a:pt x="145577" y="219233"/>
                    <a:pt x="138349" y="245153"/>
                  </a:cubicBezTo>
                  <a:cubicBezTo>
                    <a:pt x="131120" y="271073"/>
                    <a:pt x="127623" y="300019"/>
                    <a:pt x="127623" y="331837"/>
                  </a:cubicBezTo>
                  <a:cubicBezTo>
                    <a:pt x="127623" y="367303"/>
                    <a:pt x="131509" y="398655"/>
                    <a:pt x="139281" y="425739"/>
                  </a:cubicBezTo>
                  <a:cubicBezTo>
                    <a:pt x="147054" y="452901"/>
                    <a:pt x="158013" y="475561"/>
                    <a:pt x="172236" y="493953"/>
                  </a:cubicBezTo>
                  <a:cubicBezTo>
                    <a:pt x="186382" y="512268"/>
                    <a:pt x="203404" y="526237"/>
                    <a:pt x="223145" y="535782"/>
                  </a:cubicBezTo>
                  <a:cubicBezTo>
                    <a:pt x="242888" y="545328"/>
                    <a:pt x="264728" y="550139"/>
                    <a:pt x="288744" y="550139"/>
                  </a:cubicBezTo>
                  <a:cubicBezTo>
                    <a:pt x="312761" y="550139"/>
                    <a:pt x="334368" y="544474"/>
                    <a:pt x="353722" y="533066"/>
                  </a:cubicBezTo>
                  <a:cubicBezTo>
                    <a:pt x="373075" y="521658"/>
                    <a:pt x="389708" y="506293"/>
                    <a:pt x="403465" y="486969"/>
                  </a:cubicBezTo>
                  <a:cubicBezTo>
                    <a:pt x="417222" y="467645"/>
                    <a:pt x="427948" y="444907"/>
                    <a:pt x="435487" y="418755"/>
                  </a:cubicBezTo>
                  <a:cubicBezTo>
                    <a:pt x="443027" y="392602"/>
                    <a:pt x="446913" y="364819"/>
                    <a:pt x="446913" y="335330"/>
                  </a:cubicBezTo>
                  <a:moveTo>
                    <a:pt x="574458" y="331915"/>
                  </a:moveTo>
                  <a:cubicBezTo>
                    <a:pt x="574458" y="385384"/>
                    <a:pt x="567074" y="433034"/>
                    <a:pt x="552307" y="474863"/>
                  </a:cubicBezTo>
                  <a:cubicBezTo>
                    <a:pt x="537539" y="516769"/>
                    <a:pt x="517175" y="552234"/>
                    <a:pt x="491216" y="581336"/>
                  </a:cubicBezTo>
                  <a:cubicBezTo>
                    <a:pt x="465256" y="610438"/>
                    <a:pt x="434477" y="632555"/>
                    <a:pt x="398957" y="647766"/>
                  </a:cubicBezTo>
                  <a:cubicBezTo>
                    <a:pt x="363438" y="662899"/>
                    <a:pt x="325042" y="670504"/>
                    <a:pt x="283926" y="670504"/>
                  </a:cubicBezTo>
                  <a:cubicBezTo>
                    <a:pt x="242810" y="670504"/>
                    <a:pt x="205502" y="662511"/>
                    <a:pt x="170993" y="646602"/>
                  </a:cubicBezTo>
                  <a:cubicBezTo>
                    <a:pt x="136483" y="630693"/>
                    <a:pt x="106482" y="608032"/>
                    <a:pt x="81144" y="578698"/>
                  </a:cubicBezTo>
                  <a:cubicBezTo>
                    <a:pt x="55728" y="549363"/>
                    <a:pt x="35908" y="514130"/>
                    <a:pt x="21529" y="472845"/>
                  </a:cubicBezTo>
                  <a:cubicBezTo>
                    <a:pt x="7150" y="431559"/>
                    <a:pt x="0" y="385850"/>
                    <a:pt x="0" y="335562"/>
                  </a:cubicBezTo>
                  <a:cubicBezTo>
                    <a:pt x="0" y="285275"/>
                    <a:pt x="7384" y="235840"/>
                    <a:pt x="22151" y="194400"/>
                  </a:cubicBezTo>
                  <a:cubicBezTo>
                    <a:pt x="36919" y="152959"/>
                    <a:pt x="57205" y="117726"/>
                    <a:pt x="82931" y="88857"/>
                  </a:cubicBezTo>
                  <a:cubicBezTo>
                    <a:pt x="108658" y="59988"/>
                    <a:pt x="139048" y="37949"/>
                    <a:pt x="174024" y="22738"/>
                  </a:cubicBezTo>
                  <a:cubicBezTo>
                    <a:pt x="208999" y="7605"/>
                    <a:pt x="246774" y="0"/>
                    <a:pt x="287579" y="0"/>
                  </a:cubicBezTo>
                  <a:cubicBezTo>
                    <a:pt x="328384" y="0"/>
                    <a:pt x="366702" y="7916"/>
                    <a:pt x="401678" y="23669"/>
                  </a:cubicBezTo>
                  <a:cubicBezTo>
                    <a:pt x="436653" y="39423"/>
                    <a:pt x="466888" y="61773"/>
                    <a:pt x="492459" y="90642"/>
                  </a:cubicBezTo>
                  <a:cubicBezTo>
                    <a:pt x="518030" y="119589"/>
                    <a:pt x="538083" y="154433"/>
                    <a:pt x="552617" y="195331"/>
                  </a:cubicBezTo>
                  <a:cubicBezTo>
                    <a:pt x="567152" y="236151"/>
                    <a:pt x="574458" y="281782"/>
                    <a:pt x="574458" y="331993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AE273C01-73BB-3345-ADA1-3BA8D600E71E}"/>
                </a:ext>
              </a:extLst>
            </p:cNvPr>
            <p:cNvSpPr/>
            <p:nvPr/>
          </p:nvSpPr>
          <p:spPr bwMode="invGray">
            <a:xfrm>
              <a:off x="8577920" y="3191752"/>
              <a:ext cx="517641" cy="656845"/>
            </a:xfrm>
            <a:custGeom>
              <a:avLst/>
              <a:gdLst>
                <a:gd name="connsiteX0" fmla="*/ 391262 w 517641"/>
                <a:gd name="connsiteY0" fmla="*/ 656690 h 656845"/>
                <a:gd name="connsiteX1" fmla="*/ 391262 w 517641"/>
                <a:gd name="connsiteY1" fmla="*/ 293035 h 656845"/>
                <a:gd name="connsiteX2" fmla="*/ 360095 w 517641"/>
                <a:gd name="connsiteY2" fmla="*/ 161107 h 656845"/>
                <a:gd name="connsiteX3" fmla="*/ 258821 w 517641"/>
                <a:gd name="connsiteY3" fmla="*/ 116562 h 656845"/>
                <a:gd name="connsiteX4" fmla="*/ 202549 w 517641"/>
                <a:gd name="connsiteY4" fmla="*/ 127349 h 656845"/>
                <a:gd name="connsiteX5" fmla="*/ 159412 w 517641"/>
                <a:gd name="connsiteY5" fmla="*/ 160874 h 656845"/>
                <a:gd name="connsiteX6" fmla="*/ 134230 w 517641"/>
                <a:gd name="connsiteY6" fmla="*/ 214421 h 656845"/>
                <a:gd name="connsiteX7" fmla="*/ 126457 w 517641"/>
                <a:gd name="connsiteY7" fmla="*/ 280541 h 656845"/>
                <a:gd name="connsiteX8" fmla="*/ 126457 w 517641"/>
                <a:gd name="connsiteY8" fmla="*/ 656768 h 656845"/>
                <a:gd name="connsiteX9" fmla="*/ 0 w 517641"/>
                <a:gd name="connsiteY9" fmla="*/ 656768 h 656845"/>
                <a:gd name="connsiteX10" fmla="*/ 0 w 517641"/>
                <a:gd name="connsiteY10" fmla="*/ 13736 h 656845"/>
                <a:gd name="connsiteX11" fmla="*/ 126457 w 517641"/>
                <a:gd name="connsiteY11" fmla="*/ 13736 h 656845"/>
                <a:gd name="connsiteX12" fmla="*/ 126457 w 517641"/>
                <a:gd name="connsiteY12" fmla="*/ 74733 h 656845"/>
                <a:gd name="connsiteX13" fmla="*/ 155837 w 517641"/>
                <a:gd name="connsiteY13" fmla="*/ 43381 h 656845"/>
                <a:gd name="connsiteX14" fmla="*/ 194154 w 517641"/>
                <a:gd name="connsiteY14" fmla="*/ 19789 h 656845"/>
                <a:gd name="connsiteX15" fmla="*/ 239079 w 517641"/>
                <a:gd name="connsiteY15" fmla="*/ 5122 h 656845"/>
                <a:gd name="connsiteX16" fmla="*/ 288201 w 517641"/>
                <a:gd name="connsiteY16" fmla="*/ 0 h 656845"/>
                <a:gd name="connsiteX17" fmla="*/ 389164 w 517641"/>
                <a:gd name="connsiteY17" fmla="*/ 18858 h 656845"/>
                <a:gd name="connsiteX18" fmla="*/ 460437 w 517641"/>
                <a:gd name="connsiteY18" fmla="*/ 73026 h 656845"/>
                <a:gd name="connsiteX19" fmla="*/ 503263 w 517641"/>
                <a:gd name="connsiteY19" fmla="*/ 162194 h 656845"/>
                <a:gd name="connsiteX20" fmla="*/ 517642 w 517641"/>
                <a:gd name="connsiteY20" fmla="*/ 288379 h 656845"/>
                <a:gd name="connsiteX21" fmla="*/ 517642 w 517641"/>
                <a:gd name="connsiteY21" fmla="*/ 656845 h 656845"/>
                <a:gd name="connsiteX22" fmla="*/ 391262 w 517641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1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549" y="127349"/>
                  </a:cubicBezTo>
                  <a:cubicBezTo>
                    <a:pt x="185372" y="134566"/>
                    <a:pt x="170993" y="145664"/>
                    <a:pt x="159412" y="160874"/>
                  </a:cubicBezTo>
                  <a:cubicBezTo>
                    <a:pt x="147831" y="176007"/>
                    <a:pt x="139437" y="193856"/>
                    <a:pt x="134230" y="214421"/>
                  </a:cubicBezTo>
                  <a:cubicBezTo>
                    <a:pt x="129022" y="234987"/>
                    <a:pt x="126457" y="257027"/>
                    <a:pt x="126457" y="280541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4462" y="63170"/>
                    <a:pt x="144178" y="52693"/>
                    <a:pt x="155837" y="43381"/>
                  </a:cubicBezTo>
                  <a:cubicBezTo>
                    <a:pt x="167417" y="33991"/>
                    <a:pt x="180164" y="26153"/>
                    <a:pt x="194154" y="19789"/>
                  </a:cubicBezTo>
                  <a:cubicBezTo>
                    <a:pt x="208145" y="13426"/>
                    <a:pt x="223146" y="8537"/>
                    <a:pt x="239079" y="5122"/>
                  </a:cubicBezTo>
                  <a:cubicBezTo>
                    <a:pt x="255012" y="1707"/>
                    <a:pt x="271412" y="0"/>
                    <a:pt x="288201" y="0"/>
                  </a:cubicBezTo>
                  <a:cubicBezTo>
                    <a:pt x="326985" y="0"/>
                    <a:pt x="360562" y="6286"/>
                    <a:pt x="389164" y="18858"/>
                  </a:cubicBezTo>
                  <a:cubicBezTo>
                    <a:pt x="417689" y="31430"/>
                    <a:pt x="441472" y="49434"/>
                    <a:pt x="460437" y="73026"/>
                  </a:cubicBezTo>
                  <a:cubicBezTo>
                    <a:pt x="479402" y="96540"/>
                    <a:pt x="493703" y="126263"/>
                    <a:pt x="503263" y="162194"/>
                  </a:cubicBezTo>
                  <a:cubicBezTo>
                    <a:pt x="512823" y="198125"/>
                    <a:pt x="517642" y="240186"/>
                    <a:pt x="517642" y="288379"/>
                  </a:cubicBezTo>
                  <a:lnTo>
                    <a:pt x="517642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5B7D498A-EB6F-3085-2B89-E832FA36A384}"/>
                </a:ext>
              </a:extLst>
            </p:cNvPr>
            <p:cNvSpPr/>
            <p:nvPr/>
          </p:nvSpPr>
          <p:spPr bwMode="invGray">
            <a:xfrm>
              <a:off x="1333500" y="1365250"/>
              <a:ext cx="2432217" cy="886244"/>
            </a:xfrm>
            <a:custGeom>
              <a:avLst/>
              <a:gdLst>
                <a:gd name="connsiteX0" fmla="*/ 2431984 w 2432217"/>
                <a:gd name="connsiteY0" fmla="*/ 0 h 886244"/>
                <a:gd name="connsiteX1" fmla="*/ 0 w 2432217"/>
                <a:gd name="connsiteY1" fmla="*/ 886245 h 886244"/>
                <a:gd name="connsiteX2" fmla="*/ 2432217 w 2432217"/>
                <a:gd name="connsiteY2" fmla="*/ 457246 h 886244"/>
                <a:gd name="connsiteX3" fmla="*/ 2432217 w 2432217"/>
                <a:gd name="connsiteY3" fmla="*/ 0 h 886244"/>
                <a:gd name="connsiteX4" fmla="*/ 2431984 w 2432217"/>
                <a:gd name="connsiteY4" fmla="*/ 0 h 886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2217" h="886244">
                  <a:moveTo>
                    <a:pt x="2431984" y="0"/>
                  </a:moveTo>
                  <a:lnTo>
                    <a:pt x="0" y="886245"/>
                  </a:lnTo>
                  <a:lnTo>
                    <a:pt x="2432217" y="457246"/>
                  </a:lnTo>
                  <a:lnTo>
                    <a:pt x="2432217" y="0"/>
                  </a:lnTo>
                  <a:lnTo>
                    <a:pt x="2431984" y="0"/>
                  </a:lnTo>
                  <a:close/>
                </a:path>
              </a:pathLst>
            </a:custGeom>
            <a:solidFill>
              <a:srgbClr val="FFE600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2DBA4560-AAC3-4379-5FA4-E27EA7DDD8C9}"/>
                </a:ext>
              </a:extLst>
            </p:cNvPr>
            <p:cNvSpPr/>
            <p:nvPr/>
          </p:nvSpPr>
          <p:spPr bwMode="invGray">
            <a:xfrm>
              <a:off x="1354718" y="2619961"/>
              <a:ext cx="2042042" cy="1228558"/>
            </a:xfrm>
            <a:custGeom>
              <a:avLst/>
              <a:gdLst>
                <a:gd name="connsiteX0" fmla="*/ 1639277 w 2042042"/>
                <a:gd name="connsiteY0" fmla="*/ 78 h 1228558"/>
                <a:gd name="connsiteX1" fmla="*/ 1430277 w 2042042"/>
                <a:gd name="connsiteY1" fmla="*/ 400983 h 1228558"/>
                <a:gd name="connsiteX2" fmla="*/ 1221821 w 2042042"/>
                <a:gd name="connsiteY2" fmla="*/ 78 h 1228558"/>
                <a:gd name="connsiteX3" fmla="*/ 813848 w 2042042"/>
                <a:gd name="connsiteY3" fmla="*/ 78 h 1228558"/>
                <a:gd name="connsiteX4" fmla="*/ 1243662 w 2042042"/>
                <a:gd name="connsiteY4" fmla="*/ 743297 h 1228558"/>
                <a:gd name="connsiteX5" fmla="*/ 1243662 w 2042042"/>
                <a:gd name="connsiteY5" fmla="*/ 1228559 h 1228558"/>
                <a:gd name="connsiteX6" fmla="*/ 1611607 w 2042042"/>
                <a:gd name="connsiteY6" fmla="*/ 1228559 h 1228558"/>
                <a:gd name="connsiteX7" fmla="*/ 1611607 w 2042042"/>
                <a:gd name="connsiteY7" fmla="*/ 743297 h 1228558"/>
                <a:gd name="connsiteX8" fmla="*/ 2042043 w 2042042"/>
                <a:gd name="connsiteY8" fmla="*/ 78 h 1228558"/>
                <a:gd name="connsiteX9" fmla="*/ 1639277 w 2042042"/>
                <a:gd name="connsiteY9" fmla="*/ 78 h 1228558"/>
                <a:gd name="connsiteX10" fmla="*/ 0 w 2042042"/>
                <a:gd name="connsiteY10" fmla="*/ 78 h 1228558"/>
                <a:gd name="connsiteX11" fmla="*/ 0 w 2042042"/>
                <a:gd name="connsiteY11" fmla="*/ 1228481 h 1228558"/>
                <a:gd name="connsiteX12" fmla="*/ 984219 w 2042042"/>
                <a:gd name="connsiteY12" fmla="*/ 1228481 h 1228558"/>
                <a:gd name="connsiteX13" fmla="*/ 984219 w 2042042"/>
                <a:gd name="connsiteY13" fmla="*/ 945923 h 1228558"/>
                <a:gd name="connsiteX14" fmla="*/ 369034 w 2042042"/>
                <a:gd name="connsiteY14" fmla="*/ 945923 h 1228558"/>
                <a:gd name="connsiteX15" fmla="*/ 369034 w 2042042"/>
                <a:gd name="connsiteY15" fmla="*/ 743220 h 1228558"/>
                <a:gd name="connsiteX16" fmla="*/ 813848 w 2042042"/>
                <a:gd name="connsiteY16" fmla="*/ 743220 h 1228558"/>
                <a:gd name="connsiteX17" fmla="*/ 813848 w 2042042"/>
                <a:gd name="connsiteY17" fmla="*/ 485339 h 1228558"/>
                <a:gd name="connsiteX18" fmla="*/ 369034 w 2042042"/>
                <a:gd name="connsiteY18" fmla="*/ 485339 h 1228558"/>
                <a:gd name="connsiteX19" fmla="*/ 369034 w 2042042"/>
                <a:gd name="connsiteY19" fmla="*/ 282558 h 1228558"/>
                <a:gd name="connsiteX20" fmla="*/ 861182 w 2042042"/>
                <a:gd name="connsiteY20" fmla="*/ 282558 h 1228558"/>
                <a:gd name="connsiteX21" fmla="*/ 697884 w 2042042"/>
                <a:gd name="connsiteY21" fmla="*/ 0 h 1228558"/>
                <a:gd name="connsiteX22" fmla="*/ 0 w 2042042"/>
                <a:gd name="connsiteY22" fmla="*/ 0 h 122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2042" h="1228558">
                  <a:moveTo>
                    <a:pt x="1639277" y="78"/>
                  </a:moveTo>
                  <a:lnTo>
                    <a:pt x="1430277" y="400983"/>
                  </a:lnTo>
                  <a:lnTo>
                    <a:pt x="1221821" y="78"/>
                  </a:lnTo>
                  <a:lnTo>
                    <a:pt x="813848" y="78"/>
                  </a:lnTo>
                  <a:lnTo>
                    <a:pt x="1243662" y="743297"/>
                  </a:lnTo>
                  <a:lnTo>
                    <a:pt x="1243662" y="1228559"/>
                  </a:lnTo>
                  <a:lnTo>
                    <a:pt x="1611607" y="1228559"/>
                  </a:lnTo>
                  <a:lnTo>
                    <a:pt x="1611607" y="743297"/>
                  </a:lnTo>
                  <a:lnTo>
                    <a:pt x="2042043" y="78"/>
                  </a:lnTo>
                  <a:lnTo>
                    <a:pt x="1639277" y="78"/>
                  </a:lnTo>
                  <a:close/>
                  <a:moveTo>
                    <a:pt x="0" y="78"/>
                  </a:moveTo>
                  <a:lnTo>
                    <a:pt x="0" y="1228481"/>
                  </a:lnTo>
                  <a:lnTo>
                    <a:pt x="984219" y="1228481"/>
                  </a:lnTo>
                  <a:lnTo>
                    <a:pt x="984219" y="945923"/>
                  </a:lnTo>
                  <a:lnTo>
                    <a:pt x="369034" y="945923"/>
                  </a:lnTo>
                  <a:lnTo>
                    <a:pt x="369034" y="743220"/>
                  </a:lnTo>
                  <a:lnTo>
                    <a:pt x="813848" y="743220"/>
                  </a:lnTo>
                  <a:lnTo>
                    <a:pt x="813848" y="485339"/>
                  </a:lnTo>
                  <a:lnTo>
                    <a:pt x="369034" y="485339"/>
                  </a:lnTo>
                  <a:lnTo>
                    <a:pt x="369034" y="282558"/>
                  </a:lnTo>
                  <a:lnTo>
                    <a:pt x="861182" y="282558"/>
                  </a:lnTo>
                  <a:lnTo>
                    <a:pt x="6978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B1814422-09C8-3209-C206-3EE966FDD250}"/>
                </a:ext>
              </a:extLst>
            </p:cNvPr>
            <p:cNvSpPr/>
            <p:nvPr/>
          </p:nvSpPr>
          <p:spPr bwMode="invGray">
            <a:xfrm>
              <a:off x="5925900" y="4251210"/>
              <a:ext cx="200839" cy="388178"/>
            </a:xfrm>
            <a:custGeom>
              <a:avLst/>
              <a:gdLst>
                <a:gd name="connsiteX0" fmla="*/ 119151 w 200839"/>
                <a:gd name="connsiteY0" fmla="*/ 286749 h 388178"/>
                <a:gd name="connsiteX1" fmla="*/ 119151 w 200839"/>
                <a:gd name="connsiteY1" fmla="*/ 173679 h 388178"/>
                <a:gd name="connsiteX2" fmla="*/ 199751 w 200839"/>
                <a:gd name="connsiteY2" fmla="*/ 173679 h 388178"/>
                <a:gd name="connsiteX3" fmla="*/ 199751 w 200839"/>
                <a:gd name="connsiteY3" fmla="*/ 107250 h 388178"/>
                <a:gd name="connsiteX4" fmla="*/ 119151 w 200839"/>
                <a:gd name="connsiteY4" fmla="*/ 107250 h 388178"/>
                <a:gd name="connsiteX5" fmla="*/ 119151 w 200839"/>
                <a:gd name="connsiteY5" fmla="*/ 0 h 388178"/>
                <a:gd name="connsiteX6" fmla="*/ 47878 w 200839"/>
                <a:gd name="connsiteY6" fmla="*/ 35543 h 388178"/>
                <a:gd name="connsiteX7" fmla="*/ 47878 w 200839"/>
                <a:gd name="connsiteY7" fmla="*/ 107250 h 388178"/>
                <a:gd name="connsiteX8" fmla="*/ 0 w 200839"/>
                <a:gd name="connsiteY8" fmla="*/ 107250 h 388178"/>
                <a:gd name="connsiteX9" fmla="*/ 0 w 200839"/>
                <a:gd name="connsiteY9" fmla="*/ 173679 h 388178"/>
                <a:gd name="connsiteX10" fmla="*/ 47878 w 200839"/>
                <a:gd name="connsiteY10" fmla="*/ 173679 h 388178"/>
                <a:gd name="connsiteX11" fmla="*/ 47878 w 200839"/>
                <a:gd name="connsiteY11" fmla="*/ 305995 h 388178"/>
                <a:gd name="connsiteX12" fmla="*/ 122027 w 200839"/>
                <a:gd name="connsiteY12" fmla="*/ 388178 h 388178"/>
                <a:gd name="connsiteX13" fmla="*/ 190346 w 200839"/>
                <a:gd name="connsiteY13" fmla="*/ 371260 h 388178"/>
                <a:gd name="connsiteX14" fmla="*/ 200839 w 200839"/>
                <a:gd name="connsiteY14" fmla="*/ 299554 h 388178"/>
                <a:gd name="connsiteX15" fmla="*/ 145344 w 200839"/>
                <a:gd name="connsiteY15" fmla="*/ 319964 h 388178"/>
                <a:gd name="connsiteX16" fmla="*/ 119073 w 200839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9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1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10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691F7C14-5D93-F734-2232-5BA4F83F6E34}"/>
                </a:ext>
              </a:extLst>
            </p:cNvPr>
            <p:cNvSpPr/>
            <p:nvPr/>
          </p:nvSpPr>
          <p:spPr bwMode="invGray">
            <a:xfrm>
              <a:off x="4293307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393C20A-DC8B-081F-49EF-CE84EB222DC5}"/>
                </a:ext>
              </a:extLst>
            </p:cNvPr>
            <p:cNvSpPr/>
            <p:nvPr/>
          </p:nvSpPr>
          <p:spPr bwMode="invGray">
            <a:xfrm>
              <a:off x="617057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2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79 w 238379"/>
                <a:gd name="connsiteY10" fmla="*/ 382436 h 382435"/>
                <a:gd name="connsiteX11" fmla="*/ 238379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2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79" y="382436"/>
                  </a:lnTo>
                  <a:lnTo>
                    <a:pt x="238379" y="226761"/>
                  </a:lnTo>
                  <a:cubicBezTo>
                    <a:pt x="238379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33BE497A-565F-6160-7F43-B523CED992AC}"/>
                </a:ext>
              </a:extLst>
            </p:cNvPr>
            <p:cNvSpPr/>
            <p:nvPr/>
          </p:nvSpPr>
          <p:spPr bwMode="invGray">
            <a:xfrm>
              <a:off x="167820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F0C7CA90-168C-715B-6D3D-F5E33257E6BA}"/>
                </a:ext>
              </a:extLst>
            </p:cNvPr>
            <p:cNvSpPr/>
            <p:nvPr/>
          </p:nvSpPr>
          <p:spPr bwMode="invGray">
            <a:xfrm>
              <a:off x="2898939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8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2C459920-DCDC-C6CE-44AC-34D9D0BBCF32}"/>
                </a:ext>
              </a:extLst>
            </p:cNvPr>
            <p:cNvSpPr/>
            <p:nvPr/>
          </p:nvSpPr>
          <p:spPr bwMode="invGray">
            <a:xfrm>
              <a:off x="3143614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B81B0764-31A9-23F0-1571-ACD73359372F}"/>
                </a:ext>
              </a:extLst>
            </p:cNvPr>
            <p:cNvSpPr/>
            <p:nvPr/>
          </p:nvSpPr>
          <p:spPr bwMode="invGray">
            <a:xfrm>
              <a:off x="2242171" y="4352251"/>
              <a:ext cx="237602" cy="382513"/>
            </a:xfrm>
            <a:custGeom>
              <a:avLst/>
              <a:gdLst>
                <a:gd name="connsiteX0" fmla="*/ 131354 w 237602"/>
                <a:gd name="connsiteY0" fmla="*/ 0 h 382513"/>
                <a:gd name="connsiteX1" fmla="*/ 68863 w 237602"/>
                <a:gd name="connsiteY1" fmla="*/ 24523 h 382513"/>
                <a:gd name="connsiteX2" fmla="*/ 68863 w 237602"/>
                <a:gd name="connsiteY2" fmla="*/ 5898 h 382513"/>
                <a:gd name="connsiteX3" fmla="*/ 0 w 237602"/>
                <a:gd name="connsiteY3" fmla="*/ 5898 h 382513"/>
                <a:gd name="connsiteX4" fmla="*/ 0 w 237602"/>
                <a:gd name="connsiteY4" fmla="*/ 382513 h 382513"/>
                <a:gd name="connsiteX5" fmla="*/ 68863 w 237602"/>
                <a:gd name="connsiteY5" fmla="*/ 348134 h 382513"/>
                <a:gd name="connsiteX6" fmla="*/ 68863 w 237602"/>
                <a:gd name="connsiteY6" fmla="*/ 264166 h 382513"/>
                <a:gd name="connsiteX7" fmla="*/ 130188 w 237602"/>
                <a:gd name="connsiteY7" fmla="*/ 286904 h 382513"/>
                <a:gd name="connsiteX8" fmla="*/ 237602 w 237602"/>
                <a:gd name="connsiteY8" fmla="*/ 144034 h 382513"/>
                <a:gd name="connsiteX9" fmla="*/ 131354 w 237602"/>
                <a:gd name="connsiteY9" fmla="*/ 0 h 382513"/>
                <a:gd name="connsiteX10" fmla="*/ 118529 w 237602"/>
                <a:gd name="connsiteY10" fmla="*/ 220940 h 382513"/>
                <a:gd name="connsiteX11" fmla="*/ 68863 w 237602"/>
                <a:gd name="connsiteY11" fmla="*/ 195874 h 382513"/>
                <a:gd name="connsiteX12" fmla="*/ 68863 w 237602"/>
                <a:gd name="connsiteY12" fmla="*/ 90953 h 382513"/>
                <a:gd name="connsiteX13" fmla="*/ 114410 w 237602"/>
                <a:gd name="connsiteY13" fmla="*/ 66430 h 382513"/>
                <a:gd name="connsiteX14" fmla="*/ 166407 w 237602"/>
                <a:gd name="connsiteY14" fmla="*/ 147449 h 382513"/>
                <a:gd name="connsiteX15" fmla="*/ 118529 w 237602"/>
                <a:gd name="connsiteY15" fmla="*/ 220940 h 382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7602" h="382513">
                  <a:moveTo>
                    <a:pt x="131354" y="0"/>
                  </a:moveTo>
                  <a:cubicBezTo>
                    <a:pt x="105627" y="0"/>
                    <a:pt x="86973" y="8149"/>
                    <a:pt x="68863" y="24523"/>
                  </a:cubicBezTo>
                  <a:lnTo>
                    <a:pt x="68863" y="5898"/>
                  </a:lnTo>
                  <a:lnTo>
                    <a:pt x="0" y="5898"/>
                  </a:lnTo>
                  <a:lnTo>
                    <a:pt x="0" y="382513"/>
                  </a:lnTo>
                  <a:lnTo>
                    <a:pt x="68863" y="348134"/>
                  </a:lnTo>
                  <a:lnTo>
                    <a:pt x="68863" y="264166"/>
                  </a:lnTo>
                  <a:cubicBezTo>
                    <a:pt x="81144" y="275807"/>
                    <a:pt x="99798" y="286904"/>
                    <a:pt x="130188" y="286904"/>
                  </a:cubicBezTo>
                  <a:cubicBezTo>
                    <a:pt x="208456" y="286904"/>
                    <a:pt x="237602" y="214577"/>
                    <a:pt x="237602" y="144034"/>
                  </a:cubicBezTo>
                  <a:cubicBezTo>
                    <a:pt x="237602" y="70000"/>
                    <a:pt x="205502" y="0"/>
                    <a:pt x="131354" y="0"/>
                  </a:cubicBezTo>
                  <a:close/>
                  <a:moveTo>
                    <a:pt x="118529" y="220940"/>
                  </a:moveTo>
                  <a:cubicBezTo>
                    <a:pt x="98709" y="220940"/>
                    <a:pt x="79978" y="211628"/>
                    <a:pt x="68863" y="195874"/>
                  </a:cubicBezTo>
                  <a:lnTo>
                    <a:pt x="68863" y="90953"/>
                  </a:lnTo>
                  <a:cubicBezTo>
                    <a:pt x="79978" y="75199"/>
                    <a:pt x="95134" y="66430"/>
                    <a:pt x="114410" y="66430"/>
                  </a:cubicBezTo>
                  <a:cubicBezTo>
                    <a:pt x="155837" y="66430"/>
                    <a:pt x="166407" y="107250"/>
                    <a:pt x="166407" y="147449"/>
                  </a:cubicBezTo>
                  <a:cubicBezTo>
                    <a:pt x="166407" y="187648"/>
                    <a:pt x="157080" y="220940"/>
                    <a:pt x="118529" y="22094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EF4D985B-6E6C-7BDB-5582-BAF9D5ED555A}"/>
                </a:ext>
              </a:extLst>
            </p:cNvPr>
            <p:cNvSpPr/>
            <p:nvPr/>
          </p:nvSpPr>
          <p:spPr bwMode="invGray">
            <a:xfrm>
              <a:off x="1958323" y="4352251"/>
              <a:ext cx="230063" cy="286826"/>
            </a:xfrm>
            <a:custGeom>
              <a:avLst/>
              <a:gdLst>
                <a:gd name="connsiteX0" fmla="*/ 230063 w 230063"/>
                <a:gd name="connsiteY0" fmla="*/ 281006 h 286826"/>
                <a:gd name="connsiteX1" fmla="*/ 230063 w 230063"/>
                <a:gd name="connsiteY1" fmla="*/ 96230 h 286826"/>
                <a:gd name="connsiteX2" fmla="*/ 117985 w 230063"/>
                <a:gd name="connsiteY2" fmla="*/ 0 h 286826"/>
                <a:gd name="connsiteX3" fmla="*/ 22773 w 230063"/>
                <a:gd name="connsiteY3" fmla="*/ 28015 h 286826"/>
                <a:gd name="connsiteX4" fmla="*/ 50210 w 230063"/>
                <a:gd name="connsiteY4" fmla="*/ 76984 h 286826"/>
                <a:gd name="connsiteX5" fmla="*/ 113866 w 230063"/>
                <a:gd name="connsiteY5" fmla="*/ 58902 h 286826"/>
                <a:gd name="connsiteX6" fmla="*/ 161122 w 230063"/>
                <a:gd name="connsiteY6" fmla="*/ 95066 h 286826"/>
                <a:gd name="connsiteX7" fmla="*/ 161122 w 230063"/>
                <a:gd name="connsiteY7" fmla="*/ 109655 h 286826"/>
                <a:gd name="connsiteX8" fmla="*/ 107415 w 230063"/>
                <a:gd name="connsiteY8" fmla="*/ 98558 h 286826"/>
                <a:gd name="connsiteX9" fmla="*/ 0 w 230063"/>
                <a:gd name="connsiteY9" fmla="*/ 191218 h 286826"/>
                <a:gd name="connsiteX10" fmla="*/ 96922 w 230063"/>
                <a:gd name="connsiteY10" fmla="*/ 286827 h 286826"/>
                <a:gd name="connsiteX11" fmla="*/ 161122 w 230063"/>
                <a:gd name="connsiteY11" fmla="*/ 261760 h 286826"/>
                <a:gd name="connsiteX12" fmla="*/ 161122 w 230063"/>
                <a:gd name="connsiteY12" fmla="*/ 281006 h 286826"/>
                <a:gd name="connsiteX13" fmla="*/ 229985 w 230063"/>
                <a:gd name="connsiteY13" fmla="*/ 281006 h 286826"/>
                <a:gd name="connsiteX14" fmla="*/ 109202 w 230063"/>
                <a:gd name="connsiteY14" fmla="*/ 227382 h 286826"/>
                <a:gd name="connsiteX15" fmla="*/ 70107 w 230063"/>
                <a:gd name="connsiteY15" fmla="*/ 189511 h 286826"/>
                <a:gd name="connsiteX16" fmla="*/ 115032 w 230063"/>
                <a:gd name="connsiteY16" fmla="*/ 153968 h 286826"/>
                <a:gd name="connsiteX17" fmla="*/ 161122 w 230063"/>
                <a:gd name="connsiteY17" fmla="*/ 165608 h 286826"/>
                <a:gd name="connsiteX18" fmla="*/ 161122 w 230063"/>
                <a:gd name="connsiteY18" fmla="*/ 200608 h 286826"/>
                <a:gd name="connsiteX19" fmla="*/ 109125 w 230063"/>
                <a:gd name="connsiteY19" fmla="*/ 22745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0063" h="286826">
                  <a:moveTo>
                    <a:pt x="230063" y="281006"/>
                  </a:moveTo>
                  <a:lnTo>
                    <a:pt x="230063" y="96230"/>
                  </a:lnTo>
                  <a:cubicBezTo>
                    <a:pt x="230063" y="33836"/>
                    <a:pt x="187470" y="0"/>
                    <a:pt x="117985" y="0"/>
                  </a:cubicBezTo>
                  <a:cubicBezTo>
                    <a:pt x="81222" y="0"/>
                    <a:pt x="52619" y="9313"/>
                    <a:pt x="22773" y="28015"/>
                  </a:cubicBezTo>
                  <a:lnTo>
                    <a:pt x="50210" y="76984"/>
                  </a:lnTo>
                  <a:cubicBezTo>
                    <a:pt x="71817" y="64179"/>
                    <a:pt x="92258" y="58902"/>
                    <a:pt x="113866" y="58902"/>
                  </a:cubicBezTo>
                  <a:cubicBezTo>
                    <a:pt x="144256" y="58902"/>
                    <a:pt x="161122" y="69379"/>
                    <a:pt x="161122" y="95066"/>
                  </a:cubicBezTo>
                  <a:lnTo>
                    <a:pt x="161122" y="109655"/>
                  </a:lnTo>
                  <a:cubicBezTo>
                    <a:pt x="143012" y="100886"/>
                    <a:pt x="124902" y="98558"/>
                    <a:pt x="107415" y="98558"/>
                  </a:cubicBezTo>
                  <a:cubicBezTo>
                    <a:pt x="41427" y="98558"/>
                    <a:pt x="0" y="131229"/>
                    <a:pt x="0" y="191218"/>
                  </a:cubicBezTo>
                  <a:cubicBezTo>
                    <a:pt x="0" y="251206"/>
                    <a:pt x="42593" y="286827"/>
                    <a:pt x="96922" y="286827"/>
                  </a:cubicBezTo>
                  <a:cubicBezTo>
                    <a:pt x="123814" y="286827"/>
                    <a:pt x="144800" y="278057"/>
                    <a:pt x="161122" y="261760"/>
                  </a:cubicBezTo>
                  <a:lnTo>
                    <a:pt x="161122" y="281006"/>
                  </a:lnTo>
                  <a:lnTo>
                    <a:pt x="229985" y="281006"/>
                  </a:lnTo>
                  <a:close/>
                  <a:moveTo>
                    <a:pt x="109202" y="227382"/>
                  </a:moveTo>
                  <a:cubicBezTo>
                    <a:pt x="83476" y="227382"/>
                    <a:pt x="70107" y="210464"/>
                    <a:pt x="70107" y="189511"/>
                  </a:cubicBezTo>
                  <a:cubicBezTo>
                    <a:pt x="70107" y="167393"/>
                    <a:pt x="84719" y="153968"/>
                    <a:pt x="115032" y="153968"/>
                  </a:cubicBezTo>
                  <a:cubicBezTo>
                    <a:pt x="129022" y="153968"/>
                    <a:pt x="147132" y="156917"/>
                    <a:pt x="161122" y="165608"/>
                  </a:cubicBezTo>
                  <a:lnTo>
                    <a:pt x="161122" y="200608"/>
                  </a:lnTo>
                  <a:cubicBezTo>
                    <a:pt x="145966" y="222725"/>
                    <a:pt x="122571" y="227459"/>
                    <a:pt x="109125" y="22745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7E5B5368-9D67-6AFF-7421-4BF7559A1C91}"/>
                </a:ext>
              </a:extLst>
            </p:cNvPr>
            <p:cNvSpPr/>
            <p:nvPr/>
          </p:nvSpPr>
          <p:spPr bwMode="invGray">
            <a:xfrm>
              <a:off x="1340728" y="4260755"/>
              <a:ext cx="284392" cy="378322"/>
            </a:xfrm>
            <a:custGeom>
              <a:avLst/>
              <a:gdLst>
                <a:gd name="connsiteX0" fmla="*/ 144800 w 284392"/>
                <a:gd name="connsiteY0" fmla="*/ 308944 h 378322"/>
                <a:gd name="connsiteX1" fmla="*/ 51376 w 284392"/>
                <a:gd name="connsiteY1" fmla="*/ 266960 h 378322"/>
                <a:gd name="connsiteX2" fmla="*/ 0 w 284392"/>
                <a:gd name="connsiteY2" fmla="*/ 312436 h 378322"/>
                <a:gd name="connsiteX3" fmla="*/ 146587 w 284392"/>
                <a:gd name="connsiteY3" fmla="*/ 378322 h 378322"/>
                <a:gd name="connsiteX4" fmla="*/ 284392 w 284392"/>
                <a:gd name="connsiteY4" fmla="*/ 262304 h 378322"/>
                <a:gd name="connsiteX5" fmla="*/ 251126 w 284392"/>
                <a:gd name="connsiteY5" fmla="*/ 185941 h 378322"/>
                <a:gd name="connsiteX6" fmla="*/ 161821 w 284392"/>
                <a:gd name="connsiteY6" fmla="*/ 149234 h 378322"/>
                <a:gd name="connsiteX7" fmla="*/ 102829 w 284392"/>
                <a:gd name="connsiteY7" fmla="*/ 129988 h 378322"/>
                <a:gd name="connsiteX8" fmla="*/ 87673 w 284392"/>
                <a:gd name="connsiteY8" fmla="*/ 104922 h 378322"/>
                <a:gd name="connsiteX9" fmla="*/ 141380 w 284392"/>
                <a:gd name="connsiteY9" fmla="*/ 69379 h 378322"/>
                <a:gd name="connsiteX10" fmla="*/ 224856 w 284392"/>
                <a:gd name="connsiteY10" fmla="*/ 106706 h 378322"/>
                <a:gd name="connsiteX11" fmla="*/ 276231 w 284392"/>
                <a:gd name="connsiteY11" fmla="*/ 56574 h 378322"/>
                <a:gd name="connsiteX12" fmla="*/ 146043 w 284392"/>
                <a:gd name="connsiteY12" fmla="*/ 0 h 378322"/>
                <a:gd name="connsiteX13" fmla="*/ 14068 w 284392"/>
                <a:gd name="connsiteY13" fmla="*/ 109035 h 378322"/>
                <a:gd name="connsiteX14" fmla="*/ 45624 w 284392"/>
                <a:gd name="connsiteY14" fmla="*/ 182526 h 378322"/>
                <a:gd name="connsiteX15" fmla="*/ 129100 w 284392"/>
                <a:gd name="connsiteY15" fmla="*/ 216362 h 378322"/>
                <a:gd name="connsiteX16" fmla="*/ 188636 w 284392"/>
                <a:gd name="connsiteY16" fmla="*/ 234444 h 378322"/>
                <a:gd name="connsiteX17" fmla="*/ 210243 w 284392"/>
                <a:gd name="connsiteY17" fmla="*/ 264166 h 378322"/>
                <a:gd name="connsiteX18" fmla="*/ 144878 w 284392"/>
                <a:gd name="connsiteY18" fmla="*/ 309022 h 378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84392" h="378322">
                  <a:moveTo>
                    <a:pt x="144800" y="308944"/>
                  </a:moveTo>
                  <a:cubicBezTo>
                    <a:pt x="109746" y="308944"/>
                    <a:pt x="75315" y="295518"/>
                    <a:pt x="51376" y="266960"/>
                  </a:cubicBezTo>
                  <a:lnTo>
                    <a:pt x="0" y="312436"/>
                  </a:lnTo>
                  <a:cubicBezTo>
                    <a:pt x="33266" y="361405"/>
                    <a:pt x="92802" y="378322"/>
                    <a:pt x="146587" y="378322"/>
                  </a:cubicBezTo>
                  <a:cubicBezTo>
                    <a:pt x="221358" y="378322"/>
                    <a:pt x="284392" y="345108"/>
                    <a:pt x="284392" y="262304"/>
                  </a:cubicBezTo>
                  <a:cubicBezTo>
                    <a:pt x="284392" y="227925"/>
                    <a:pt x="273278" y="204023"/>
                    <a:pt x="251126" y="185941"/>
                  </a:cubicBezTo>
                  <a:cubicBezTo>
                    <a:pt x="226021" y="165531"/>
                    <a:pt x="195087" y="157925"/>
                    <a:pt x="161821" y="149234"/>
                  </a:cubicBezTo>
                  <a:cubicBezTo>
                    <a:pt x="133763" y="142249"/>
                    <a:pt x="115731" y="136972"/>
                    <a:pt x="102829" y="129988"/>
                  </a:cubicBezTo>
                  <a:cubicBezTo>
                    <a:pt x="91714" y="123547"/>
                    <a:pt x="87673" y="116019"/>
                    <a:pt x="87673" y="104922"/>
                  </a:cubicBezTo>
                  <a:cubicBezTo>
                    <a:pt x="87673" y="79234"/>
                    <a:pt x="110446" y="69379"/>
                    <a:pt x="141380" y="69379"/>
                  </a:cubicBezTo>
                  <a:cubicBezTo>
                    <a:pt x="177599" y="69379"/>
                    <a:pt x="200917" y="82804"/>
                    <a:pt x="224856" y="106706"/>
                  </a:cubicBezTo>
                  <a:lnTo>
                    <a:pt x="276231" y="56574"/>
                  </a:lnTo>
                  <a:cubicBezTo>
                    <a:pt x="243509" y="23359"/>
                    <a:pt x="202626" y="0"/>
                    <a:pt x="146043" y="0"/>
                  </a:cubicBezTo>
                  <a:cubicBezTo>
                    <a:pt x="80678" y="0"/>
                    <a:pt x="14068" y="31508"/>
                    <a:pt x="14068" y="109035"/>
                  </a:cubicBezTo>
                  <a:cubicBezTo>
                    <a:pt x="14068" y="134101"/>
                    <a:pt x="21063" y="162659"/>
                    <a:pt x="45624" y="182526"/>
                  </a:cubicBezTo>
                  <a:cubicBezTo>
                    <a:pt x="70185" y="202315"/>
                    <a:pt x="109824" y="211706"/>
                    <a:pt x="129100" y="216362"/>
                  </a:cubicBezTo>
                  <a:cubicBezTo>
                    <a:pt x="160034" y="223967"/>
                    <a:pt x="175812" y="228002"/>
                    <a:pt x="188636" y="234444"/>
                  </a:cubicBezTo>
                  <a:cubicBezTo>
                    <a:pt x="206124" y="243213"/>
                    <a:pt x="210243" y="253689"/>
                    <a:pt x="210243" y="264166"/>
                  </a:cubicBezTo>
                  <a:cubicBezTo>
                    <a:pt x="210243" y="290397"/>
                    <a:pt x="186304" y="309022"/>
                    <a:pt x="144878" y="309022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BA303619-53D3-521D-D226-CEB0F8E5AC5B}"/>
                </a:ext>
              </a:extLst>
            </p:cNvPr>
            <p:cNvSpPr/>
            <p:nvPr/>
          </p:nvSpPr>
          <p:spPr bwMode="invGray">
            <a:xfrm>
              <a:off x="4818877" y="4352329"/>
              <a:ext cx="177521" cy="281006"/>
            </a:xfrm>
            <a:custGeom>
              <a:avLst/>
              <a:gdLst>
                <a:gd name="connsiteX0" fmla="*/ 68864 w 177521"/>
                <a:gd name="connsiteY0" fmla="*/ 131074 h 281006"/>
                <a:gd name="connsiteX1" fmla="*/ 109669 w 177521"/>
                <a:gd name="connsiteY1" fmla="*/ 70465 h 281006"/>
                <a:gd name="connsiteX2" fmla="*/ 149386 w 177521"/>
                <a:gd name="connsiteY2" fmla="*/ 87383 h 281006"/>
                <a:gd name="connsiteX3" fmla="*/ 177522 w 177521"/>
                <a:gd name="connsiteY3" fmla="*/ 18625 h 281006"/>
                <a:gd name="connsiteX4" fmla="*/ 126690 w 177521"/>
                <a:gd name="connsiteY4" fmla="*/ 0 h 281006"/>
                <a:gd name="connsiteX5" fmla="*/ 68864 w 177521"/>
                <a:gd name="connsiteY5" fmla="*/ 25066 h 281006"/>
                <a:gd name="connsiteX6" fmla="*/ 68864 w 177521"/>
                <a:gd name="connsiteY6" fmla="*/ 5820 h 281006"/>
                <a:gd name="connsiteX7" fmla="*/ 0 w 177521"/>
                <a:gd name="connsiteY7" fmla="*/ 5820 h 281006"/>
                <a:gd name="connsiteX8" fmla="*/ 0 w 177521"/>
                <a:gd name="connsiteY8" fmla="*/ 281006 h 281006"/>
                <a:gd name="connsiteX9" fmla="*/ 68864 w 177521"/>
                <a:gd name="connsiteY9" fmla="*/ 281006 h 281006"/>
                <a:gd name="connsiteX10" fmla="*/ 68864 w 177521"/>
                <a:gd name="connsiteY10" fmla="*/ 131152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7521" h="281006">
                  <a:moveTo>
                    <a:pt x="68864" y="131074"/>
                  </a:moveTo>
                  <a:cubicBezTo>
                    <a:pt x="68864" y="97859"/>
                    <a:pt x="76947" y="70465"/>
                    <a:pt x="109669" y="70465"/>
                  </a:cubicBezTo>
                  <a:cubicBezTo>
                    <a:pt x="126612" y="70465"/>
                    <a:pt x="138893" y="77449"/>
                    <a:pt x="149386" y="87383"/>
                  </a:cubicBezTo>
                  <a:lnTo>
                    <a:pt x="177522" y="18625"/>
                  </a:lnTo>
                  <a:cubicBezTo>
                    <a:pt x="162910" y="5820"/>
                    <a:pt x="145966" y="0"/>
                    <a:pt x="126690" y="0"/>
                  </a:cubicBezTo>
                  <a:cubicBezTo>
                    <a:pt x="104539" y="0"/>
                    <a:pt x="84642" y="9312"/>
                    <a:pt x="68864" y="25066"/>
                  </a:cubicBezTo>
                  <a:lnTo>
                    <a:pt x="68864" y="5820"/>
                  </a:lnTo>
                  <a:lnTo>
                    <a:pt x="0" y="5820"/>
                  </a:lnTo>
                  <a:lnTo>
                    <a:pt x="0" y="281006"/>
                  </a:lnTo>
                  <a:lnTo>
                    <a:pt x="68864" y="281006"/>
                  </a:lnTo>
                  <a:lnTo>
                    <a:pt x="68864" y="131152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5EB6DE71-B50B-FD07-6BD7-71B130FAEBA5}"/>
                </a:ext>
              </a:extLst>
            </p:cNvPr>
            <p:cNvSpPr/>
            <p:nvPr/>
          </p:nvSpPr>
          <p:spPr bwMode="invGray">
            <a:xfrm>
              <a:off x="5810324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6968D1F1-EA26-3000-3CF4-2456664EFCA2}"/>
                </a:ext>
              </a:extLst>
            </p:cNvPr>
            <p:cNvSpPr/>
            <p:nvPr/>
          </p:nvSpPr>
          <p:spPr bwMode="invGray">
            <a:xfrm>
              <a:off x="5379966" y="4358382"/>
              <a:ext cx="398257" cy="275185"/>
            </a:xfrm>
            <a:custGeom>
              <a:avLst/>
              <a:gdLst>
                <a:gd name="connsiteX0" fmla="*/ 279107 w 398257"/>
                <a:gd name="connsiteY0" fmla="*/ 159710 h 275185"/>
                <a:gd name="connsiteX1" fmla="*/ 232395 w 398257"/>
                <a:gd name="connsiteY1" fmla="*/ 0 h 275185"/>
                <a:gd name="connsiteX2" fmla="*/ 167651 w 398257"/>
                <a:gd name="connsiteY2" fmla="*/ 0 h 275185"/>
                <a:gd name="connsiteX3" fmla="*/ 120939 w 398257"/>
                <a:gd name="connsiteY3" fmla="*/ 159710 h 275185"/>
                <a:gd name="connsiteX4" fmla="*/ 79434 w 398257"/>
                <a:gd name="connsiteY4" fmla="*/ 0 h 275185"/>
                <a:gd name="connsiteX5" fmla="*/ 0 w 398257"/>
                <a:gd name="connsiteY5" fmla="*/ 0 h 275185"/>
                <a:gd name="connsiteX6" fmla="*/ 86429 w 398257"/>
                <a:gd name="connsiteY6" fmla="*/ 275186 h 275185"/>
                <a:gd name="connsiteX7" fmla="*/ 151873 w 398257"/>
                <a:gd name="connsiteY7" fmla="*/ 275186 h 275185"/>
                <a:gd name="connsiteX8" fmla="*/ 199129 w 398257"/>
                <a:gd name="connsiteY8" fmla="*/ 107870 h 275185"/>
                <a:gd name="connsiteX9" fmla="*/ 245841 w 398257"/>
                <a:gd name="connsiteY9" fmla="*/ 275186 h 275185"/>
                <a:gd name="connsiteX10" fmla="*/ 311285 w 398257"/>
                <a:gd name="connsiteY10" fmla="*/ 275186 h 275185"/>
                <a:gd name="connsiteX11" fmla="*/ 398258 w 398257"/>
                <a:gd name="connsiteY11" fmla="*/ 0 h 275185"/>
                <a:gd name="connsiteX12" fmla="*/ 321156 w 398257"/>
                <a:gd name="connsiteY12" fmla="*/ 0 h 275185"/>
                <a:gd name="connsiteX13" fmla="*/ 279107 w 398257"/>
                <a:gd name="connsiteY13" fmla="*/ 159710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8257" h="275185">
                  <a:moveTo>
                    <a:pt x="279107" y="159710"/>
                  </a:moveTo>
                  <a:lnTo>
                    <a:pt x="232395" y="0"/>
                  </a:lnTo>
                  <a:lnTo>
                    <a:pt x="167651" y="0"/>
                  </a:lnTo>
                  <a:lnTo>
                    <a:pt x="120939" y="159710"/>
                  </a:lnTo>
                  <a:lnTo>
                    <a:pt x="79434" y="0"/>
                  </a:lnTo>
                  <a:lnTo>
                    <a:pt x="0" y="0"/>
                  </a:lnTo>
                  <a:lnTo>
                    <a:pt x="86429" y="275186"/>
                  </a:lnTo>
                  <a:lnTo>
                    <a:pt x="151873" y="275186"/>
                  </a:lnTo>
                  <a:lnTo>
                    <a:pt x="199129" y="107870"/>
                  </a:lnTo>
                  <a:lnTo>
                    <a:pt x="245841" y="275186"/>
                  </a:lnTo>
                  <a:lnTo>
                    <a:pt x="311285" y="275186"/>
                  </a:lnTo>
                  <a:lnTo>
                    <a:pt x="398258" y="0"/>
                  </a:lnTo>
                  <a:lnTo>
                    <a:pt x="321156" y="0"/>
                  </a:lnTo>
                  <a:lnTo>
                    <a:pt x="279107" y="15971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81153884-8D9D-9D93-E6AD-9D4E232C26D2}"/>
                </a:ext>
              </a:extLst>
            </p:cNvPr>
            <p:cNvSpPr/>
            <p:nvPr/>
          </p:nvSpPr>
          <p:spPr bwMode="invGray">
            <a:xfrm>
              <a:off x="5815609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B341274C-17AE-57E2-DEDF-0C0F641F5E3B}"/>
                </a:ext>
              </a:extLst>
            </p:cNvPr>
            <p:cNvSpPr/>
            <p:nvPr/>
          </p:nvSpPr>
          <p:spPr bwMode="invGray">
            <a:xfrm>
              <a:off x="6582279" y="4352561"/>
              <a:ext cx="240555" cy="286904"/>
            </a:xfrm>
            <a:custGeom>
              <a:avLst/>
              <a:gdLst>
                <a:gd name="connsiteX0" fmla="*/ 131975 w 240555"/>
                <a:gd name="connsiteY0" fmla="*/ 218069 h 286904"/>
                <a:gd name="connsiteX1" fmla="*/ 73605 w 240555"/>
                <a:gd name="connsiteY1" fmla="*/ 142870 h 286904"/>
                <a:gd name="connsiteX2" fmla="*/ 131431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5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5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5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1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19" y="0"/>
                    <a:pt x="131975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5" y="204721"/>
                    <a:pt x="157080" y="218146"/>
                    <a:pt x="131975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2920625A-B7E4-7D02-A60B-D0778659DAA3}"/>
                </a:ext>
              </a:extLst>
            </p:cNvPr>
            <p:cNvSpPr/>
            <p:nvPr/>
          </p:nvSpPr>
          <p:spPr bwMode="invGray">
            <a:xfrm>
              <a:off x="7751870" y="4251132"/>
              <a:ext cx="247007" cy="388255"/>
            </a:xfrm>
            <a:custGeom>
              <a:avLst/>
              <a:gdLst>
                <a:gd name="connsiteX0" fmla="*/ 175734 w 247007"/>
                <a:gd name="connsiteY0" fmla="*/ 123547 h 388255"/>
                <a:gd name="connsiteX1" fmla="*/ 111534 w 247007"/>
                <a:gd name="connsiteY1" fmla="*/ 101429 h 388255"/>
                <a:gd name="connsiteX2" fmla="*/ 0 w 247007"/>
                <a:gd name="connsiteY2" fmla="*/ 242514 h 388255"/>
                <a:gd name="connsiteX3" fmla="*/ 113244 w 247007"/>
                <a:gd name="connsiteY3" fmla="*/ 388256 h 388255"/>
                <a:gd name="connsiteX4" fmla="*/ 175734 w 247007"/>
                <a:gd name="connsiteY4" fmla="*/ 364354 h 388255"/>
                <a:gd name="connsiteX5" fmla="*/ 175734 w 247007"/>
                <a:gd name="connsiteY5" fmla="*/ 382436 h 388255"/>
                <a:gd name="connsiteX6" fmla="*/ 247007 w 247007"/>
                <a:gd name="connsiteY6" fmla="*/ 382436 h 388255"/>
                <a:gd name="connsiteX7" fmla="*/ 247007 w 247007"/>
                <a:gd name="connsiteY7" fmla="*/ 0 h 388255"/>
                <a:gd name="connsiteX8" fmla="*/ 175734 w 247007"/>
                <a:gd name="connsiteY8" fmla="*/ 35543 h 388255"/>
                <a:gd name="connsiteX9" fmla="*/ 175734 w 247007"/>
                <a:gd name="connsiteY9" fmla="*/ 123547 h 388255"/>
                <a:gd name="connsiteX10" fmla="*/ 175734 w 247007"/>
                <a:gd name="connsiteY10" fmla="*/ 297303 h 388255"/>
                <a:gd name="connsiteX11" fmla="*/ 127856 w 247007"/>
                <a:gd name="connsiteY11" fmla="*/ 321206 h 388255"/>
                <a:gd name="connsiteX12" fmla="*/ 74693 w 247007"/>
                <a:gd name="connsiteY12" fmla="*/ 240186 h 388255"/>
                <a:gd name="connsiteX13" fmla="*/ 126069 w 247007"/>
                <a:gd name="connsiteY13" fmla="*/ 168480 h 388255"/>
                <a:gd name="connsiteX14" fmla="*/ 175734 w 247007"/>
                <a:gd name="connsiteY14" fmla="*/ 192382 h 388255"/>
                <a:gd name="connsiteX15" fmla="*/ 175734 w 247007"/>
                <a:gd name="connsiteY15" fmla="*/ 297303 h 388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7007" h="388255">
                  <a:moveTo>
                    <a:pt x="175734" y="123547"/>
                  </a:moveTo>
                  <a:cubicBezTo>
                    <a:pt x="158246" y="107793"/>
                    <a:pt x="135473" y="101429"/>
                    <a:pt x="111534" y="101429"/>
                  </a:cubicBezTo>
                  <a:cubicBezTo>
                    <a:pt x="39717" y="101429"/>
                    <a:pt x="0" y="159167"/>
                    <a:pt x="0" y="242514"/>
                  </a:cubicBezTo>
                  <a:cubicBezTo>
                    <a:pt x="0" y="319498"/>
                    <a:pt x="33888" y="388256"/>
                    <a:pt x="113244" y="388256"/>
                  </a:cubicBezTo>
                  <a:cubicBezTo>
                    <a:pt x="138349" y="388256"/>
                    <a:pt x="152339" y="381271"/>
                    <a:pt x="175734" y="364354"/>
                  </a:cubicBezTo>
                  <a:lnTo>
                    <a:pt x="175734" y="382436"/>
                  </a:lnTo>
                  <a:lnTo>
                    <a:pt x="247007" y="382436"/>
                  </a:lnTo>
                  <a:lnTo>
                    <a:pt x="247007" y="0"/>
                  </a:lnTo>
                  <a:lnTo>
                    <a:pt x="175734" y="35543"/>
                  </a:lnTo>
                  <a:lnTo>
                    <a:pt x="175734" y="123547"/>
                  </a:lnTo>
                  <a:close/>
                  <a:moveTo>
                    <a:pt x="175734" y="297303"/>
                  </a:moveTo>
                  <a:cubicBezTo>
                    <a:pt x="161744" y="312436"/>
                    <a:pt x="147676" y="321206"/>
                    <a:pt x="127856" y="321206"/>
                  </a:cubicBezTo>
                  <a:cubicBezTo>
                    <a:pt x="87595" y="321206"/>
                    <a:pt x="74693" y="284499"/>
                    <a:pt x="74693" y="240186"/>
                  </a:cubicBezTo>
                  <a:cubicBezTo>
                    <a:pt x="74693" y="201151"/>
                    <a:pt x="84642" y="168480"/>
                    <a:pt x="126069" y="168480"/>
                  </a:cubicBezTo>
                  <a:cubicBezTo>
                    <a:pt x="145888" y="168480"/>
                    <a:pt x="160500" y="176085"/>
                    <a:pt x="175734" y="192382"/>
                  </a:cubicBezTo>
                  <a:lnTo>
                    <a:pt x="175734" y="297303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2AC51A93-CC15-7D8E-7A22-E8BE587A133B}"/>
                </a:ext>
              </a:extLst>
            </p:cNvPr>
            <p:cNvSpPr/>
            <p:nvPr/>
          </p:nvSpPr>
          <p:spPr bwMode="invGray">
            <a:xfrm>
              <a:off x="8325162" y="4352561"/>
              <a:ext cx="237757" cy="281083"/>
            </a:xfrm>
            <a:custGeom>
              <a:avLst/>
              <a:gdLst>
                <a:gd name="connsiteX0" fmla="*/ 138426 w 237757"/>
                <a:gd name="connsiteY0" fmla="*/ 0 h 281083"/>
                <a:gd name="connsiteX1" fmla="*/ 71273 w 237757"/>
                <a:gd name="connsiteY1" fmla="*/ 24523 h 281083"/>
                <a:gd name="connsiteX2" fmla="*/ 71273 w 237757"/>
                <a:gd name="connsiteY2" fmla="*/ 5898 h 281083"/>
                <a:gd name="connsiteX3" fmla="*/ 0 w 237757"/>
                <a:gd name="connsiteY3" fmla="*/ 5898 h 281083"/>
                <a:gd name="connsiteX4" fmla="*/ 0 w 237757"/>
                <a:gd name="connsiteY4" fmla="*/ 281084 h 281083"/>
                <a:gd name="connsiteX5" fmla="*/ 71273 w 237757"/>
                <a:gd name="connsiteY5" fmla="*/ 281084 h 281083"/>
                <a:gd name="connsiteX6" fmla="*/ 71273 w 237757"/>
                <a:gd name="connsiteY6" fmla="*/ 129522 h 281083"/>
                <a:gd name="connsiteX7" fmla="*/ 119151 w 237757"/>
                <a:gd name="connsiteY7" fmla="*/ 67128 h 281083"/>
                <a:gd name="connsiteX8" fmla="*/ 166485 w 237757"/>
                <a:gd name="connsiteY8" fmla="*/ 131229 h 281083"/>
                <a:gd name="connsiteX9" fmla="*/ 166485 w 237757"/>
                <a:gd name="connsiteY9" fmla="*/ 281084 h 281083"/>
                <a:gd name="connsiteX10" fmla="*/ 237758 w 237757"/>
                <a:gd name="connsiteY10" fmla="*/ 281084 h 281083"/>
                <a:gd name="connsiteX11" fmla="*/ 237758 w 237757"/>
                <a:gd name="connsiteY11" fmla="*/ 125409 h 281083"/>
                <a:gd name="connsiteX12" fmla="*/ 138504 w 237757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757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85" y="92815"/>
                    <a:pt x="166485" y="131229"/>
                  </a:cubicBezTo>
                  <a:lnTo>
                    <a:pt x="166485" y="281084"/>
                  </a:lnTo>
                  <a:lnTo>
                    <a:pt x="237758" y="281084"/>
                  </a:lnTo>
                  <a:lnTo>
                    <a:pt x="237758" y="125409"/>
                  </a:lnTo>
                  <a:cubicBezTo>
                    <a:pt x="237758" y="57816"/>
                    <a:pt x="213197" y="78"/>
                    <a:pt x="138504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6C71C8DF-A38B-47A7-35FD-E91628DE16DB}"/>
                </a:ext>
              </a:extLst>
            </p:cNvPr>
            <p:cNvSpPr/>
            <p:nvPr/>
          </p:nvSpPr>
          <p:spPr bwMode="invGray">
            <a:xfrm>
              <a:off x="8041469" y="4352561"/>
              <a:ext cx="238846" cy="286904"/>
            </a:xfrm>
            <a:custGeom>
              <a:avLst/>
              <a:gdLst>
                <a:gd name="connsiteX0" fmla="*/ 122027 w 238846"/>
                <a:gd name="connsiteY0" fmla="*/ 0 h 286904"/>
                <a:gd name="connsiteX1" fmla="*/ 0 w 238846"/>
                <a:gd name="connsiteY1" fmla="*/ 144034 h 286904"/>
                <a:gd name="connsiteX2" fmla="*/ 126690 w 238846"/>
                <a:gd name="connsiteY2" fmla="*/ 286904 h 286904"/>
                <a:gd name="connsiteX3" fmla="*/ 226566 w 238846"/>
                <a:gd name="connsiteY3" fmla="*/ 243213 h 286904"/>
                <a:gd name="connsiteX4" fmla="*/ 177522 w 238846"/>
                <a:gd name="connsiteY4" fmla="*/ 201850 h 286904"/>
                <a:gd name="connsiteX5" fmla="*/ 129644 w 238846"/>
                <a:gd name="connsiteY5" fmla="*/ 221095 h 286904"/>
                <a:gd name="connsiteX6" fmla="*/ 70651 w 238846"/>
                <a:gd name="connsiteY6" fmla="*/ 166850 h 286904"/>
                <a:gd name="connsiteX7" fmla="*/ 237680 w 238846"/>
                <a:gd name="connsiteY7" fmla="*/ 166850 h 286904"/>
                <a:gd name="connsiteX8" fmla="*/ 238846 w 238846"/>
                <a:gd name="connsiteY8" fmla="*/ 142948 h 286904"/>
                <a:gd name="connsiteX9" fmla="*/ 122027 w 238846"/>
                <a:gd name="connsiteY9" fmla="*/ 78 h 286904"/>
                <a:gd name="connsiteX10" fmla="*/ 71817 w 238846"/>
                <a:gd name="connsiteY10" fmla="*/ 113070 h 286904"/>
                <a:gd name="connsiteX11" fmla="*/ 119695 w 238846"/>
                <a:gd name="connsiteY11" fmla="*/ 61152 h 286904"/>
                <a:gd name="connsiteX12" fmla="*/ 169905 w 238846"/>
                <a:gd name="connsiteY12" fmla="*/ 113070 h 286904"/>
                <a:gd name="connsiteX13" fmla="*/ 71817 w 238846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6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2" y="215818"/>
                    <a:pt x="147131" y="221095"/>
                    <a:pt x="129644" y="221095"/>
                  </a:cubicBezTo>
                  <a:cubicBezTo>
                    <a:pt x="99876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6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8DA3DE8D-241F-B882-26D7-0FBFF53B2977}"/>
                </a:ext>
              </a:extLst>
            </p:cNvPr>
            <p:cNvSpPr/>
            <p:nvPr/>
          </p:nvSpPr>
          <p:spPr bwMode="invGray">
            <a:xfrm>
              <a:off x="8867054" y="4352561"/>
              <a:ext cx="238845" cy="286904"/>
            </a:xfrm>
            <a:custGeom>
              <a:avLst/>
              <a:gdLst>
                <a:gd name="connsiteX0" fmla="*/ 122026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1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6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6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1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4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6" y="78"/>
                  </a:cubicBezTo>
                  <a:close/>
                  <a:moveTo>
                    <a:pt x="71817" y="113070"/>
                  </a:moveTo>
                  <a:cubicBezTo>
                    <a:pt x="73604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BCD75147-838C-3799-6B50-F7FD7D8E7F66}"/>
                </a:ext>
              </a:extLst>
            </p:cNvPr>
            <p:cNvSpPr/>
            <p:nvPr/>
          </p:nvSpPr>
          <p:spPr bwMode="invGray">
            <a:xfrm>
              <a:off x="4999974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BBAF143E-888A-C071-B5ED-55AA560ED765}"/>
                </a:ext>
              </a:extLst>
            </p:cNvPr>
            <p:cNvSpPr/>
            <p:nvPr/>
          </p:nvSpPr>
          <p:spPr bwMode="invGray">
            <a:xfrm>
              <a:off x="3424508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19C2BC64-5728-0F92-2D05-6C1528937229}"/>
                </a:ext>
              </a:extLst>
            </p:cNvPr>
            <p:cNvSpPr/>
            <p:nvPr/>
          </p:nvSpPr>
          <p:spPr bwMode="invGray">
            <a:xfrm>
              <a:off x="2512417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6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1" y="215818"/>
                    <a:pt x="147132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7F24BEC3-3479-E96F-3976-10B4657D8535}"/>
                </a:ext>
              </a:extLst>
            </p:cNvPr>
            <p:cNvSpPr/>
            <p:nvPr/>
          </p:nvSpPr>
          <p:spPr bwMode="invGray">
            <a:xfrm>
              <a:off x="4536739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DE863BB1-5A53-A1C6-2A18-0746F308C347}"/>
                </a:ext>
              </a:extLst>
            </p:cNvPr>
            <p:cNvSpPr/>
            <p:nvPr/>
          </p:nvSpPr>
          <p:spPr bwMode="invGray">
            <a:xfrm>
              <a:off x="4026014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DD9615FE-5AC1-0D40-CEC0-74315E092154}"/>
                </a:ext>
              </a:extLst>
            </p:cNvPr>
            <p:cNvSpPr/>
            <p:nvPr/>
          </p:nvSpPr>
          <p:spPr bwMode="invGray">
            <a:xfrm>
              <a:off x="8604890" y="4352561"/>
              <a:ext cx="240555" cy="286904"/>
            </a:xfrm>
            <a:custGeom>
              <a:avLst/>
              <a:gdLst>
                <a:gd name="connsiteX0" fmla="*/ 131976 w 240555"/>
                <a:gd name="connsiteY0" fmla="*/ 218069 h 286904"/>
                <a:gd name="connsiteX1" fmla="*/ 73605 w 240555"/>
                <a:gd name="connsiteY1" fmla="*/ 142870 h 286904"/>
                <a:gd name="connsiteX2" fmla="*/ 131432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6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6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6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2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20" y="0"/>
                    <a:pt x="131976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6" y="204721"/>
                    <a:pt x="157080" y="218146"/>
                    <a:pt x="131976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123A750D-8D6A-640D-051A-7214595B3D1B}"/>
                </a:ext>
              </a:extLst>
            </p:cNvPr>
            <p:cNvSpPr/>
            <p:nvPr/>
          </p:nvSpPr>
          <p:spPr bwMode="invGray">
            <a:xfrm>
              <a:off x="6846230" y="4352561"/>
              <a:ext cx="258043" cy="286826"/>
            </a:xfrm>
            <a:custGeom>
              <a:avLst/>
              <a:gdLst>
                <a:gd name="connsiteX0" fmla="*/ 129022 w 258043"/>
                <a:gd name="connsiteY0" fmla="*/ 0 h 286826"/>
                <a:gd name="connsiteX1" fmla="*/ 0 w 258043"/>
                <a:gd name="connsiteY1" fmla="*/ 143413 h 286826"/>
                <a:gd name="connsiteX2" fmla="*/ 129022 w 258043"/>
                <a:gd name="connsiteY2" fmla="*/ 286827 h 286826"/>
                <a:gd name="connsiteX3" fmla="*/ 258043 w 258043"/>
                <a:gd name="connsiteY3" fmla="*/ 143413 h 286826"/>
                <a:gd name="connsiteX4" fmla="*/ 129022 w 258043"/>
                <a:gd name="connsiteY4" fmla="*/ 0 h 286826"/>
                <a:gd name="connsiteX5" fmla="*/ 129022 w 258043"/>
                <a:gd name="connsiteY5" fmla="*/ 218069 h 286826"/>
                <a:gd name="connsiteX6" fmla="*/ 73527 w 258043"/>
                <a:gd name="connsiteY6" fmla="*/ 143413 h 286826"/>
                <a:gd name="connsiteX7" fmla="*/ 129022 w 258043"/>
                <a:gd name="connsiteY7" fmla="*/ 68215 h 286826"/>
                <a:gd name="connsiteX8" fmla="*/ 184517 w 258043"/>
                <a:gd name="connsiteY8" fmla="*/ 143413 h 286826"/>
                <a:gd name="connsiteX9" fmla="*/ 129022 w 258043"/>
                <a:gd name="connsiteY9" fmla="*/ 21806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8043" h="286826">
                  <a:moveTo>
                    <a:pt x="129022" y="0"/>
                  </a:moveTo>
                  <a:cubicBezTo>
                    <a:pt x="49588" y="0"/>
                    <a:pt x="0" y="62394"/>
                    <a:pt x="0" y="143413"/>
                  </a:cubicBezTo>
                  <a:cubicBezTo>
                    <a:pt x="0" y="228546"/>
                    <a:pt x="54329" y="286827"/>
                    <a:pt x="129022" y="286827"/>
                  </a:cubicBezTo>
                  <a:cubicBezTo>
                    <a:pt x="203714" y="286827"/>
                    <a:pt x="258043" y="228546"/>
                    <a:pt x="258043" y="143413"/>
                  </a:cubicBezTo>
                  <a:cubicBezTo>
                    <a:pt x="258043" y="58281"/>
                    <a:pt x="208378" y="0"/>
                    <a:pt x="129022" y="0"/>
                  </a:cubicBezTo>
                  <a:close/>
                  <a:moveTo>
                    <a:pt x="129022" y="218069"/>
                  </a:moveTo>
                  <a:cubicBezTo>
                    <a:pt x="83476" y="218069"/>
                    <a:pt x="73527" y="174378"/>
                    <a:pt x="73527" y="143413"/>
                  </a:cubicBezTo>
                  <a:cubicBezTo>
                    <a:pt x="73527" y="100886"/>
                    <a:pt x="91015" y="68215"/>
                    <a:pt x="129022" y="68215"/>
                  </a:cubicBezTo>
                  <a:cubicBezTo>
                    <a:pt x="167029" y="68215"/>
                    <a:pt x="184517" y="100886"/>
                    <a:pt x="184517" y="143413"/>
                  </a:cubicBezTo>
                  <a:cubicBezTo>
                    <a:pt x="184517" y="174300"/>
                    <a:pt x="174568" y="218069"/>
                    <a:pt x="129022" y="21806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FF4A124C-905E-0DA0-C4A1-289936C5FB45}"/>
                </a:ext>
              </a:extLst>
            </p:cNvPr>
            <p:cNvSpPr/>
            <p:nvPr/>
          </p:nvSpPr>
          <p:spPr bwMode="invGray">
            <a:xfrm>
              <a:off x="7419599" y="4252917"/>
              <a:ext cx="174646" cy="380573"/>
            </a:xfrm>
            <a:custGeom>
              <a:avLst/>
              <a:gdLst>
                <a:gd name="connsiteX0" fmla="*/ 38551 w 174646"/>
                <a:gd name="connsiteY0" fmla="*/ 72250 h 380573"/>
                <a:gd name="connsiteX1" fmla="*/ 38551 w 174646"/>
                <a:gd name="connsiteY1" fmla="*/ 105465 h 380573"/>
                <a:gd name="connsiteX2" fmla="*/ 0 w 174646"/>
                <a:gd name="connsiteY2" fmla="*/ 105465 h 380573"/>
                <a:gd name="connsiteX3" fmla="*/ 0 w 174646"/>
                <a:gd name="connsiteY3" fmla="*/ 171894 h 380573"/>
                <a:gd name="connsiteX4" fmla="*/ 38551 w 174646"/>
                <a:gd name="connsiteY4" fmla="*/ 171894 h 380573"/>
                <a:gd name="connsiteX5" fmla="*/ 38551 w 174646"/>
                <a:gd name="connsiteY5" fmla="*/ 380573 h 380573"/>
                <a:gd name="connsiteX6" fmla="*/ 109824 w 174646"/>
                <a:gd name="connsiteY6" fmla="*/ 380573 h 380573"/>
                <a:gd name="connsiteX7" fmla="*/ 109824 w 174646"/>
                <a:gd name="connsiteY7" fmla="*/ 171894 h 380573"/>
                <a:gd name="connsiteX8" fmla="*/ 168817 w 174646"/>
                <a:gd name="connsiteY8" fmla="*/ 171894 h 380573"/>
                <a:gd name="connsiteX9" fmla="*/ 168817 w 174646"/>
                <a:gd name="connsiteY9" fmla="*/ 105465 h 380573"/>
                <a:gd name="connsiteX10" fmla="*/ 109824 w 174646"/>
                <a:gd name="connsiteY10" fmla="*/ 105465 h 380573"/>
                <a:gd name="connsiteX11" fmla="*/ 109824 w 174646"/>
                <a:gd name="connsiteY11" fmla="*/ 83347 h 380573"/>
                <a:gd name="connsiteX12" fmla="*/ 139592 w 174646"/>
                <a:gd name="connsiteY12" fmla="*/ 59445 h 380573"/>
                <a:gd name="connsiteX13" fmla="*/ 174646 w 174646"/>
                <a:gd name="connsiteY13" fmla="*/ 64722 h 380573"/>
                <a:gd name="connsiteX14" fmla="*/ 174646 w 174646"/>
                <a:gd name="connsiteY14" fmla="*/ 7605 h 380573"/>
                <a:gd name="connsiteX15" fmla="*/ 122649 w 174646"/>
                <a:gd name="connsiteY15" fmla="*/ 0 h 380573"/>
                <a:gd name="connsiteX16" fmla="*/ 38551 w 174646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6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3" y="0"/>
                    <a:pt x="122649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BC2901EC-93BD-B7E8-ABFA-466BE4DEA1AD}"/>
                </a:ext>
              </a:extLst>
            </p:cNvPr>
            <p:cNvSpPr/>
            <p:nvPr/>
          </p:nvSpPr>
          <p:spPr bwMode="invGray">
            <a:xfrm>
              <a:off x="3814838" y="4252917"/>
              <a:ext cx="174645" cy="380573"/>
            </a:xfrm>
            <a:custGeom>
              <a:avLst/>
              <a:gdLst>
                <a:gd name="connsiteX0" fmla="*/ 38551 w 174645"/>
                <a:gd name="connsiteY0" fmla="*/ 72250 h 380573"/>
                <a:gd name="connsiteX1" fmla="*/ 38551 w 174645"/>
                <a:gd name="connsiteY1" fmla="*/ 105465 h 380573"/>
                <a:gd name="connsiteX2" fmla="*/ 0 w 174645"/>
                <a:gd name="connsiteY2" fmla="*/ 105465 h 380573"/>
                <a:gd name="connsiteX3" fmla="*/ 0 w 174645"/>
                <a:gd name="connsiteY3" fmla="*/ 171894 h 380573"/>
                <a:gd name="connsiteX4" fmla="*/ 38551 w 174645"/>
                <a:gd name="connsiteY4" fmla="*/ 171894 h 380573"/>
                <a:gd name="connsiteX5" fmla="*/ 38551 w 174645"/>
                <a:gd name="connsiteY5" fmla="*/ 380573 h 380573"/>
                <a:gd name="connsiteX6" fmla="*/ 109824 w 174645"/>
                <a:gd name="connsiteY6" fmla="*/ 380573 h 380573"/>
                <a:gd name="connsiteX7" fmla="*/ 109824 w 174645"/>
                <a:gd name="connsiteY7" fmla="*/ 171894 h 380573"/>
                <a:gd name="connsiteX8" fmla="*/ 168817 w 174645"/>
                <a:gd name="connsiteY8" fmla="*/ 171894 h 380573"/>
                <a:gd name="connsiteX9" fmla="*/ 168817 w 174645"/>
                <a:gd name="connsiteY9" fmla="*/ 105465 h 380573"/>
                <a:gd name="connsiteX10" fmla="*/ 109824 w 174645"/>
                <a:gd name="connsiteY10" fmla="*/ 105465 h 380573"/>
                <a:gd name="connsiteX11" fmla="*/ 109824 w 174645"/>
                <a:gd name="connsiteY11" fmla="*/ 83347 h 380573"/>
                <a:gd name="connsiteX12" fmla="*/ 139592 w 174645"/>
                <a:gd name="connsiteY12" fmla="*/ 59445 h 380573"/>
                <a:gd name="connsiteX13" fmla="*/ 174646 w 174645"/>
                <a:gd name="connsiteY13" fmla="*/ 64722 h 380573"/>
                <a:gd name="connsiteX14" fmla="*/ 174646 w 174645"/>
                <a:gd name="connsiteY14" fmla="*/ 7605 h 380573"/>
                <a:gd name="connsiteX15" fmla="*/ 122648 w 174645"/>
                <a:gd name="connsiteY15" fmla="*/ 0 h 380573"/>
                <a:gd name="connsiteX16" fmla="*/ 38551 w 174645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5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2" y="0"/>
                    <a:pt x="122648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D8FB295F-4207-3E92-579E-FA04199CAC8E}"/>
                </a:ext>
              </a:extLst>
            </p:cNvPr>
            <p:cNvSpPr/>
            <p:nvPr/>
          </p:nvSpPr>
          <p:spPr bwMode="invGray">
            <a:xfrm>
              <a:off x="7146866" y="4352561"/>
              <a:ext cx="237680" cy="281083"/>
            </a:xfrm>
            <a:custGeom>
              <a:avLst/>
              <a:gdLst>
                <a:gd name="connsiteX0" fmla="*/ 138426 w 237680"/>
                <a:gd name="connsiteY0" fmla="*/ 0 h 281083"/>
                <a:gd name="connsiteX1" fmla="*/ 71273 w 237680"/>
                <a:gd name="connsiteY1" fmla="*/ 24523 h 281083"/>
                <a:gd name="connsiteX2" fmla="*/ 71273 w 237680"/>
                <a:gd name="connsiteY2" fmla="*/ 5898 h 281083"/>
                <a:gd name="connsiteX3" fmla="*/ 0 w 237680"/>
                <a:gd name="connsiteY3" fmla="*/ 5898 h 281083"/>
                <a:gd name="connsiteX4" fmla="*/ 0 w 237680"/>
                <a:gd name="connsiteY4" fmla="*/ 281084 h 281083"/>
                <a:gd name="connsiteX5" fmla="*/ 71273 w 237680"/>
                <a:gd name="connsiteY5" fmla="*/ 281084 h 281083"/>
                <a:gd name="connsiteX6" fmla="*/ 71273 w 237680"/>
                <a:gd name="connsiteY6" fmla="*/ 129522 h 281083"/>
                <a:gd name="connsiteX7" fmla="*/ 119151 w 237680"/>
                <a:gd name="connsiteY7" fmla="*/ 67128 h 281083"/>
                <a:gd name="connsiteX8" fmla="*/ 166407 w 237680"/>
                <a:gd name="connsiteY8" fmla="*/ 131229 h 281083"/>
                <a:gd name="connsiteX9" fmla="*/ 166407 w 237680"/>
                <a:gd name="connsiteY9" fmla="*/ 281084 h 281083"/>
                <a:gd name="connsiteX10" fmla="*/ 237680 w 237680"/>
                <a:gd name="connsiteY10" fmla="*/ 281084 h 281083"/>
                <a:gd name="connsiteX11" fmla="*/ 237680 w 237680"/>
                <a:gd name="connsiteY11" fmla="*/ 125409 h 281083"/>
                <a:gd name="connsiteX12" fmla="*/ 138426 w 237680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680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07" y="92815"/>
                    <a:pt x="166407" y="131229"/>
                  </a:cubicBezTo>
                  <a:lnTo>
                    <a:pt x="166407" y="281084"/>
                  </a:lnTo>
                  <a:lnTo>
                    <a:pt x="237680" y="281084"/>
                  </a:lnTo>
                  <a:lnTo>
                    <a:pt x="237680" y="125409"/>
                  </a:lnTo>
                  <a:cubicBezTo>
                    <a:pt x="237680" y="57816"/>
                    <a:pt x="213119" y="78"/>
                    <a:pt x="138426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0384056-6EB3-5ED5-5F1D-DA138C518CC6}"/>
                </a:ext>
              </a:extLst>
            </p:cNvPr>
            <p:cNvSpPr/>
            <p:nvPr/>
          </p:nvSpPr>
          <p:spPr bwMode="invGray">
            <a:xfrm>
              <a:off x="7635595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5914711C-FAE4-5327-8F80-0DCE537DFA2D}"/>
                </a:ext>
              </a:extLst>
            </p:cNvPr>
            <p:cNvSpPr/>
            <p:nvPr/>
          </p:nvSpPr>
          <p:spPr bwMode="invGray">
            <a:xfrm>
              <a:off x="7630931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200D6B7-ACED-E6E5-88A0-5F6621ADDADF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4" name="Freeform 25">
              <a:extLst>
                <a:ext uri="{FF2B5EF4-FFF2-40B4-BE49-F238E27FC236}">
                  <a16:creationId xmlns:a16="http://schemas.microsoft.com/office/drawing/2014/main" id="{95D3D2E9-F74F-5B92-1974-E9C8B180E37B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A9AFA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81286317-787B-72F5-1023-9AFC0AE42ADE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1A9AFA"/>
                </a:gs>
                <a:gs pos="63000">
                  <a:srgbClr val="B14891"/>
                </a:gs>
                <a:gs pos="100000">
                  <a:srgbClr val="FF3C00"/>
                </a:gs>
              </a:gsLst>
              <a:lin ang="189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68381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8D4830-1AF6-9C3D-EC53-70FC3C7CB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200" b="1" i="0" kern="1200" dirty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1D17B9-5AE0-D700-891E-3434DBBFEEDC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505D0AA-2CDC-7CFF-28A8-B92704427CE6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1A9AFA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EA16860-3E46-F6F6-32C5-BA711BAC1D76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F9C2F59-B72C-A550-B779-1DCEEABC3C8B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9345224" y="5422966"/>
            <a:ext cx="2437200" cy="1056582"/>
            <a:chOff x="1333500" y="1365250"/>
            <a:chExt cx="7772399" cy="3369514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61F8229-7143-3D95-13B3-A8EA85DC4A6A}"/>
                </a:ext>
              </a:extLst>
            </p:cNvPr>
            <p:cNvSpPr/>
            <p:nvPr/>
          </p:nvSpPr>
          <p:spPr bwMode="invGray">
            <a:xfrm>
              <a:off x="3765639" y="2990756"/>
              <a:ext cx="635704" cy="857763"/>
            </a:xfrm>
            <a:custGeom>
              <a:avLst/>
              <a:gdLst>
                <a:gd name="connsiteX0" fmla="*/ 504506 w 635704"/>
                <a:gd name="connsiteY0" fmla="*/ 268512 h 857763"/>
                <a:gd name="connsiteX1" fmla="*/ 494014 w 635704"/>
                <a:gd name="connsiteY1" fmla="*/ 205730 h 857763"/>
                <a:gd name="connsiteX2" fmla="*/ 464323 w 635704"/>
                <a:gd name="connsiteY2" fmla="*/ 159400 h 857763"/>
                <a:gd name="connsiteX3" fmla="*/ 417922 w 635704"/>
                <a:gd name="connsiteY3" fmla="*/ 130997 h 857763"/>
                <a:gd name="connsiteX4" fmla="*/ 357142 w 635704"/>
                <a:gd name="connsiteY4" fmla="*/ 121374 h 857763"/>
                <a:gd name="connsiteX5" fmla="*/ 126457 w 635704"/>
                <a:gd name="connsiteY5" fmla="*/ 121374 h 857763"/>
                <a:gd name="connsiteX6" fmla="*/ 126457 w 635704"/>
                <a:gd name="connsiteY6" fmla="*/ 416892 h 857763"/>
                <a:gd name="connsiteX7" fmla="*/ 357142 w 635704"/>
                <a:gd name="connsiteY7" fmla="*/ 416892 h 857763"/>
                <a:gd name="connsiteX8" fmla="*/ 467976 w 635704"/>
                <a:gd name="connsiteY8" fmla="*/ 377391 h 857763"/>
                <a:gd name="connsiteX9" fmla="*/ 504506 w 635704"/>
                <a:gd name="connsiteY9" fmla="*/ 268512 h 857763"/>
                <a:gd name="connsiteX10" fmla="*/ 635704 w 635704"/>
                <a:gd name="connsiteY10" fmla="*/ 268512 h 857763"/>
                <a:gd name="connsiteX11" fmla="*/ 614719 w 635704"/>
                <a:gd name="connsiteY11" fmla="*/ 385152 h 857763"/>
                <a:gd name="connsiteX12" fmla="*/ 556037 w 635704"/>
                <a:gd name="connsiteY12" fmla="*/ 469198 h 857763"/>
                <a:gd name="connsiteX13" fmla="*/ 466111 w 635704"/>
                <a:gd name="connsiteY13" fmla="*/ 520339 h 857763"/>
                <a:gd name="connsiteX14" fmla="*/ 351079 w 635704"/>
                <a:gd name="connsiteY14" fmla="*/ 537722 h 857763"/>
                <a:gd name="connsiteX15" fmla="*/ 126379 w 635704"/>
                <a:gd name="connsiteY15" fmla="*/ 537722 h 857763"/>
                <a:gd name="connsiteX16" fmla="*/ 126379 w 635704"/>
                <a:gd name="connsiteY16" fmla="*/ 857764 h 857763"/>
                <a:gd name="connsiteX17" fmla="*/ 0 w 635704"/>
                <a:gd name="connsiteY17" fmla="*/ 857764 h 857763"/>
                <a:gd name="connsiteX18" fmla="*/ 0 w 635704"/>
                <a:gd name="connsiteY18" fmla="*/ 0 h 857763"/>
                <a:gd name="connsiteX19" fmla="*/ 359474 w 635704"/>
                <a:gd name="connsiteY19" fmla="*/ 0 h 857763"/>
                <a:gd name="connsiteX20" fmla="*/ 469375 w 635704"/>
                <a:gd name="connsiteY20" fmla="*/ 17073 h 857763"/>
                <a:gd name="connsiteX21" fmla="*/ 556815 w 635704"/>
                <a:gd name="connsiteY21" fmla="*/ 67594 h 857763"/>
                <a:gd name="connsiteX22" fmla="*/ 614641 w 635704"/>
                <a:gd name="connsiteY22" fmla="*/ 151639 h 857763"/>
                <a:gd name="connsiteX23" fmla="*/ 635627 w 635704"/>
                <a:gd name="connsiteY23" fmla="*/ 268590 h 857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35704" h="857763">
                  <a:moveTo>
                    <a:pt x="504506" y="268512"/>
                  </a:moveTo>
                  <a:cubicBezTo>
                    <a:pt x="504506" y="244998"/>
                    <a:pt x="501009" y="224044"/>
                    <a:pt x="494014" y="205730"/>
                  </a:cubicBezTo>
                  <a:cubicBezTo>
                    <a:pt x="487018" y="187415"/>
                    <a:pt x="477148" y="171972"/>
                    <a:pt x="464323" y="159400"/>
                  </a:cubicBezTo>
                  <a:cubicBezTo>
                    <a:pt x="451576" y="146828"/>
                    <a:pt x="436031" y="137360"/>
                    <a:pt x="417922" y="130997"/>
                  </a:cubicBezTo>
                  <a:cubicBezTo>
                    <a:pt x="399734" y="124633"/>
                    <a:pt x="379448" y="121374"/>
                    <a:pt x="357142" y="121374"/>
                  </a:cubicBezTo>
                  <a:lnTo>
                    <a:pt x="126457" y="121374"/>
                  </a:lnTo>
                  <a:lnTo>
                    <a:pt x="126457" y="416892"/>
                  </a:lnTo>
                  <a:lnTo>
                    <a:pt x="357142" y="416892"/>
                  </a:lnTo>
                  <a:cubicBezTo>
                    <a:pt x="406652" y="416892"/>
                    <a:pt x="443571" y="403699"/>
                    <a:pt x="467976" y="377391"/>
                  </a:cubicBezTo>
                  <a:cubicBezTo>
                    <a:pt x="492304" y="351083"/>
                    <a:pt x="504506" y="314764"/>
                    <a:pt x="504506" y="268512"/>
                  </a:cubicBezTo>
                  <a:moveTo>
                    <a:pt x="635704" y="268512"/>
                  </a:moveTo>
                  <a:cubicBezTo>
                    <a:pt x="635704" y="312746"/>
                    <a:pt x="628709" y="351626"/>
                    <a:pt x="614719" y="385152"/>
                  </a:cubicBezTo>
                  <a:cubicBezTo>
                    <a:pt x="600729" y="418677"/>
                    <a:pt x="581220" y="446692"/>
                    <a:pt x="556037" y="469198"/>
                  </a:cubicBezTo>
                  <a:cubicBezTo>
                    <a:pt x="530855" y="491703"/>
                    <a:pt x="500931" y="508776"/>
                    <a:pt x="466111" y="520339"/>
                  </a:cubicBezTo>
                  <a:cubicBezTo>
                    <a:pt x="431368" y="531902"/>
                    <a:pt x="393050" y="537722"/>
                    <a:pt x="351079" y="537722"/>
                  </a:cubicBezTo>
                  <a:lnTo>
                    <a:pt x="126379" y="537722"/>
                  </a:lnTo>
                  <a:lnTo>
                    <a:pt x="126379" y="857764"/>
                  </a:lnTo>
                  <a:lnTo>
                    <a:pt x="0" y="857764"/>
                  </a:lnTo>
                  <a:lnTo>
                    <a:pt x="0" y="0"/>
                  </a:lnTo>
                  <a:lnTo>
                    <a:pt x="359474" y="0"/>
                  </a:lnTo>
                  <a:cubicBezTo>
                    <a:pt x="398957" y="0"/>
                    <a:pt x="435643" y="5665"/>
                    <a:pt x="469375" y="17073"/>
                  </a:cubicBezTo>
                  <a:cubicBezTo>
                    <a:pt x="503107" y="28481"/>
                    <a:pt x="532254" y="45321"/>
                    <a:pt x="556815" y="67594"/>
                  </a:cubicBezTo>
                  <a:cubicBezTo>
                    <a:pt x="581375" y="89944"/>
                    <a:pt x="600651" y="117959"/>
                    <a:pt x="614641" y="151639"/>
                  </a:cubicBezTo>
                  <a:cubicBezTo>
                    <a:pt x="628632" y="185320"/>
                    <a:pt x="635627" y="224277"/>
                    <a:pt x="635627" y="268590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C61A613-D2C0-D866-FBBA-39884EAC4594}"/>
                </a:ext>
              </a:extLst>
            </p:cNvPr>
            <p:cNvSpPr/>
            <p:nvPr/>
          </p:nvSpPr>
          <p:spPr bwMode="invGray">
            <a:xfrm>
              <a:off x="4442770" y="3191752"/>
              <a:ext cx="524092" cy="670503"/>
            </a:xfrm>
            <a:custGeom>
              <a:avLst/>
              <a:gdLst>
                <a:gd name="connsiteX0" fmla="*/ 400201 w 524092"/>
                <a:gd name="connsiteY0" fmla="*/ 382125 h 670503"/>
                <a:gd name="connsiteX1" fmla="*/ 367868 w 524092"/>
                <a:gd name="connsiteY1" fmla="*/ 369243 h 670503"/>
                <a:gd name="connsiteX2" fmla="*/ 337944 w 524092"/>
                <a:gd name="connsiteY2" fmla="*/ 361482 h 670503"/>
                <a:gd name="connsiteX3" fmla="*/ 300559 w 524092"/>
                <a:gd name="connsiteY3" fmla="*/ 356128 h 670503"/>
                <a:gd name="connsiteX4" fmla="*/ 252914 w 524092"/>
                <a:gd name="connsiteY4" fmla="*/ 354032 h 670503"/>
                <a:gd name="connsiteX5" fmla="*/ 156225 w 524092"/>
                <a:gd name="connsiteY5" fmla="*/ 379719 h 670503"/>
                <a:gd name="connsiteX6" fmla="*/ 120550 w 524092"/>
                <a:gd name="connsiteY6" fmla="*/ 449719 h 670503"/>
                <a:gd name="connsiteX7" fmla="*/ 130732 w 524092"/>
                <a:gd name="connsiteY7" fmla="*/ 498454 h 670503"/>
                <a:gd name="connsiteX8" fmla="*/ 156458 w 524092"/>
                <a:gd name="connsiteY8" fmla="*/ 531048 h 670503"/>
                <a:gd name="connsiteX9" fmla="*/ 193300 w 524092"/>
                <a:gd name="connsiteY9" fmla="*/ 549906 h 670503"/>
                <a:gd name="connsiteX10" fmla="*/ 244520 w 524092"/>
                <a:gd name="connsiteY10" fmla="*/ 556192 h 670503"/>
                <a:gd name="connsiteX11" fmla="*/ 293019 w 524092"/>
                <a:gd name="connsiteY11" fmla="*/ 548975 h 670503"/>
                <a:gd name="connsiteX12" fmla="*/ 336778 w 524092"/>
                <a:gd name="connsiteY12" fmla="*/ 530117 h 670503"/>
                <a:gd name="connsiteX13" fmla="*/ 373308 w 524092"/>
                <a:gd name="connsiteY13" fmla="*/ 503809 h 670503"/>
                <a:gd name="connsiteX14" fmla="*/ 400279 w 524092"/>
                <a:gd name="connsiteY14" fmla="*/ 474164 h 670503"/>
                <a:gd name="connsiteX15" fmla="*/ 400279 w 524092"/>
                <a:gd name="connsiteY15" fmla="*/ 382047 h 670503"/>
                <a:gd name="connsiteX16" fmla="*/ 400201 w 524092"/>
                <a:gd name="connsiteY16" fmla="*/ 656690 h 670503"/>
                <a:gd name="connsiteX17" fmla="*/ 400201 w 524092"/>
                <a:gd name="connsiteY17" fmla="*/ 593287 h 670503"/>
                <a:gd name="connsiteX18" fmla="*/ 359474 w 524092"/>
                <a:gd name="connsiteY18" fmla="*/ 626502 h 670503"/>
                <a:gd name="connsiteX19" fmla="*/ 325897 w 524092"/>
                <a:gd name="connsiteY19" fmla="*/ 646291 h 670503"/>
                <a:gd name="connsiteX20" fmla="*/ 281905 w 524092"/>
                <a:gd name="connsiteY20" fmla="*/ 663054 h 670503"/>
                <a:gd name="connsiteX21" fmla="*/ 223534 w 524092"/>
                <a:gd name="connsiteY21" fmla="*/ 670504 h 670503"/>
                <a:gd name="connsiteX22" fmla="*/ 144722 w 524092"/>
                <a:gd name="connsiteY22" fmla="*/ 658863 h 670503"/>
                <a:gd name="connsiteX23" fmla="*/ 72827 w 524092"/>
                <a:gd name="connsiteY23" fmla="*/ 621225 h 670503"/>
                <a:gd name="connsiteX24" fmla="*/ 20364 w 524092"/>
                <a:gd name="connsiteY24" fmla="*/ 553942 h 670503"/>
                <a:gd name="connsiteX25" fmla="*/ 0 w 524092"/>
                <a:gd name="connsiteY25" fmla="*/ 453444 h 670503"/>
                <a:gd name="connsiteX26" fmla="*/ 19431 w 524092"/>
                <a:gd name="connsiteY26" fmla="*/ 360473 h 670503"/>
                <a:gd name="connsiteX27" fmla="*/ 73371 w 524092"/>
                <a:gd name="connsiteY27" fmla="*/ 295596 h 670503"/>
                <a:gd name="connsiteX28" fmla="*/ 154826 w 524092"/>
                <a:gd name="connsiteY28" fmla="*/ 257570 h 670503"/>
                <a:gd name="connsiteX29" fmla="*/ 256334 w 524092"/>
                <a:gd name="connsiteY29" fmla="*/ 245308 h 670503"/>
                <a:gd name="connsiteX30" fmla="*/ 341986 w 524092"/>
                <a:gd name="connsiteY30" fmla="*/ 252215 h 670503"/>
                <a:gd name="connsiteX31" fmla="*/ 400123 w 524092"/>
                <a:gd name="connsiteY31" fmla="*/ 269831 h 670503"/>
                <a:gd name="connsiteX32" fmla="*/ 400123 w 524092"/>
                <a:gd name="connsiteY32" fmla="*/ 221949 h 670503"/>
                <a:gd name="connsiteX33" fmla="*/ 368956 w 524092"/>
                <a:gd name="connsiteY33" fmla="*/ 141240 h 670503"/>
                <a:gd name="connsiteX34" fmla="*/ 278485 w 524092"/>
                <a:gd name="connsiteY34" fmla="*/ 113148 h 670503"/>
                <a:gd name="connsiteX35" fmla="*/ 188636 w 524092"/>
                <a:gd name="connsiteY35" fmla="*/ 122693 h 670503"/>
                <a:gd name="connsiteX36" fmla="*/ 110757 w 524092"/>
                <a:gd name="connsiteY36" fmla="*/ 153192 h 670503"/>
                <a:gd name="connsiteX37" fmla="*/ 61635 w 524092"/>
                <a:gd name="connsiteY37" fmla="*/ 58048 h 670503"/>
                <a:gd name="connsiteX38" fmla="*/ 160733 w 524092"/>
                <a:gd name="connsiteY38" fmla="*/ 14667 h 670503"/>
                <a:gd name="connsiteX39" fmla="*/ 282060 w 524092"/>
                <a:gd name="connsiteY39" fmla="*/ 0 h 670503"/>
                <a:gd name="connsiteX40" fmla="*/ 380614 w 524092"/>
                <a:gd name="connsiteY40" fmla="*/ 13193 h 670503"/>
                <a:gd name="connsiteX41" fmla="*/ 457017 w 524092"/>
                <a:gd name="connsiteY41" fmla="*/ 53314 h 670503"/>
                <a:gd name="connsiteX42" fmla="*/ 506450 w 524092"/>
                <a:gd name="connsiteY42" fmla="*/ 120908 h 670503"/>
                <a:gd name="connsiteX43" fmla="*/ 524093 w 524092"/>
                <a:gd name="connsiteY43" fmla="*/ 216051 h 670503"/>
                <a:gd name="connsiteX44" fmla="*/ 524093 w 524092"/>
                <a:gd name="connsiteY44" fmla="*/ 656923 h 670503"/>
                <a:gd name="connsiteX45" fmla="*/ 400123 w 524092"/>
                <a:gd name="connsiteY45" fmla="*/ 65692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24092" h="670503">
                  <a:moveTo>
                    <a:pt x="400201" y="382125"/>
                  </a:moveTo>
                  <a:cubicBezTo>
                    <a:pt x="388231" y="376538"/>
                    <a:pt x="377428" y="372269"/>
                    <a:pt x="367868" y="369243"/>
                  </a:cubicBezTo>
                  <a:cubicBezTo>
                    <a:pt x="358308" y="366216"/>
                    <a:pt x="348359" y="363655"/>
                    <a:pt x="337944" y="361482"/>
                  </a:cubicBezTo>
                  <a:cubicBezTo>
                    <a:pt x="327607" y="359309"/>
                    <a:pt x="315093" y="357524"/>
                    <a:pt x="300559" y="356128"/>
                  </a:cubicBezTo>
                  <a:cubicBezTo>
                    <a:pt x="285946" y="354731"/>
                    <a:pt x="270091" y="354032"/>
                    <a:pt x="252914" y="354032"/>
                  </a:cubicBezTo>
                  <a:cubicBezTo>
                    <a:pt x="212186" y="354032"/>
                    <a:pt x="179931" y="362646"/>
                    <a:pt x="156225" y="379719"/>
                  </a:cubicBezTo>
                  <a:cubicBezTo>
                    <a:pt x="132442" y="396870"/>
                    <a:pt x="120550" y="420229"/>
                    <a:pt x="120550" y="449719"/>
                  </a:cubicBezTo>
                  <a:cubicBezTo>
                    <a:pt x="120550" y="468809"/>
                    <a:pt x="123892" y="485106"/>
                    <a:pt x="130732" y="498454"/>
                  </a:cubicBezTo>
                  <a:cubicBezTo>
                    <a:pt x="137494" y="511802"/>
                    <a:pt x="146121" y="522667"/>
                    <a:pt x="156458" y="531048"/>
                  </a:cubicBezTo>
                  <a:cubicBezTo>
                    <a:pt x="166796" y="539430"/>
                    <a:pt x="179154" y="545716"/>
                    <a:pt x="193300" y="549906"/>
                  </a:cubicBezTo>
                  <a:cubicBezTo>
                    <a:pt x="207523" y="554097"/>
                    <a:pt x="224545" y="556192"/>
                    <a:pt x="244520" y="556192"/>
                  </a:cubicBezTo>
                  <a:cubicBezTo>
                    <a:pt x="261308" y="556192"/>
                    <a:pt x="277475" y="553787"/>
                    <a:pt x="293019" y="548975"/>
                  </a:cubicBezTo>
                  <a:cubicBezTo>
                    <a:pt x="308642" y="544164"/>
                    <a:pt x="323176" y="537955"/>
                    <a:pt x="336778" y="530117"/>
                  </a:cubicBezTo>
                  <a:cubicBezTo>
                    <a:pt x="350380" y="522357"/>
                    <a:pt x="362505" y="513587"/>
                    <a:pt x="373308" y="503809"/>
                  </a:cubicBezTo>
                  <a:cubicBezTo>
                    <a:pt x="384112" y="494031"/>
                    <a:pt x="393050" y="484175"/>
                    <a:pt x="400279" y="474164"/>
                  </a:cubicBezTo>
                  <a:lnTo>
                    <a:pt x="400279" y="382047"/>
                  </a:lnTo>
                  <a:close/>
                  <a:moveTo>
                    <a:pt x="400201" y="656690"/>
                  </a:moveTo>
                  <a:lnTo>
                    <a:pt x="400201" y="593287"/>
                  </a:lnTo>
                  <a:cubicBezTo>
                    <a:pt x="383801" y="608498"/>
                    <a:pt x="370277" y="619518"/>
                    <a:pt x="359474" y="626502"/>
                  </a:cubicBezTo>
                  <a:cubicBezTo>
                    <a:pt x="348670" y="633486"/>
                    <a:pt x="337555" y="640083"/>
                    <a:pt x="325897" y="646291"/>
                  </a:cubicBezTo>
                  <a:cubicBezTo>
                    <a:pt x="314316" y="652422"/>
                    <a:pt x="299626" y="658009"/>
                    <a:pt x="281905" y="663054"/>
                  </a:cubicBezTo>
                  <a:cubicBezTo>
                    <a:pt x="264106" y="668021"/>
                    <a:pt x="244675" y="670504"/>
                    <a:pt x="223534" y="670504"/>
                  </a:cubicBezTo>
                  <a:cubicBezTo>
                    <a:pt x="197574" y="670504"/>
                    <a:pt x="171304" y="666624"/>
                    <a:pt x="144722" y="658863"/>
                  </a:cubicBezTo>
                  <a:cubicBezTo>
                    <a:pt x="118140" y="651103"/>
                    <a:pt x="94201" y="638531"/>
                    <a:pt x="72827" y="621225"/>
                  </a:cubicBezTo>
                  <a:cubicBezTo>
                    <a:pt x="51453" y="603842"/>
                    <a:pt x="33965" y="581414"/>
                    <a:pt x="20364" y="553942"/>
                  </a:cubicBezTo>
                  <a:cubicBezTo>
                    <a:pt x="6762" y="526470"/>
                    <a:pt x="0" y="492945"/>
                    <a:pt x="0" y="453444"/>
                  </a:cubicBezTo>
                  <a:cubicBezTo>
                    <a:pt x="0" y="417591"/>
                    <a:pt x="6451" y="386549"/>
                    <a:pt x="19431" y="360473"/>
                  </a:cubicBezTo>
                  <a:cubicBezTo>
                    <a:pt x="32411" y="334321"/>
                    <a:pt x="50365" y="312747"/>
                    <a:pt x="73371" y="295596"/>
                  </a:cubicBezTo>
                  <a:cubicBezTo>
                    <a:pt x="96378" y="278445"/>
                    <a:pt x="123503" y="265796"/>
                    <a:pt x="154826" y="257570"/>
                  </a:cubicBezTo>
                  <a:cubicBezTo>
                    <a:pt x="186149" y="249421"/>
                    <a:pt x="220037" y="245308"/>
                    <a:pt x="256334" y="245308"/>
                  </a:cubicBezTo>
                  <a:cubicBezTo>
                    <a:pt x="290299" y="245308"/>
                    <a:pt x="318824" y="247636"/>
                    <a:pt x="341986" y="252215"/>
                  </a:cubicBezTo>
                  <a:cubicBezTo>
                    <a:pt x="365147" y="256794"/>
                    <a:pt x="384501" y="262692"/>
                    <a:pt x="400123" y="269831"/>
                  </a:cubicBezTo>
                  <a:lnTo>
                    <a:pt x="400123" y="221949"/>
                  </a:lnTo>
                  <a:cubicBezTo>
                    <a:pt x="400123" y="186872"/>
                    <a:pt x="389786" y="159943"/>
                    <a:pt x="368956" y="141240"/>
                  </a:cubicBezTo>
                  <a:cubicBezTo>
                    <a:pt x="348203" y="122538"/>
                    <a:pt x="317969" y="113148"/>
                    <a:pt x="278485" y="113148"/>
                  </a:cubicBezTo>
                  <a:cubicBezTo>
                    <a:pt x="245297" y="113148"/>
                    <a:pt x="215373" y="116329"/>
                    <a:pt x="188636" y="122693"/>
                  </a:cubicBezTo>
                  <a:cubicBezTo>
                    <a:pt x="161899" y="129057"/>
                    <a:pt x="135939" y="139223"/>
                    <a:pt x="110757" y="153192"/>
                  </a:cubicBezTo>
                  <a:lnTo>
                    <a:pt x="61635" y="58048"/>
                  </a:lnTo>
                  <a:cubicBezTo>
                    <a:pt x="92414" y="38880"/>
                    <a:pt x="125446" y="24445"/>
                    <a:pt x="160733" y="14667"/>
                  </a:cubicBezTo>
                  <a:cubicBezTo>
                    <a:pt x="196098" y="4889"/>
                    <a:pt x="236514" y="0"/>
                    <a:pt x="282060" y="0"/>
                  </a:cubicBezTo>
                  <a:cubicBezTo>
                    <a:pt x="317969" y="0"/>
                    <a:pt x="350846" y="4423"/>
                    <a:pt x="380614" y="13193"/>
                  </a:cubicBezTo>
                  <a:cubicBezTo>
                    <a:pt x="410383" y="21962"/>
                    <a:pt x="435798" y="35310"/>
                    <a:pt x="457017" y="53314"/>
                  </a:cubicBezTo>
                  <a:cubicBezTo>
                    <a:pt x="478158" y="71241"/>
                    <a:pt x="494635" y="93746"/>
                    <a:pt x="506450" y="120908"/>
                  </a:cubicBezTo>
                  <a:cubicBezTo>
                    <a:pt x="518264" y="148070"/>
                    <a:pt x="524093" y="179732"/>
                    <a:pt x="524093" y="216051"/>
                  </a:cubicBezTo>
                  <a:lnTo>
                    <a:pt x="524093" y="656923"/>
                  </a:lnTo>
                  <a:lnTo>
                    <a:pt x="400123" y="656923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E70B3ED-DAB0-DAE1-BEBC-1DE786CFE1FA}"/>
                </a:ext>
              </a:extLst>
            </p:cNvPr>
            <p:cNvSpPr/>
            <p:nvPr/>
          </p:nvSpPr>
          <p:spPr bwMode="invGray">
            <a:xfrm>
              <a:off x="5089745" y="3191596"/>
              <a:ext cx="382790" cy="656767"/>
            </a:xfrm>
            <a:custGeom>
              <a:avLst/>
              <a:gdLst>
                <a:gd name="connsiteX0" fmla="*/ 349369 w 382790"/>
                <a:gd name="connsiteY0" fmla="*/ 147216 h 656767"/>
                <a:gd name="connsiteX1" fmla="*/ 306543 w 382790"/>
                <a:gd name="connsiteY1" fmla="*/ 129833 h 656767"/>
                <a:gd name="connsiteX2" fmla="*/ 252914 w 382790"/>
                <a:gd name="connsiteY2" fmla="*/ 123857 h 656767"/>
                <a:gd name="connsiteX3" fmla="*/ 159412 w 382790"/>
                <a:gd name="connsiteY3" fmla="*/ 165375 h 656767"/>
                <a:gd name="connsiteX4" fmla="*/ 126457 w 382790"/>
                <a:gd name="connsiteY4" fmla="*/ 289465 h 656767"/>
                <a:gd name="connsiteX5" fmla="*/ 126457 w 382790"/>
                <a:gd name="connsiteY5" fmla="*/ 656768 h 656767"/>
                <a:gd name="connsiteX6" fmla="*/ 0 w 382790"/>
                <a:gd name="connsiteY6" fmla="*/ 656768 h 656767"/>
                <a:gd name="connsiteX7" fmla="*/ 0 w 382790"/>
                <a:gd name="connsiteY7" fmla="*/ 13736 h 656767"/>
                <a:gd name="connsiteX8" fmla="*/ 126457 w 382790"/>
                <a:gd name="connsiteY8" fmla="*/ 13736 h 656767"/>
                <a:gd name="connsiteX9" fmla="*/ 126457 w 382790"/>
                <a:gd name="connsiteY9" fmla="*/ 74733 h 656767"/>
                <a:gd name="connsiteX10" fmla="*/ 152805 w 382790"/>
                <a:gd name="connsiteY10" fmla="*/ 45088 h 656767"/>
                <a:gd name="connsiteX11" fmla="*/ 187237 w 382790"/>
                <a:gd name="connsiteY11" fmla="*/ 21497 h 656767"/>
                <a:gd name="connsiteX12" fmla="*/ 227654 w 382790"/>
                <a:gd name="connsiteY12" fmla="*/ 5665 h 656767"/>
                <a:gd name="connsiteX13" fmla="*/ 273200 w 382790"/>
                <a:gd name="connsiteY13" fmla="*/ 0 h 656767"/>
                <a:gd name="connsiteX14" fmla="*/ 337866 w 382790"/>
                <a:gd name="connsiteY14" fmla="*/ 7217 h 656767"/>
                <a:gd name="connsiteX15" fmla="*/ 382791 w 382790"/>
                <a:gd name="connsiteY15" fmla="*/ 26929 h 656767"/>
                <a:gd name="connsiteX16" fmla="*/ 349214 w 382790"/>
                <a:gd name="connsiteY16" fmla="*/ 147138 h 65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2790" h="656767">
                  <a:moveTo>
                    <a:pt x="349369" y="147216"/>
                  </a:moveTo>
                  <a:cubicBezTo>
                    <a:pt x="335768" y="139611"/>
                    <a:pt x="321467" y="133868"/>
                    <a:pt x="306543" y="129833"/>
                  </a:cubicBezTo>
                  <a:cubicBezTo>
                    <a:pt x="291543" y="125875"/>
                    <a:pt x="273666" y="123857"/>
                    <a:pt x="252914" y="123857"/>
                  </a:cubicBezTo>
                  <a:cubicBezTo>
                    <a:pt x="212575" y="123857"/>
                    <a:pt x="181408" y="137671"/>
                    <a:pt x="159412" y="165375"/>
                  </a:cubicBezTo>
                  <a:cubicBezTo>
                    <a:pt x="137416" y="193158"/>
                    <a:pt x="126457" y="234443"/>
                    <a:pt x="126457" y="289465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3608" y="63946"/>
                    <a:pt x="142390" y="54090"/>
                    <a:pt x="152805" y="45088"/>
                  </a:cubicBezTo>
                  <a:cubicBezTo>
                    <a:pt x="163220" y="36164"/>
                    <a:pt x="174646" y="28248"/>
                    <a:pt x="187237" y="21497"/>
                  </a:cubicBezTo>
                  <a:cubicBezTo>
                    <a:pt x="199828" y="14745"/>
                    <a:pt x="213275" y="9468"/>
                    <a:pt x="227654" y="5665"/>
                  </a:cubicBezTo>
                  <a:cubicBezTo>
                    <a:pt x="242032" y="1863"/>
                    <a:pt x="257189" y="0"/>
                    <a:pt x="273200" y="0"/>
                  </a:cubicBezTo>
                  <a:cubicBezTo>
                    <a:pt x="299160" y="0"/>
                    <a:pt x="320689" y="2406"/>
                    <a:pt x="337866" y="7217"/>
                  </a:cubicBezTo>
                  <a:cubicBezTo>
                    <a:pt x="355043" y="12029"/>
                    <a:pt x="370044" y="18547"/>
                    <a:pt x="382791" y="26929"/>
                  </a:cubicBezTo>
                  <a:lnTo>
                    <a:pt x="349214" y="147138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F6E20F7-D521-81A2-539A-65AFA04A168B}"/>
                </a:ext>
              </a:extLst>
            </p:cNvPr>
            <p:cNvSpPr/>
            <p:nvPr/>
          </p:nvSpPr>
          <p:spPr bwMode="invGray">
            <a:xfrm>
              <a:off x="5546296" y="2955446"/>
              <a:ext cx="375018" cy="906809"/>
            </a:xfrm>
            <a:custGeom>
              <a:avLst/>
              <a:gdLst>
                <a:gd name="connsiteX0" fmla="*/ 360639 w 375018"/>
                <a:gd name="connsiteY0" fmla="*/ 876854 h 906809"/>
                <a:gd name="connsiteX1" fmla="*/ 305844 w 375018"/>
                <a:gd name="connsiteY1" fmla="*/ 898428 h 906809"/>
                <a:gd name="connsiteX2" fmla="*/ 236669 w 375018"/>
                <a:gd name="connsiteY2" fmla="*/ 906810 h 906809"/>
                <a:gd name="connsiteX3" fmla="*/ 178843 w 375018"/>
                <a:gd name="connsiteY3" fmla="*/ 897575 h 906809"/>
                <a:gd name="connsiteX4" fmla="*/ 133608 w 375018"/>
                <a:gd name="connsiteY4" fmla="*/ 868240 h 906809"/>
                <a:gd name="connsiteX5" fmla="*/ 102440 w 375018"/>
                <a:gd name="connsiteY5" fmla="*/ 815625 h 906809"/>
                <a:gd name="connsiteX6" fmla="*/ 91636 w 375018"/>
                <a:gd name="connsiteY6" fmla="*/ 736390 h 906809"/>
                <a:gd name="connsiteX7" fmla="*/ 91636 w 375018"/>
                <a:gd name="connsiteY7" fmla="*/ 364897 h 906809"/>
                <a:gd name="connsiteX8" fmla="*/ 0 w 375018"/>
                <a:gd name="connsiteY8" fmla="*/ 364897 h 906809"/>
                <a:gd name="connsiteX9" fmla="*/ 0 w 375018"/>
                <a:gd name="connsiteY9" fmla="*/ 250042 h 906809"/>
                <a:gd name="connsiteX10" fmla="*/ 91636 w 375018"/>
                <a:gd name="connsiteY10" fmla="*/ 250042 h 906809"/>
                <a:gd name="connsiteX11" fmla="*/ 91636 w 375018"/>
                <a:gd name="connsiteY11" fmla="*/ 66430 h 906809"/>
                <a:gd name="connsiteX12" fmla="*/ 215606 w 375018"/>
                <a:gd name="connsiteY12" fmla="*/ 0 h 906809"/>
                <a:gd name="connsiteX13" fmla="*/ 215606 w 375018"/>
                <a:gd name="connsiteY13" fmla="*/ 250042 h 906809"/>
                <a:gd name="connsiteX14" fmla="*/ 375018 w 375018"/>
                <a:gd name="connsiteY14" fmla="*/ 250042 h 906809"/>
                <a:gd name="connsiteX15" fmla="*/ 375018 w 375018"/>
                <a:gd name="connsiteY15" fmla="*/ 364897 h 906809"/>
                <a:gd name="connsiteX16" fmla="*/ 215606 w 375018"/>
                <a:gd name="connsiteY16" fmla="*/ 364897 h 906809"/>
                <a:gd name="connsiteX17" fmla="*/ 215606 w 375018"/>
                <a:gd name="connsiteY17" fmla="*/ 714195 h 906809"/>
                <a:gd name="connsiteX18" fmla="*/ 219493 w 375018"/>
                <a:gd name="connsiteY18" fmla="*/ 751601 h 906809"/>
                <a:gd name="connsiteX19" fmla="*/ 231462 w 375018"/>
                <a:gd name="connsiteY19" fmla="*/ 775192 h 906809"/>
                <a:gd name="connsiteX20" fmla="*/ 252137 w 375018"/>
                <a:gd name="connsiteY20" fmla="*/ 787764 h 906809"/>
                <a:gd name="connsiteX21" fmla="*/ 282060 w 375018"/>
                <a:gd name="connsiteY21" fmla="*/ 791412 h 906809"/>
                <a:gd name="connsiteX22" fmla="*/ 332115 w 375018"/>
                <a:gd name="connsiteY22" fmla="*/ 783651 h 906809"/>
                <a:gd name="connsiteX23" fmla="*/ 374941 w 375018"/>
                <a:gd name="connsiteY23" fmla="*/ 765725 h 906809"/>
                <a:gd name="connsiteX24" fmla="*/ 360561 w 375018"/>
                <a:gd name="connsiteY24" fmla="*/ 877010 h 90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5018" h="906809">
                  <a:moveTo>
                    <a:pt x="360639" y="876854"/>
                  </a:moveTo>
                  <a:cubicBezTo>
                    <a:pt x="345094" y="885624"/>
                    <a:pt x="326752" y="892841"/>
                    <a:pt x="305844" y="898428"/>
                  </a:cubicBezTo>
                  <a:cubicBezTo>
                    <a:pt x="284858" y="904016"/>
                    <a:pt x="261774" y="906810"/>
                    <a:pt x="236669" y="906810"/>
                  </a:cubicBezTo>
                  <a:cubicBezTo>
                    <a:pt x="214674" y="906810"/>
                    <a:pt x="195398" y="903706"/>
                    <a:pt x="178843" y="897575"/>
                  </a:cubicBezTo>
                  <a:cubicBezTo>
                    <a:pt x="162288" y="891366"/>
                    <a:pt x="147209" y="881588"/>
                    <a:pt x="133608" y="868240"/>
                  </a:cubicBezTo>
                  <a:cubicBezTo>
                    <a:pt x="120006" y="854892"/>
                    <a:pt x="109668" y="837354"/>
                    <a:pt x="102440" y="815625"/>
                  </a:cubicBezTo>
                  <a:cubicBezTo>
                    <a:pt x="95212" y="793895"/>
                    <a:pt x="91636" y="767432"/>
                    <a:pt x="91636" y="736390"/>
                  </a:cubicBezTo>
                  <a:lnTo>
                    <a:pt x="91636" y="364897"/>
                  </a:lnTo>
                  <a:lnTo>
                    <a:pt x="0" y="364897"/>
                  </a:lnTo>
                  <a:lnTo>
                    <a:pt x="0" y="250042"/>
                  </a:lnTo>
                  <a:lnTo>
                    <a:pt x="91636" y="250042"/>
                  </a:lnTo>
                  <a:lnTo>
                    <a:pt x="91636" y="66430"/>
                  </a:lnTo>
                  <a:lnTo>
                    <a:pt x="215606" y="0"/>
                  </a:lnTo>
                  <a:lnTo>
                    <a:pt x="215606" y="250042"/>
                  </a:lnTo>
                  <a:lnTo>
                    <a:pt x="375018" y="250042"/>
                  </a:lnTo>
                  <a:lnTo>
                    <a:pt x="375018" y="364897"/>
                  </a:lnTo>
                  <a:lnTo>
                    <a:pt x="215606" y="364897"/>
                  </a:lnTo>
                  <a:lnTo>
                    <a:pt x="215606" y="714195"/>
                  </a:lnTo>
                  <a:cubicBezTo>
                    <a:pt x="215606" y="729328"/>
                    <a:pt x="216927" y="741822"/>
                    <a:pt x="219493" y="751601"/>
                  </a:cubicBezTo>
                  <a:cubicBezTo>
                    <a:pt x="222058" y="761379"/>
                    <a:pt x="226099" y="769217"/>
                    <a:pt x="231462" y="775192"/>
                  </a:cubicBezTo>
                  <a:cubicBezTo>
                    <a:pt x="236825" y="781168"/>
                    <a:pt x="243742" y="785359"/>
                    <a:pt x="252137" y="787764"/>
                  </a:cubicBezTo>
                  <a:cubicBezTo>
                    <a:pt x="260531" y="790170"/>
                    <a:pt x="270479" y="791412"/>
                    <a:pt x="282060" y="791412"/>
                  </a:cubicBezTo>
                  <a:cubicBezTo>
                    <a:pt x="298460" y="791412"/>
                    <a:pt x="315093" y="788851"/>
                    <a:pt x="332115" y="783651"/>
                  </a:cubicBezTo>
                  <a:cubicBezTo>
                    <a:pt x="349058" y="778452"/>
                    <a:pt x="363360" y="772476"/>
                    <a:pt x="374941" y="765725"/>
                  </a:cubicBezTo>
                  <a:lnTo>
                    <a:pt x="360561" y="877010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A7197531-BF44-83CD-B0AE-623DF52FB462}"/>
                </a:ext>
              </a:extLst>
            </p:cNvPr>
            <p:cNvSpPr/>
            <p:nvPr/>
          </p:nvSpPr>
          <p:spPr bwMode="invGray">
            <a:xfrm>
              <a:off x="6038988" y="2955368"/>
              <a:ext cx="517642" cy="893073"/>
            </a:xfrm>
            <a:custGeom>
              <a:avLst/>
              <a:gdLst>
                <a:gd name="connsiteX0" fmla="*/ 391185 w 517642"/>
                <a:gd name="connsiteY0" fmla="*/ 893074 h 893073"/>
                <a:gd name="connsiteX1" fmla="*/ 391185 w 517642"/>
                <a:gd name="connsiteY1" fmla="*/ 529419 h 893073"/>
                <a:gd name="connsiteX2" fmla="*/ 359396 w 517642"/>
                <a:gd name="connsiteY2" fmla="*/ 396637 h 893073"/>
                <a:gd name="connsiteX3" fmla="*/ 258744 w 517642"/>
                <a:gd name="connsiteY3" fmla="*/ 352946 h 893073"/>
                <a:gd name="connsiteX4" fmla="*/ 204492 w 517642"/>
                <a:gd name="connsiteY4" fmla="*/ 362491 h 893073"/>
                <a:gd name="connsiteX5" fmla="*/ 161977 w 517642"/>
                <a:gd name="connsiteY5" fmla="*/ 394154 h 893073"/>
                <a:gd name="connsiteX6" fmla="*/ 135318 w 517642"/>
                <a:gd name="connsiteY6" fmla="*/ 446227 h 893073"/>
                <a:gd name="connsiteX7" fmla="*/ 126379 w 517642"/>
                <a:gd name="connsiteY7" fmla="*/ 516847 h 893073"/>
                <a:gd name="connsiteX8" fmla="*/ 126379 w 517642"/>
                <a:gd name="connsiteY8" fmla="*/ 893074 h 893073"/>
                <a:gd name="connsiteX9" fmla="*/ 0 w 517642"/>
                <a:gd name="connsiteY9" fmla="*/ 893074 h 893073"/>
                <a:gd name="connsiteX10" fmla="*/ 0 w 517642"/>
                <a:gd name="connsiteY10" fmla="*/ 66430 h 893073"/>
                <a:gd name="connsiteX11" fmla="*/ 126379 w 517642"/>
                <a:gd name="connsiteY11" fmla="*/ 0 h 893073"/>
                <a:gd name="connsiteX12" fmla="*/ 126379 w 517642"/>
                <a:gd name="connsiteY12" fmla="*/ 311039 h 893073"/>
                <a:gd name="connsiteX13" fmla="*/ 155759 w 517642"/>
                <a:gd name="connsiteY13" fmla="*/ 279687 h 893073"/>
                <a:gd name="connsiteX14" fmla="*/ 194155 w 517642"/>
                <a:gd name="connsiteY14" fmla="*/ 256095 h 893073"/>
                <a:gd name="connsiteX15" fmla="*/ 239079 w 517642"/>
                <a:gd name="connsiteY15" fmla="*/ 241428 h 893073"/>
                <a:gd name="connsiteX16" fmla="*/ 288201 w 517642"/>
                <a:gd name="connsiteY16" fmla="*/ 236306 h 893073"/>
                <a:gd name="connsiteX17" fmla="*/ 388853 w 517642"/>
                <a:gd name="connsiteY17" fmla="*/ 254854 h 893073"/>
                <a:gd name="connsiteX18" fmla="*/ 460437 w 517642"/>
                <a:gd name="connsiteY18" fmla="*/ 309565 h 893073"/>
                <a:gd name="connsiteX19" fmla="*/ 503574 w 517642"/>
                <a:gd name="connsiteY19" fmla="*/ 401682 h 893073"/>
                <a:gd name="connsiteX20" fmla="*/ 517642 w 517642"/>
                <a:gd name="connsiteY20" fmla="*/ 524607 h 893073"/>
                <a:gd name="connsiteX21" fmla="*/ 517642 w 517642"/>
                <a:gd name="connsiteY21" fmla="*/ 893074 h 893073"/>
                <a:gd name="connsiteX22" fmla="*/ 391263 w 517642"/>
                <a:gd name="connsiteY22" fmla="*/ 893074 h 893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2" h="893073">
                  <a:moveTo>
                    <a:pt x="391185" y="893074"/>
                  </a:moveTo>
                  <a:lnTo>
                    <a:pt x="391185" y="529419"/>
                  </a:lnTo>
                  <a:cubicBezTo>
                    <a:pt x="391185" y="469974"/>
                    <a:pt x="380615" y="425739"/>
                    <a:pt x="359396" y="396637"/>
                  </a:cubicBezTo>
                  <a:cubicBezTo>
                    <a:pt x="338255" y="367535"/>
                    <a:pt x="304678" y="352946"/>
                    <a:pt x="258744" y="352946"/>
                  </a:cubicBezTo>
                  <a:cubicBezTo>
                    <a:pt x="239157" y="352946"/>
                    <a:pt x="221125" y="356128"/>
                    <a:pt x="204492" y="362491"/>
                  </a:cubicBezTo>
                  <a:cubicBezTo>
                    <a:pt x="187937" y="368855"/>
                    <a:pt x="173713" y="379409"/>
                    <a:pt x="161977" y="394154"/>
                  </a:cubicBezTo>
                  <a:cubicBezTo>
                    <a:pt x="150163" y="408899"/>
                    <a:pt x="141303" y="426282"/>
                    <a:pt x="135318" y="446227"/>
                  </a:cubicBezTo>
                  <a:cubicBezTo>
                    <a:pt x="129333" y="466171"/>
                    <a:pt x="126379" y="489685"/>
                    <a:pt x="126379" y="516847"/>
                  </a:cubicBezTo>
                  <a:lnTo>
                    <a:pt x="126379" y="893074"/>
                  </a:lnTo>
                  <a:lnTo>
                    <a:pt x="0" y="893074"/>
                  </a:lnTo>
                  <a:lnTo>
                    <a:pt x="0" y="66430"/>
                  </a:lnTo>
                  <a:lnTo>
                    <a:pt x="126379" y="0"/>
                  </a:lnTo>
                  <a:lnTo>
                    <a:pt x="126379" y="311039"/>
                  </a:lnTo>
                  <a:cubicBezTo>
                    <a:pt x="134385" y="299476"/>
                    <a:pt x="144178" y="289000"/>
                    <a:pt x="155759" y="279687"/>
                  </a:cubicBezTo>
                  <a:cubicBezTo>
                    <a:pt x="167340" y="270297"/>
                    <a:pt x="180087" y="262459"/>
                    <a:pt x="194155" y="256095"/>
                  </a:cubicBezTo>
                  <a:cubicBezTo>
                    <a:pt x="208067" y="249732"/>
                    <a:pt x="223068" y="244843"/>
                    <a:pt x="239079" y="241428"/>
                  </a:cubicBezTo>
                  <a:cubicBezTo>
                    <a:pt x="255012" y="238013"/>
                    <a:pt x="271413" y="236306"/>
                    <a:pt x="288201" y="236306"/>
                  </a:cubicBezTo>
                  <a:cubicBezTo>
                    <a:pt x="326907" y="236306"/>
                    <a:pt x="360484" y="242514"/>
                    <a:pt x="388853" y="254854"/>
                  </a:cubicBezTo>
                  <a:cubicBezTo>
                    <a:pt x="417223" y="267193"/>
                    <a:pt x="441084" y="285430"/>
                    <a:pt x="460437" y="309565"/>
                  </a:cubicBezTo>
                  <a:cubicBezTo>
                    <a:pt x="479791" y="333700"/>
                    <a:pt x="494169" y="364431"/>
                    <a:pt x="503574" y="401682"/>
                  </a:cubicBezTo>
                  <a:cubicBezTo>
                    <a:pt x="512978" y="439009"/>
                    <a:pt x="517642" y="479985"/>
                    <a:pt x="517642" y="524607"/>
                  </a:cubicBezTo>
                  <a:lnTo>
                    <a:pt x="517642" y="893074"/>
                  </a:lnTo>
                  <a:lnTo>
                    <a:pt x="391263" y="893074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2C3A784-37F5-0E98-5552-470B6A50D557}"/>
                </a:ext>
              </a:extLst>
            </p:cNvPr>
            <p:cNvSpPr/>
            <p:nvPr/>
          </p:nvSpPr>
          <p:spPr bwMode="invGray">
            <a:xfrm>
              <a:off x="6650598" y="3191674"/>
              <a:ext cx="553550" cy="670581"/>
            </a:xfrm>
            <a:custGeom>
              <a:avLst/>
              <a:gdLst>
                <a:gd name="connsiteX0" fmla="*/ 425850 w 553550"/>
                <a:gd name="connsiteY0" fmla="*/ 275729 h 670581"/>
                <a:gd name="connsiteX1" fmla="*/ 414192 w 553550"/>
                <a:gd name="connsiteY1" fmla="*/ 213568 h 670581"/>
                <a:gd name="connsiteX2" fmla="*/ 386600 w 553550"/>
                <a:gd name="connsiteY2" fmla="*/ 162116 h 670581"/>
                <a:gd name="connsiteX3" fmla="*/ 340509 w 553550"/>
                <a:gd name="connsiteY3" fmla="*/ 127116 h 670581"/>
                <a:gd name="connsiteX4" fmla="*/ 273666 w 553550"/>
                <a:gd name="connsiteY4" fmla="*/ 114234 h 670581"/>
                <a:gd name="connsiteX5" fmla="*/ 214907 w 553550"/>
                <a:gd name="connsiteY5" fmla="*/ 125331 h 670581"/>
                <a:gd name="connsiteX6" fmla="*/ 171770 w 553550"/>
                <a:gd name="connsiteY6" fmla="*/ 156761 h 670581"/>
                <a:gd name="connsiteX7" fmla="*/ 142080 w 553550"/>
                <a:gd name="connsiteY7" fmla="*/ 206739 h 670581"/>
                <a:gd name="connsiteX8" fmla="*/ 126224 w 553550"/>
                <a:gd name="connsiteY8" fmla="*/ 275807 h 670581"/>
                <a:gd name="connsiteX9" fmla="*/ 425772 w 553550"/>
                <a:gd name="connsiteY9" fmla="*/ 275807 h 670581"/>
                <a:gd name="connsiteX10" fmla="*/ 553473 w 553550"/>
                <a:gd name="connsiteY10" fmla="*/ 322447 h 670581"/>
                <a:gd name="connsiteX11" fmla="*/ 552229 w 553550"/>
                <a:gd name="connsiteY11" fmla="*/ 354731 h 670581"/>
                <a:gd name="connsiteX12" fmla="*/ 549820 w 553550"/>
                <a:gd name="connsiteY12" fmla="*/ 379797 h 670581"/>
                <a:gd name="connsiteX13" fmla="*/ 123892 w 553550"/>
                <a:gd name="connsiteY13" fmla="*/ 379797 h 670581"/>
                <a:gd name="connsiteX14" fmla="*/ 144256 w 553550"/>
                <a:gd name="connsiteY14" fmla="*/ 459652 h 670581"/>
                <a:gd name="connsiteX15" fmla="*/ 180786 w 553550"/>
                <a:gd name="connsiteY15" fmla="*/ 514363 h 670581"/>
                <a:gd name="connsiteX16" fmla="*/ 229675 w 553550"/>
                <a:gd name="connsiteY16" fmla="*/ 546104 h 670581"/>
                <a:gd name="connsiteX17" fmla="*/ 286258 w 553550"/>
                <a:gd name="connsiteY17" fmla="*/ 556270 h 670581"/>
                <a:gd name="connsiteX18" fmla="*/ 325819 w 553550"/>
                <a:gd name="connsiteY18" fmla="*/ 552700 h 670581"/>
                <a:gd name="connsiteX19" fmla="*/ 361494 w 553550"/>
                <a:gd name="connsiteY19" fmla="*/ 541913 h 670581"/>
                <a:gd name="connsiteX20" fmla="*/ 391807 w 553550"/>
                <a:gd name="connsiteY20" fmla="*/ 527246 h 670581"/>
                <a:gd name="connsiteX21" fmla="*/ 425928 w 553550"/>
                <a:gd name="connsiteY21" fmla="*/ 504818 h 670581"/>
                <a:gd name="connsiteX22" fmla="*/ 500853 w 553550"/>
                <a:gd name="connsiteY22" fmla="*/ 585604 h 670581"/>
                <a:gd name="connsiteX23" fmla="*/ 454997 w 553550"/>
                <a:gd name="connsiteY23" fmla="*/ 622389 h 670581"/>
                <a:gd name="connsiteX24" fmla="*/ 407662 w 553550"/>
                <a:gd name="connsiteY24" fmla="*/ 647533 h 670581"/>
                <a:gd name="connsiteX25" fmla="*/ 349836 w 553550"/>
                <a:gd name="connsiteY25" fmla="*/ 664606 h 670581"/>
                <a:gd name="connsiteX26" fmla="*/ 278563 w 553550"/>
                <a:gd name="connsiteY26" fmla="*/ 670581 h 670581"/>
                <a:gd name="connsiteX27" fmla="*/ 200062 w 553550"/>
                <a:gd name="connsiteY27" fmla="*/ 658941 h 670581"/>
                <a:gd name="connsiteX28" fmla="*/ 135396 w 553550"/>
                <a:gd name="connsiteY28" fmla="*/ 628442 h 670581"/>
                <a:gd name="connsiteX29" fmla="*/ 84797 w 553550"/>
                <a:gd name="connsiteY29" fmla="*/ 585372 h 670581"/>
                <a:gd name="connsiteX30" fmla="*/ 41971 w 553550"/>
                <a:gd name="connsiteY30" fmla="*/ 523133 h 670581"/>
                <a:gd name="connsiteX31" fmla="*/ 10804 w 553550"/>
                <a:gd name="connsiteY31" fmla="*/ 438233 h 670581"/>
                <a:gd name="connsiteX32" fmla="*/ 0 w 553550"/>
                <a:gd name="connsiteY32" fmla="*/ 335640 h 670581"/>
                <a:gd name="connsiteX33" fmla="*/ 20675 w 553550"/>
                <a:gd name="connsiteY33" fmla="*/ 191450 h 670581"/>
                <a:gd name="connsiteX34" fmla="*/ 78502 w 553550"/>
                <a:gd name="connsiteY34" fmla="*/ 86141 h 670581"/>
                <a:gd name="connsiteX35" fmla="*/ 167729 w 553550"/>
                <a:gd name="connsiteY35" fmla="*/ 21884 h 670581"/>
                <a:gd name="connsiteX36" fmla="*/ 282139 w 553550"/>
                <a:gd name="connsiteY36" fmla="*/ 0 h 670581"/>
                <a:gd name="connsiteX37" fmla="*/ 401989 w 553550"/>
                <a:gd name="connsiteY37" fmla="*/ 26075 h 670581"/>
                <a:gd name="connsiteX38" fmla="*/ 486475 w 553550"/>
                <a:gd name="connsiteY38" fmla="*/ 96074 h 670581"/>
                <a:gd name="connsiteX39" fmla="*/ 536762 w 553550"/>
                <a:gd name="connsiteY39" fmla="*/ 198668 h 670581"/>
                <a:gd name="connsiteX40" fmla="*/ 553551 w 553550"/>
                <a:gd name="connsiteY40" fmla="*/ 322447 h 67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53550" h="670581">
                  <a:moveTo>
                    <a:pt x="425850" y="275729"/>
                  </a:moveTo>
                  <a:cubicBezTo>
                    <a:pt x="424218" y="253767"/>
                    <a:pt x="420332" y="233047"/>
                    <a:pt x="414192" y="213568"/>
                  </a:cubicBezTo>
                  <a:cubicBezTo>
                    <a:pt x="407974" y="194012"/>
                    <a:pt x="398802" y="176861"/>
                    <a:pt x="386600" y="162116"/>
                  </a:cubicBezTo>
                  <a:cubicBezTo>
                    <a:pt x="374397" y="147371"/>
                    <a:pt x="359085" y="135730"/>
                    <a:pt x="340509" y="127116"/>
                  </a:cubicBezTo>
                  <a:cubicBezTo>
                    <a:pt x="321933" y="118580"/>
                    <a:pt x="299626" y="114234"/>
                    <a:pt x="273666" y="114234"/>
                  </a:cubicBezTo>
                  <a:cubicBezTo>
                    <a:pt x="251282" y="114234"/>
                    <a:pt x="231773" y="117959"/>
                    <a:pt x="214907" y="125331"/>
                  </a:cubicBezTo>
                  <a:cubicBezTo>
                    <a:pt x="198196" y="132704"/>
                    <a:pt x="183740" y="143180"/>
                    <a:pt x="171770" y="156761"/>
                  </a:cubicBezTo>
                  <a:cubicBezTo>
                    <a:pt x="159801" y="170342"/>
                    <a:pt x="149930" y="187027"/>
                    <a:pt x="142080" y="206739"/>
                  </a:cubicBezTo>
                  <a:cubicBezTo>
                    <a:pt x="134307" y="226528"/>
                    <a:pt x="129022" y="249499"/>
                    <a:pt x="126224" y="275807"/>
                  </a:cubicBezTo>
                  <a:lnTo>
                    <a:pt x="425772" y="275807"/>
                  </a:lnTo>
                  <a:close/>
                  <a:moveTo>
                    <a:pt x="553473" y="322447"/>
                  </a:moveTo>
                  <a:cubicBezTo>
                    <a:pt x="553473" y="334010"/>
                    <a:pt x="553084" y="344797"/>
                    <a:pt x="552229" y="354731"/>
                  </a:cubicBezTo>
                  <a:cubicBezTo>
                    <a:pt x="551452" y="364742"/>
                    <a:pt x="550597" y="373045"/>
                    <a:pt x="549820" y="379797"/>
                  </a:cubicBezTo>
                  <a:lnTo>
                    <a:pt x="123892" y="379797"/>
                  </a:lnTo>
                  <a:cubicBezTo>
                    <a:pt x="127468" y="410916"/>
                    <a:pt x="134307" y="437535"/>
                    <a:pt x="144256" y="459652"/>
                  </a:cubicBezTo>
                  <a:cubicBezTo>
                    <a:pt x="154205" y="481769"/>
                    <a:pt x="166407" y="500006"/>
                    <a:pt x="180786" y="514363"/>
                  </a:cubicBezTo>
                  <a:cubicBezTo>
                    <a:pt x="195165" y="528720"/>
                    <a:pt x="211487" y="539274"/>
                    <a:pt x="229675" y="546104"/>
                  </a:cubicBezTo>
                  <a:cubicBezTo>
                    <a:pt x="247862" y="552933"/>
                    <a:pt x="266671" y="556270"/>
                    <a:pt x="286258" y="556270"/>
                  </a:cubicBezTo>
                  <a:cubicBezTo>
                    <a:pt x="300248" y="556270"/>
                    <a:pt x="313383" y="555106"/>
                    <a:pt x="325819" y="552700"/>
                  </a:cubicBezTo>
                  <a:cubicBezTo>
                    <a:pt x="338177" y="550294"/>
                    <a:pt x="350069" y="546724"/>
                    <a:pt x="361494" y="541913"/>
                  </a:cubicBezTo>
                  <a:cubicBezTo>
                    <a:pt x="372920" y="537101"/>
                    <a:pt x="382946" y="532290"/>
                    <a:pt x="391807" y="527246"/>
                  </a:cubicBezTo>
                  <a:cubicBezTo>
                    <a:pt x="400590" y="522279"/>
                    <a:pt x="411937" y="514751"/>
                    <a:pt x="425928" y="504818"/>
                  </a:cubicBezTo>
                  <a:lnTo>
                    <a:pt x="500853" y="585604"/>
                  </a:lnTo>
                  <a:cubicBezTo>
                    <a:pt x="484842" y="600737"/>
                    <a:pt x="469609" y="612999"/>
                    <a:pt x="454997" y="622389"/>
                  </a:cubicBezTo>
                  <a:cubicBezTo>
                    <a:pt x="440384" y="631779"/>
                    <a:pt x="424684" y="640160"/>
                    <a:pt x="407662" y="647533"/>
                  </a:cubicBezTo>
                  <a:cubicBezTo>
                    <a:pt x="390719" y="654905"/>
                    <a:pt x="371443" y="660570"/>
                    <a:pt x="349836" y="664606"/>
                  </a:cubicBezTo>
                  <a:cubicBezTo>
                    <a:pt x="328307" y="668564"/>
                    <a:pt x="304445" y="670581"/>
                    <a:pt x="278563" y="670581"/>
                  </a:cubicBezTo>
                  <a:cubicBezTo>
                    <a:pt x="250583" y="670581"/>
                    <a:pt x="224467" y="666701"/>
                    <a:pt x="200062" y="658941"/>
                  </a:cubicBezTo>
                  <a:cubicBezTo>
                    <a:pt x="175734" y="651180"/>
                    <a:pt x="154127" y="641014"/>
                    <a:pt x="135396" y="628442"/>
                  </a:cubicBezTo>
                  <a:cubicBezTo>
                    <a:pt x="116586" y="615870"/>
                    <a:pt x="99720" y="601513"/>
                    <a:pt x="84797" y="585372"/>
                  </a:cubicBezTo>
                  <a:cubicBezTo>
                    <a:pt x="69796" y="569230"/>
                    <a:pt x="55573" y="548509"/>
                    <a:pt x="41971" y="523133"/>
                  </a:cubicBezTo>
                  <a:cubicBezTo>
                    <a:pt x="28369" y="497834"/>
                    <a:pt x="18032" y="469508"/>
                    <a:pt x="10804" y="438233"/>
                  </a:cubicBezTo>
                  <a:cubicBezTo>
                    <a:pt x="3575" y="406959"/>
                    <a:pt x="0" y="372735"/>
                    <a:pt x="0" y="335640"/>
                  </a:cubicBezTo>
                  <a:cubicBezTo>
                    <a:pt x="0" y="281394"/>
                    <a:pt x="6918" y="233357"/>
                    <a:pt x="20675" y="191450"/>
                  </a:cubicBezTo>
                  <a:cubicBezTo>
                    <a:pt x="34432" y="149622"/>
                    <a:pt x="53708" y="114467"/>
                    <a:pt x="78502" y="86141"/>
                  </a:cubicBezTo>
                  <a:cubicBezTo>
                    <a:pt x="103296" y="57815"/>
                    <a:pt x="132986" y="36396"/>
                    <a:pt x="167729" y="21884"/>
                  </a:cubicBezTo>
                  <a:cubicBezTo>
                    <a:pt x="202549" y="7295"/>
                    <a:pt x="240634" y="0"/>
                    <a:pt x="282139" y="0"/>
                  </a:cubicBezTo>
                  <a:cubicBezTo>
                    <a:pt x="328073" y="0"/>
                    <a:pt x="368023" y="8692"/>
                    <a:pt x="401989" y="26075"/>
                  </a:cubicBezTo>
                  <a:cubicBezTo>
                    <a:pt x="435954" y="43381"/>
                    <a:pt x="464090" y="66740"/>
                    <a:pt x="486475" y="96074"/>
                  </a:cubicBezTo>
                  <a:cubicBezTo>
                    <a:pt x="508859" y="125409"/>
                    <a:pt x="525570" y="159633"/>
                    <a:pt x="536762" y="198668"/>
                  </a:cubicBezTo>
                  <a:cubicBezTo>
                    <a:pt x="547954" y="237780"/>
                    <a:pt x="553551" y="278988"/>
                    <a:pt x="553551" y="322447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6316760B-C697-7698-2416-8286896AE1E9}"/>
                </a:ext>
              </a:extLst>
            </p:cNvPr>
            <p:cNvSpPr/>
            <p:nvPr/>
          </p:nvSpPr>
          <p:spPr bwMode="invGray">
            <a:xfrm>
              <a:off x="7297884" y="3191752"/>
              <a:ext cx="517719" cy="656845"/>
            </a:xfrm>
            <a:custGeom>
              <a:avLst/>
              <a:gdLst>
                <a:gd name="connsiteX0" fmla="*/ 391262 w 517719"/>
                <a:gd name="connsiteY0" fmla="*/ 656690 h 656845"/>
                <a:gd name="connsiteX1" fmla="*/ 391262 w 517719"/>
                <a:gd name="connsiteY1" fmla="*/ 293035 h 656845"/>
                <a:gd name="connsiteX2" fmla="*/ 360095 w 517719"/>
                <a:gd name="connsiteY2" fmla="*/ 161107 h 656845"/>
                <a:gd name="connsiteX3" fmla="*/ 258821 w 517719"/>
                <a:gd name="connsiteY3" fmla="*/ 116562 h 656845"/>
                <a:gd name="connsiteX4" fmla="*/ 202471 w 517719"/>
                <a:gd name="connsiteY4" fmla="*/ 127349 h 656845"/>
                <a:gd name="connsiteX5" fmla="*/ 159334 w 517719"/>
                <a:gd name="connsiteY5" fmla="*/ 160874 h 656845"/>
                <a:gd name="connsiteX6" fmla="*/ 134152 w 517719"/>
                <a:gd name="connsiteY6" fmla="*/ 214421 h 656845"/>
                <a:gd name="connsiteX7" fmla="*/ 126379 w 517719"/>
                <a:gd name="connsiteY7" fmla="*/ 280541 h 656845"/>
                <a:gd name="connsiteX8" fmla="*/ 126379 w 517719"/>
                <a:gd name="connsiteY8" fmla="*/ 656768 h 656845"/>
                <a:gd name="connsiteX9" fmla="*/ 0 w 517719"/>
                <a:gd name="connsiteY9" fmla="*/ 656768 h 656845"/>
                <a:gd name="connsiteX10" fmla="*/ 0 w 517719"/>
                <a:gd name="connsiteY10" fmla="*/ 13736 h 656845"/>
                <a:gd name="connsiteX11" fmla="*/ 126379 w 517719"/>
                <a:gd name="connsiteY11" fmla="*/ 13736 h 656845"/>
                <a:gd name="connsiteX12" fmla="*/ 126379 w 517719"/>
                <a:gd name="connsiteY12" fmla="*/ 74733 h 656845"/>
                <a:gd name="connsiteX13" fmla="*/ 155759 w 517719"/>
                <a:gd name="connsiteY13" fmla="*/ 43381 h 656845"/>
                <a:gd name="connsiteX14" fmla="*/ 194154 w 517719"/>
                <a:gd name="connsiteY14" fmla="*/ 19789 h 656845"/>
                <a:gd name="connsiteX15" fmla="*/ 239079 w 517719"/>
                <a:gd name="connsiteY15" fmla="*/ 5122 h 656845"/>
                <a:gd name="connsiteX16" fmla="*/ 288201 w 517719"/>
                <a:gd name="connsiteY16" fmla="*/ 0 h 656845"/>
                <a:gd name="connsiteX17" fmla="*/ 389164 w 517719"/>
                <a:gd name="connsiteY17" fmla="*/ 18858 h 656845"/>
                <a:gd name="connsiteX18" fmla="*/ 460515 w 517719"/>
                <a:gd name="connsiteY18" fmla="*/ 73026 h 656845"/>
                <a:gd name="connsiteX19" fmla="*/ 503341 w 517719"/>
                <a:gd name="connsiteY19" fmla="*/ 162194 h 656845"/>
                <a:gd name="connsiteX20" fmla="*/ 517719 w 517719"/>
                <a:gd name="connsiteY20" fmla="*/ 288379 h 656845"/>
                <a:gd name="connsiteX21" fmla="*/ 517719 w 517719"/>
                <a:gd name="connsiteY21" fmla="*/ 656845 h 656845"/>
                <a:gd name="connsiteX22" fmla="*/ 391262 w 517719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719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471" y="127349"/>
                  </a:cubicBezTo>
                  <a:cubicBezTo>
                    <a:pt x="185294" y="134566"/>
                    <a:pt x="170915" y="145664"/>
                    <a:pt x="159334" y="160874"/>
                  </a:cubicBezTo>
                  <a:cubicBezTo>
                    <a:pt x="147753" y="176007"/>
                    <a:pt x="139359" y="193856"/>
                    <a:pt x="134152" y="214421"/>
                  </a:cubicBezTo>
                  <a:cubicBezTo>
                    <a:pt x="128944" y="234987"/>
                    <a:pt x="126379" y="257027"/>
                    <a:pt x="126379" y="280541"/>
                  </a:cubicBezTo>
                  <a:lnTo>
                    <a:pt x="126379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379" y="13736"/>
                  </a:lnTo>
                  <a:lnTo>
                    <a:pt x="126379" y="74733"/>
                  </a:lnTo>
                  <a:cubicBezTo>
                    <a:pt x="134385" y="63170"/>
                    <a:pt x="144178" y="52693"/>
                    <a:pt x="155759" y="43381"/>
                  </a:cubicBezTo>
                  <a:cubicBezTo>
                    <a:pt x="167340" y="33991"/>
                    <a:pt x="180086" y="26153"/>
                    <a:pt x="194154" y="19789"/>
                  </a:cubicBezTo>
                  <a:cubicBezTo>
                    <a:pt x="208067" y="13426"/>
                    <a:pt x="223068" y="8537"/>
                    <a:pt x="239079" y="5122"/>
                  </a:cubicBezTo>
                  <a:cubicBezTo>
                    <a:pt x="255090" y="1707"/>
                    <a:pt x="271412" y="0"/>
                    <a:pt x="288201" y="0"/>
                  </a:cubicBezTo>
                  <a:cubicBezTo>
                    <a:pt x="326907" y="0"/>
                    <a:pt x="360562" y="6286"/>
                    <a:pt x="389164" y="18858"/>
                  </a:cubicBezTo>
                  <a:cubicBezTo>
                    <a:pt x="417767" y="31430"/>
                    <a:pt x="441472" y="49434"/>
                    <a:pt x="460515" y="73026"/>
                  </a:cubicBezTo>
                  <a:cubicBezTo>
                    <a:pt x="479479" y="96540"/>
                    <a:pt x="493703" y="126263"/>
                    <a:pt x="503341" y="162194"/>
                  </a:cubicBezTo>
                  <a:cubicBezTo>
                    <a:pt x="512901" y="198125"/>
                    <a:pt x="517719" y="240186"/>
                    <a:pt x="517719" y="288379"/>
                  </a:cubicBezTo>
                  <a:lnTo>
                    <a:pt x="517719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340AE24-C536-8DE2-FD9C-F5F6D55375EA}"/>
                </a:ext>
              </a:extLst>
            </p:cNvPr>
            <p:cNvSpPr/>
            <p:nvPr/>
          </p:nvSpPr>
          <p:spPr bwMode="invGray">
            <a:xfrm>
              <a:off x="7909572" y="3191752"/>
              <a:ext cx="574457" cy="670503"/>
            </a:xfrm>
            <a:custGeom>
              <a:avLst/>
              <a:gdLst>
                <a:gd name="connsiteX0" fmla="*/ 446913 w 574457"/>
                <a:gd name="connsiteY0" fmla="*/ 335485 h 670503"/>
                <a:gd name="connsiteX1" fmla="*/ 435487 w 574457"/>
                <a:gd name="connsiteY1" fmla="*/ 246628 h 670503"/>
                <a:gd name="connsiteX2" fmla="*/ 402843 w 574457"/>
                <a:gd name="connsiteY2" fmla="*/ 178724 h 670503"/>
                <a:gd name="connsiteX3" fmla="*/ 351001 w 574457"/>
                <a:gd name="connsiteY3" fmla="*/ 135342 h 670503"/>
                <a:gd name="connsiteX4" fmla="*/ 282138 w 574457"/>
                <a:gd name="connsiteY4" fmla="*/ 120132 h 670503"/>
                <a:gd name="connsiteX5" fmla="*/ 217705 w 574457"/>
                <a:gd name="connsiteY5" fmla="*/ 135342 h 670503"/>
                <a:gd name="connsiteX6" fmla="*/ 169205 w 574457"/>
                <a:gd name="connsiteY6" fmla="*/ 178413 h 670503"/>
                <a:gd name="connsiteX7" fmla="*/ 138349 w 574457"/>
                <a:gd name="connsiteY7" fmla="*/ 245153 h 670503"/>
                <a:gd name="connsiteX8" fmla="*/ 127623 w 574457"/>
                <a:gd name="connsiteY8" fmla="*/ 331837 h 670503"/>
                <a:gd name="connsiteX9" fmla="*/ 139281 w 574457"/>
                <a:gd name="connsiteY9" fmla="*/ 425739 h 670503"/>
                <a:gd name="connsiteX10" fmla="*/ 172236 w 574457"/>
                <a:gd name="connsiteY10" fmla="*/ 493953 h 670503"/>
                <a:gd name="connsiteX11" fmla="*/ 223145 w 574457"/>
                <a:gd name="connsiteY11" fmla="*/ 535782 h 670503"/>
                <a:gd name="connsiteX12" fmla="*/ 288744 w 574457"/>
                <a:gd name="connsiteY12" fmla="*/ 550139 h 670503"/>
                <a:gd name="connsiteX13" fmla="*/ 353722 w 574457"/>
                <a:gd name="connsiteY13" fmla="*/ 533066 h 670503"/>
                <a:gd name="connsiteX14" fmla="*/ 403465 w 574457"/>
                <a:gd name="connsiteY14" fmla="*/ 486969 h 670503"/>
                <a:gd name="connsiteX15" fmla="*/ 435487 w 574457"/>
                <a:gd name="connsiteY15" fmla="*/ 418755 h 670503"/>
                <a:gd name="connsiteX16" fmla="*/ 446913 w 574457"/>
                <a:gd name="connsiteY16" fmla="*/ 335330 h 670503"/>
                <a:gd name="connsiteX17" fmla="*/ 574458 w 574457"/>
                <a:gd name="connsiteY17" fmla="*/ 331915 h 670503"/>
                <a:gd name="connsiteX18" fmla="*/ 552307 w 574457"/>
                <a:gd name="connsiteY18" fmla="*/ 474863 h 670503"/>
                <a:gd name="connsiteX19" fmla="*/ 491216 w 574457"/>
                <a:gd name="connsiteY19" fmla="*/ 581336 h 670503"/>
                <a:gd name="connsiteX20" fmla="*/ 398957 w 574457"/>
                <a:gd name="connsiteY20" fmla="*/ 647766 h 670503"/>
                <a:gd name="connsiteX21" fmla="*/ 283926 w 574457"/>
                <a:gd name="connsiteY21" fmla="*/ 670504 h 670503"/>
                <a:gd name="connsiteX22" fmla="*/ 170993 w 574457"/>
                <a:gd name="connsiteY22" fmla="*/ 646602 h 670503"/>
                <a:gd name="connsiteX23" fmla="*/ 81144 w 574457"/>
                <a:gd name="connsiteY23" fmla="*/ 578698 h 670503"/>
                <a:gd name="connsiteX24" fmla="*/ 21529 w 574457"/>
                <a:gd name="connsiteY24" fmla="*/ 472845 h 670503"/>
                <a:gd name="connsiteX25" fmla="*/ 0 w 574457"/>
                <a:gd name="connsiteY25" fmla="*/ 335562 h 670503"/>
                <a:gd name="connsiteX26" fmla="*/ 22151 w 574457"/>
                <a:gd name="connsiteY26" fmla="*/ 194400 h 670503"/>
                <a:gd name="connsiteX27" fmla="*/ 82931 w 574457"/>
                <a:gd name="connsiteY27" fmla="*/ 88857 h 670503"/>
                <a:gd name="connsiteX28" fmla="*/ 174024 w 574457"/>
                <a:gd name="connsiteY28" fmla="*/ 22738 h 670503"/>
                <a:gd name="connsiteX29" fmla="*/ 287579 w 574457"/>
                <a:gd name="connsiteY29" fmla="*/ 0 h 670503"/>
                <a:gd name="connsiteX30" fmla="*/ 401678 w 574457"/>
                <a:gd name="connsiteY30" fmla="*/ 23669 h 670503"/>
                <a:gd name="connsiteX31" fmla="*/ 492459 w 574457"/>
                <a:gd name="connsiteY31" fmla="*/ 90642 h 670503"/>
                <a:gd name="connsiteX32" fmla="*/ 552617 w 574457"/>
                <a:gd name="connsiteY32" fmla="*/ 195331 h 670503"/>
                <a:gd name="connsiteX33" fmla="*/ 574458 w 574457"/>
                <a:gd name="connsiteY33" fmla="*/ 33199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74457" h="670503">
                  <a:moveTo>
                    <a:pt x="446913" y="335485"/>
                  </a:moveTo>
                  <a:cubicBezTo>
                    <a:pt x="446913" y="302813"/>
                    <a:pt x="443105" y="273168"/>
                    <a:pt x="435487" y="246628"/>
                  </a:cubicBezTo>
                  <a:cubicBezTo>
                    <a:pt x="427871" y="220164"/>
                    <a:pt x="416989" y="197504"/>
                    <a:pt x="402843" y="178724"/>
                  </a:cubicBezTo>
                  <a:cubicBezTo>
                    <a:pt x="388698" y="160021"/>
                    <a:pt x="371365" y="145509"/>
                    <a:pt x="351001" y="135342"/>
                  </a:cubicBezTo>
                  <a:cubicBezTo>
                    <a:pt x="330638" y="125176"/>
                    <a:pt x="307631" y="120132"/>
                    <a:pt x="282138" y="120132"/>
                  </a:cubicBezTo>
                  <a:cubicBezTo>
                    <a:pt x="258199" y="120132"/>
                    <a:pt x="236670" y="125176"/>
                    <a:pt x="217705" y="135342"/>
                  </a:cubicBezTo>
                  <a:cubicBezTo>
                    <a:pt x="198740" y="145509"/>
                    <a:pt x="182574" y="159866"/>
                    <a:pt x="169205" y="178413"/>
                  </a:cubicBezTo>
                  <a:cubicBezTo>
                    <a:pt x="155837" y="196960"/>
                    <a:pt x="145577" y="219233"/>
                    <a:pt x="138349" y="245153"/>
                  </a:cubicBezTo>
                  <a:cubicBezTo>
                    <a:pt x="131120" y="271073"/>
                    <a:pt x="127623" y="300019"/>
                    <a:pt x="127623" y="331837"/>
                  </a:cubicBezTo>
                  <a:cubicBezTo>
                    <a:pt x="127623" y="367303"/>
                    <a:pt x="131509" y="398655"/>
                    <a:pt x="139281" y="425739"/>
                  </a:cubicBezTo>
                  <a:cubicBezTo>
                    <a:pt x="147054" y="452901"/>
                    <a:pt x="158013" y="475561"/>
                    <a:pt x="172236" y="493953"/>
                  </a:cubicBezTo>
                  <a:cubicBezTo>
                    <a:pt x="186382" y="512268"/>
                    <a:pt x="203404" y="526237"/>
                    <a:pt x="223145" y="535782"/>
                  </a:cubicBezTo>
                  <a:cubicBezTo>
                    <a:pt x="242888" y="545328"/>
                    <a:pt x="264728" y="550139"/>
                    <a:pt x="288744" y="550139"/>
                  </a:cubicBezTo>
                  <a:cubicBezTo>
                    <a:pt x="312761" y="550139"/>
                    <a:pt x="334368" y="544474"/>
                    <a:pt x="353722" y="533066"/>
                  </a:cubicBezTo>
                  <a:cubicBezTo>
                    <a:pt x="373075" y="521658"/>
                    <a:pt x="389708" y="506293"/>
                    <a:pt x="403465" y="486969"/>
                  </a:cubicBezTo>
                  <a:cubicBezTo>
                    <a:pt x="417222" y="467645"/>
                    <a:pt x="427948" y="444907"/>
                    <a:pt x="435487" y="418755"/>
                  </a:cubicBezTo>
                  <a:cubicBezTo>
                    <a:pt x="443027" y="392602"/>
                    <a:pt x="446913" y="364819"/>
                    <a:pt x="446913" y="335330"/>
                  </a:cubicBezTo>
                  <a:moveTo>
                    <a:pt x="574458" y="331915"/>
                  </a:moveTo>
                  <a:cubicBezTo>
                    <a:pt x="574458" y="385384"/>
                    <a:pt x="567074" y="433034"/>
                    <a:pt x="552307" y="474863"/>
                  </a:cubicBezTo>
                  <a:cubicBezTo>
                    <a:pt x="537539" y="516769"/>
                    <a:pt x="517175" y="552234"/>
                    <a:pt x="491216" y="581336"/>
                  </a:cubicBezTo>
                  <a:cubicBezTo>
                    <a:pt x="465256" y="610438"/>
                    <a:pt x="434477" y="632555"/>
                    <a:pt x="398957" y="647766"/>
                  </a:cubicBezTo>
                  <a:cubicBezTo>
                    <a:pt x="363438" y="662899"/>
                    <a:pt x="325042" y="670504"/>
                    <a:pt x="283926" y="670504"/>
                  </a:cubicBezTo>
                  <a:cubicBezTo>
                    <a:pt x="242810" y="670504"/>
                    <a:pt x="205502" y="662511"/>
                    <a:pt x="170993" y="646602"/>
                  </a:cubicBezTo>
                  <a:cubicBezTo>
                    <a:pt x="136483" y="630693"/>
                    <a:pt x="106482" y="608032"/>
                    <a:pt x="81144" y="578698"/>
                  </a:cubicBezTo>
                  <a:cubicBezTo>
                    <a:pt x="55728" y="549363"/>
                    <a:pt x="35908" y="514130"/>
                    <a:pt x="21529" y="472845"/>
                  </a:cubicBezTo>
                  <a:cubicBezTo>
                    <a:pt x="7150" y="431559"/>
                    <a:pt x="0" y="385850"/>
                    <a:pt x="0" y="335562"/>
                  </a:cubicBezTo>
                  <a:cubicBezTo>
                    <a:pt x="0" y="285275"/>
                    <a:pt x="7384" y="235840"/>
                    <a:pt x="22151" y="194400"/>
                  </a:cubicBezTo>
                  <a:cubicBezTo>
                    <a:pt x="36919" y="152959"/>
                    <a:pt x="57205" y="117726"/>
                    <a:pt x="82931" y="88857"/>
                  </a:cubicBezTo>
                  <a:cubicBezTo>
                    <a:pt x="108658" y="59988"/>
                    <a:pt x="139048" y="37949"/>
                    <a:pt x="174024" y="22738"/>
                  </a:cubicBezTo>
                  <a:cubicBezTo>
                    <a:pt x="208999" y="7605"/>
                    <a:pt x="246774" y="0"/>
                    <a:pt x="287579" y="0"/>
                  </a:cubicBezTo>
                  <a:cubicBezTo>
                    <a:pt x="328384" y="0"/>
                    <a:pt x="366702" y="7916"/>
                    <a:pt x="401678" y="23669"/>
                  </a:cubicBezTo>
                  <a:cubicBezTo>
                    <a:pt x="436653" y="39423"/>
                    <a:pt x="466888" y="61773"/>
                    <a:pt x="492459" y="90642"/>
                  </a:cubicBezTo>
                  <a:cubicBezTo>
                    <a:pt x="518030" y="119589"/>
                    <a:pt x="538083" y="154433"/>
                    <a:pt x="552617" y="195331"/>
                  </a:cubicBezTo>
                  <a:cubicBezTo>
                    <a:pt x="567152" y="236151"/>
                    <a:pt x="574458" y="281782"/>
                    <a:pt x="574458" y="331993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5885AD48-BD29-2379-FF4E-DBA19DCABB1A}"/>
                </a:ext>
              </a:extLst>
            </p:cNvPr>
            <p:cNvSpPr/>
            <p:nvPr/>
          </p:nvSpPr>
          <p:spPr bwMode="invGray">
            <a:xfrm>
              <a:off x="8577920" y="3191752"/>
              <a:ext cx="517641" cy="656845"/>
            </a:xfrm>
            <a:custGeom>
              <a:avLst/>
              <a:gdLst>
                <a:gd name="connsiteX0" fmla="*/ 391262 w 517641"/>
                <a:gd name="connsiteY0" fmla="*/ 656690 h 656845"/>
                <a:gd name="connsiteX1" fmla="*/ 391262 w 517641"/>
                <a:gd name="connsiteY1" fmla="*/ 293035 h 656845"/>
                <a:gd name="connsiteX2" fmla="*/ 360095 w 517641"/>
                <a:gd name="connsiteY2" fmla="*/ 161107 h 656845"/>
                <a:gd name="connsiteX3" fmla="*/ 258821 w 517641"/>
                <a:gd name="connsiteY3" fmla="*/ 116562 h 656845"/>
                <a:gd name="connsiteX4" fmla="*/ 202549 w 517641"/>
                <a:gd name="connsiteY4" fmla="*/ 127349 h 656845"/>
                <a:gd name="connsiteX5" fmla="*/ 159412 w 517641"/>
                <a:gd name="connsiteY5" fmla="*/ 160874 h 656845"/>
                <a:gd name="connsiteX6" fmla="*/ 134230 w 517641"/>
                <a:gd name="connsiteY6" fmla="*/ 214421 h 656845"/>
                <a:gd name="connsiteX7" fmla="*/ 126457 w 517641"/>
                <a:gd name="connsiteY7" fmla="*/ 280541 h 656845"/>
                <a:gd name="connsiteX8" fmla="*/ 126457 w 517641"/>
                <a:gd name="connsiteY8" fmla="*/ 656768 h 656845"/>
                <a:gd name="connsiteX9" fmla="*/ 0 w 517641"/>
                <a:gd name="connsiteY9" fmla="*/ 656768 h 656845"/>
                <a:gd name="connsiteX10" fmla="*/ 0 w 517641"/>
                <a:gd name="connsiteY10" fmla="*/ 13736 h 656845"/>
                <a:gd name="connsiteX11" fmla="*/ 126457 w 517641"/>
                <a:gd name="connsiteY11" fmla="*/ 13736 h 656845"/>
                <a:gd name="connsiteX12" fmla="*/ 126457 w 517641"/>
                <a:gd name="connsiteY12" fmla="*/ 74733 h 656845"/>
                <a:gd name="connsiteX13" fmla="*/ 155837 w 517641"/>
                <a:gd name="connsiteY13" fmla="*/ 43381 h 656845"/>
                <a:gd name="connsiteX14" fmla="*/ 194154 w 517641"/>
                <a:gd name="connsiteY14" fmla="*/ 19789 h 656845"/>
                <a:gd name="connsiteX15" fmla="*/ 239079 w 517641"/>
                <a:gd name="connsiteY15" fmla="*/ 5122 h 656845"/>
                <a:gd name="connsiteX16" fmla="*/ 288201 w 517641"/>
                <a:gd name="connsiteY16" fmla="*/ 0 h 656845"/>
                <a:gd name="connsiteX17" fmla="*/ 389164 w 517641"/>
                <a:gd name="connsiteY17" fmla="*/ 18858 h 656845"/>
                <a:gd name="connsiteX18" fmla="*/ 460437 w 517641"/>
                <a:gd name="connsiteY18" fmla="*/ 73026 h 656845"/>
                <a:gd name="connsiteX19" fmla="*/ 503263 w 517641"/>
                <a:gd name="connsiteY19" fmla="*/ 162194 h 656845"/>
                <a:gd name="connsiteX20" fmla="*/ 517642 w 517641"/>
                <a:gd name="connsiteY20" fmla="*/ 288379 h 656845"/>
                <a:gd name="connsiteX21" fmla="*/ 517642 w 517641"/>
                <a:gd name="connsiteY21" fmla="*/ 656845 h 656845"/>
                <a:gd name="connsiteX22" fmla="*/ 391262 w 517641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1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549" y="127349"/>
                  </a:cubicBezTo>
                  <a:cubicBezTo>
                    <a:pt x="185372" y="134566"/>
                    <a:pt x="170993" y="145664"/>
                    <a:pt x="159412" y="160874"/>
                  </a:cubicBezTo>
                  <a:cubicBezTo>
                    <a:pt x="147831" y="176007"/>
                    <a:pt x="139437" y="193856"/>
                    <a:pt x="134230" y="214421"/>
                  </a:cubicBezTo>
                  <a:cubicBezTo>
                    <a:pt x="129022" y="234987"/>
                    <a:pt x="126457" y="257027"/>
                    <a:pt x="126457" y="280541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4462" y="63170"/>
                    <a:pt x="144178" y="52693"/>
                    <a:pt x="155837" y="43381"/>
                  </a:cubicBezTo>
                  <a:cubicBezTo>
                    <a:pt x="167417" y="33991"/>
                    <a:pt x="180164" y="26153"/>
                    <a:pt x="194154" y="19789"/>
                  </a:cubicBezTo>
                  <a:cubicBezTo>
                    <a:pt x="208145" y="13426"/>
                    <a:pt x="223146" y="8537"/>
                    <a:pt x="239079" y="5122"/>
                  </a:cubicBezTo>
                  <a:cubicBezTo>
                    <a:pt x="255012" y="1707"/>
                    <a:pt x="271412" y="0"/>
                    <a:pt x="288201" y="0"/>
                  </a:cubicBezTo>
                  <a:cubicBezTo>
                    <a:pt x="326985" y="0"/>
                    <a:pt x="360562" y="6286"/>
                    <a:pt x="389164" y="18858"/>
                  </a:cubicBezTo>
                  <a:cubicBezTo>
                    <a:pt x="417689" y="31430"/>
                    <a:pt x="441472" y="49434"/>
                    <a:pt x="460437" y="73026"/>
                  </a:cubicBezTo>
                  <a:cubicBezTo>
                    <a:pt x="479402" y="96540"/>
                    <a:pt x="493703" y="126263"/>
                    <a:pt x="503263" y="162194"/>
                  </a:cubicBezTo>
                  <a:cubicBezTo>
                    <a:pt x="512823" y="198125"/>
                    <a:pt x="517642" y="240186"/>
                    <a:pt x="517642" y="288379"/>
                  </a:cubicBezTo>
                  <a:lnTo>
                    <a:pt x="517642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89C13B7-B747-EEEF-797F-AAC818589C44}"/>
                </a:ext>
              </a:extLst>
            </p:cNvPr>
            <p:cNvSpPr/>
            <p:nvPr/>
          </p:nvSpPr>
          <p:spPr bwMode="invGray">
            <a:xfrm>
              <a:off x="1333500" y="1365250"/>
              <a:ext cx="2432217" cy="886244"/>
            </a:xfrm>
            <a:custGeom>
              <a:avLst/>
              <a:gdLst>
                <a:gd name="connsiteX0" fmla="*/ 2431984 w 2432217"/>
                <a:gd name="connsiteY0" fmla="*/ 0 h 886244"/>
                <a:gd name="connsiteX1" fmla="*/ 0 w 2432217"/>
                <a:gd name="connsiteY1" fmla="*/ 886245 h 886244"/>
                <a:gd name="connsiteX2" fmla="*/ 2432217 w 2432217"/>
                <a:gd name="connsiteY2" fmla="*/ 457246 h 886244"/>
                <a:gd name="connsiteX3" fmla="*/ 2432217 w 2432217"/>
                <a:gd name="connsiteY3" fmla="*/ 0 h 886244"/>
                <a:gd name="connsiteX4" fmla="*/ 2431984 w 2432217"/>
                <a:gd name="connsiteY4" fmla="*/ 0 h 886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2217" h="886244">
                  <a:moveTo>
                    <a:pt x="2431984" y="0"/>
                  </a:moveTo>
                  <a:lnTo>
                    <a:pt x="0" y="886245"/>
                  </a:lnTo>
                  <a:lnTo>
                    <a:pt x="2432217" y="457246"/>
                  </a:lnTo>
                  <a:lnTo>
                    <a:pt x="2432217" y="0"/>
                  </a:lnTo>
                  <a:lnTo>
                    <a:pt x="2431984" y="0"/>
                  </a:lnTo>
                  <a:close/>
                </a:path>
              </a:pathLst>
            </a:custGeom>
            <a:solidFill>
              <a:srgbClr val="FFE600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A2CB95AF-9ADA-3936-AF84-508A8648C6DF}"/>
                </a:ext>
              </a:extLst>
            </p:cNvPr>
            <p:cNvSpPr/>
            <p:nvPr/>
          </p:nvSpPr>
          <p:spPr bwMode="invGray">
            <a:xfrm>
              <a:off x="1354718" y="2619961"/>
              <a:ext cx="2042042" cy="1228558"/>
            </a:xfrm>
            <a:custGeom>
              <a:avLst/>
              <a:gdLst>
                <a:gd name="connsiteX0" fmla="*/ 1639277 w 2042042"/>
                <a:gd name="connsiteY0" fmla="*/ 78 h 1228558"/>
                <a:gd name="connsiteX1" fmla="*/ 1430277 w 2042042"/>
                <a:gd name="connsiteY1" fmla="*/ 400983 h 1228558"/>
                <a:gd name="connsiteX2" fmla="*/ 1221821 w 2042042"/>
                <a:gd name="connsiteY2" fmla="*/ 78 h 1228558"/>
                <a:gd name="connsiteX3" fmla="*/ 813848 w 2042042"/>
                <a:gd name="connsiteY3" fmla="*/ 78 h 1228558"/>
                <a:gd name="connsiteX4" fmla="*/ 1243662 w 2042042"/>
                <a:gd name="connsiteY4" fmla="*/ 743297 h 1228558"/>
                <a:gd name="connsiteX5" fmla="*/ 1243662 w 2042042"/>
                <a:gd name="connsiteY5" fmla="*/ 1228559 h 1228558"/>
                <a:gd name="connsiteX6" fmla="*/ 1611607 w 2042042"/>
                <a:gd name="connsiteY6" fmla="*/ 1228559 h 1228558"/>
                <a:gd name="connsiteX7" fmla="*/ 1611607 w 2042042"/>
                <a:gd name="connsiteY7" fmla="*/ 743297 h 1228558"/>
                <a:gd name="connsiteX8" fmla="*/ 2042043 w 2042042"/>
                <a:gd name="connsiteY8" fmla="*/ 78 h 1228558"/>
                <a:gd name="connsiteX9" fmla="*/ 1639277 w 2042042"/>
                <a:gd name="connsiteY9" fmla="*/ 78 h 1228558"/>
                <a:gd name="connsiteX10" fmla="*/ 0 w 2042042"/>
                <a:gd name="connsiteY10" fmla="*/ 78 h 1228558"/>
                <a:gd name="connsiteX11" fmla="*/ 0 w 2042042"/>
                <a:gd name="connsiteY11" fmla="*/ 1228481 h 1228558"/>
                <a:gd name="connsiteX12" fmla="*/ 984219 w 2042042"/>
                <a:gd name="connsiteY12" fmla="*/ 1228481 h 1228558"/>
                <a:gd name="connsiteX13" fmla="*/ 984219 w 2042042"/>
                <a:gd name="connsiteY13" fmla="*/ 945923 h 1228558"/>
                <a:gd name="connsiteX14" fmla="*/ 369034 w 2042042"/>
                <a:gd name="connsiteY14" fmla="*/ 945923 h 1228558"/>
                <a:gd name="connsiteX15" fmla="*/ 369034 w 2042042"/>
                <a:gd name="connsiteY15" fmla="*/ 743220 h 1228558"/>
                <a:gd name="connsiteX16" fmla="*/ 813848 w 2042042"/>
                <a:gd name="connsiteY16" fmla="*/ 743220 h 1228558"/>
                <a:gd name="connsiteX17" fmla="*/ 813848 w 2042042"/>
                <a:gd name="connsiteY17" fmla="*/ 485339 h 1228558"/>
                <a:gd name="connsiteX18" fmla="*/ 369034 w 2042042"/>
                <a:gd name="connsiteY18" fmla="*/ 485339 h 1228558"/>
                <a:gd name="connsiteX19" fmla="*/ 369034 w 2042042"/>
                <a:gd name="connsiteY19" fmla="*/ 282558 h 1228558"/>
                <a:gd name="connsiteX20" fmla="*/ 861182 w 2042042"/>
                <a:gd name="connsiteY20" fmla="*/ 282558 h 1228558"/>
                <a:gd name="connsiteX21" fmla="*/ 697884 w 2042042"/>
                <a:gd name="connsiteY21" fmla="*/ 0 h 1228558"/>
                <a:gd name="connsiteX22" fmla="*/ 0 w 2042042"/>
                <a:gd name="connsiteY22" fmla="*/ 0 h 122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2042" h="1228558">
                  <a:moveTo>
                    <a:pt x="1639277" y="78"/>
                  </a:moveTo>
                  <a:lnTo>
                    <a:pt x="1430277" y="400983"/>
                  </a:lnTo>
                  <a:lnTo>
                    <a:pt x="1221821" y="78"/>
                  </a:lnTo>
                  <a:lnTo>
                    <a:pt x="813848" y="78"/>
                  </a:lnTo>
                  <a:lnTo>
                    <a:pt x="1243662" y="743297"/>
                  </a:lnTo>
                  <a:lnTo>
                    <a:pt x="1243662" y="1228559"/>
                  </a:lnTo>
                  <a:lnTo>
                    <a:pt x="1611607" y="1228559"/>
                  </a:lnTo>
                  <a:lnTo>
                    <a:pt x="1611607" y="743297"/>
                  </a:lnTo>
                  <a:lnTo>
                    <a:pt x="2042043" y="78"/>
                  </a:lnTo>
                  <a:lnTo>
                    <a:pt x="1639277" y="78"/>
                  </a:lnTo>
                  <a:close/>
                  <a:moveTo>
                    <a:pt x="0" y="78"/>
                  </a:moveTo>
                  <a:lnTo>
                    <a:pt x="0" y="1228481"/>
                  </a:lnTo>
                  <a:lnTo>
                    <a:pt x="984219" y="1228481"/>
                  </a:lnTo>
                  <a:lnTo>
                    <a:pt x="984219" y="945923"/>
                  </a:lnTo>
                  <a:lnTo>
                    <a:pt x="369034" y="945923"/>
                  </a:lnTo>
                  <a:lnTo>
                    <a:pt x="369034" y="743220"/>
                  </a:lnTo>
                  <a:lnTo>
                    <a:pt x="813848" y="743220"/>
                  </a:lnTo>
                  <a:lnTo>
                    <a:pt x="813848" y="485339"/>
                  </a:lnTo>
                  <a:lnTo>
                    <a:pt x="369034" y="485339"/>
                  </a:lnTo>
                  <a:lnTo>
                    <a:pt x="369034" y="282558"/>
                  </a:lnTo>
                  <a:lnTo>
                    <a:pt x="861182" y="282558"/>
                  </a:lnTo>
                  <a:lnTo>
                    <a:pt x="6978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4FFB477B-4B6F-48B4-2252-CB48542F01B5}"/>
                </a:ext>
              </a:extLst>
            </p:cNvPr>
            <p:cNvSpPr/>
            <p:nvPr/>
          </p:nvSpPr>
          <p:spPr bwMode="invGray">
            <a:xfrm>
              <a:off x="5925900" y="4251210"/>
              <a:ext cx="200839" cy="388178"/>
            </a:xfrm>
            <a:custGeom>
              <a:avLst/>
              <a:gdLst>
                <a:gd name="connsiteX0" fmla="*/ 119151 w 200839"/>
                <a:gd name="connsiteY0" fmla="*/ 286749 h 388178"/>
                <a:gd name="connsiteX1" fmla="*/ 119151 w 200839"/>
                <a:gd name="connsiteY1" fmla="*/ 173679 h 388178"/>
                <a:gd name="connsiteX2" fmla="*/ 199751 w 200839"/>
                <a:gd name="connsiteY2" fmla="*/ 173679 h 388178"/>
                <a:gd name="connsiteX3" fmla="*/ 199751 w 200839"/>
                <a:gd name="connsiteY3" fmla="*/ 107250 h 388178"/>
                <a:gd name="connsiteX4" fmla="*/ 119151 w 200839"/>
                <a:gd name="connsiteY4" fmla="*/ 107250 h 388178"/>
                <a:gd name="connsiteX5" fmla="*/ 119151 w 200839"/>
                <a:gd name="connsiteY5" fmla="*/ 0 h 388178"/>
                <a:gd name="connsiteX6" fmla="*/ 47878 w 200839"/>
                <a:gd name="connsiteY6" fmla="*/ 35543 h 388178"/>
                <a:gd name="connsiteX7" fmla="*/ 47878 w 200839"/>
                <a:gd name="connsiteY7" fmla="*/ 107250 h 388178"/>
                <a:gd name="connsiteX8" fmla="*/ 0 w 200839"/>
                <a:gd name="connsiteY8" fmla="*/ 107250 h 388178"/>
                <a:gd name="connsiteX9" fmla="*/ 0 w 200839"/>
                <a:gd name="connsiteY9" fmla="*/ 173679 h 388178"/>
                <a:gd name="connsiteX10" fmla="*/ 47878 w 200839"/>
                <a:gd name="connsiteY10" fmla="*/ 173679 h 388178"/>
                <a:gd name="connsiteX11" fmla="*/ 47878 w 200839"/>
                <a:gd name="connsiteY11" fmla="*/ 305995 h 388178"/>
                <a:gd name="connsiteX12" fmla="*/ 122027 w 200839"/>
                <a:gd name="connsiteY12" fmla="*/ 388178 h 388178"/>
                <a:gd name="connsiteX13" fmla="*/ 190346 w 200839"/>
                <a:gd name="connsiteY13" fmla="*/ 371260 h 388178"/>
                <a:gd name="connsiteX14" fmla="*/ 200839 w 200839"/>
                <a:gd name="connsiteY14" fmla="*/ 299554 h 388178"/>
                <a:gd name="connsiteX15" fmla="*/ 145344 w 200839"/>
                <a:gd name="connsiteY15" fmla="*/ 319964 h 388178"/>
                <a:gd name="connsiteX16" fmla="*/ 119073 w 200839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9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1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10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53AD2AB-137B-1922-F270-89CCE998672E}"/>
                </a:ext>
              </a:extLst>
            </p:cNvPr>
            <p:cNvSpPr/>
            <p:nvPr/>
          </p:nvSpPr>
          <p:spPr bwMode="invGray">
            <a:xfrm>
              <a:off x="4293307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C95C7F19-7648-EBDA-088D-4D45BDF1646C}"/>
                </a:ext>
              </a:extLst>
            </p:cNvPr>
            <p:cNvSpPr/>
            <p:nvPr/>
          </p:nvSpPr>
          <p:spPr bwMode="invGray">
            <a:xfrm>
              <a:off x="617057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2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79 w 238379"/>
                <a:gd name="connsiteY10" fmla="*/ 382436 h 382435"/>
                <a:gd name="connsiteX11" fmla="*/ 238379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2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79" y="382436"/>
                  </a:lnTo>
                  <a:lnTo>
                    <a:pt x="238379" y="226761"/>
                  </a:lnTo>
                  <a:cubicBezTo>
                    <a:pt x="238379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8AEA5F36-D5EF-A222-A5F5-D7B1E4C8F900}"/>
                </a:ext>
              </a:extLst>
            </p:cNvPr>
            <p:cNvSpPr/>
            <p:nvPr/>
          </p:nvSpPr>
          <p:spPr bwMode="invGray">
            <a:xfrm>
              <a:off x="167820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B03582E-8C09-CFEB-4680-5A4B01AC7F35}"/>
                </a:ext>
              </a:extLst>
            </p:cNvPr>
            <p:cNvSpPr/>
            <p:nvPr/>
          </p:nvSpPr>
          <p:spPr bwMode="invGray">
            <a:xfrm>
              <a:off x="2898939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8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1E7D0163-FC46-1AA7-EA4F-1A1D25B6BE79}"/>
                </a:ext>
              </a:extLst>
            </p:cNvPr>
            <p:cNvSpPr/>
            <p:nvPr/>
          </p:nvSpPr>
          <p:spPr bwMode="invGray">
            <a:xfrm>
              <a:off x="3143614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D3E0E99D-77C1-E856-30B8-DBDF3F7ADA88}"/>
                </a:ext>
              </a:extLst>
            </p:cNvPr>
            <p:cNvSpPr/>
            <p:nvPr/>
          </p:nvSpPr>
          <p:spPr bwMode="invGray">
            <a:xfrm>
              <a:off x="2242171" y="4352251"/>
              <a:ext cx="237602" cy="382513"/>
            </a:xfrm>
            <a:custGeom>
              <a:avLst/>
              <a:gdLst>
                <a:gd name="connsiteX0" fmla="*/ 131354 w 237602"/>
                <a:gd name="connsiteY0" fmla="*/ 0 h 382513"/>
                <a:gd name="connsiteX1" fmla="*/ 68863 w 237602"/>
                <a:gd name="connsiteY1" fmla="*/ 24523 h 382513"/>
                <a:gd name="connsiteX2" fmla="*/ 68863 w 237602"/>
                <a:gd name="connsiteY2" fmla="*/ 5898 h 382513"/>
                <a:gd name="connsiteX3" fmla="*/ 0 w 237602"/>
                <a:gd name="connsiteY3" fmla="*/ 5898 h 382513"/>
                <a:gd name="connsiteX4" fmla="*/ 0 w 237602"/>
                <a:gd name="connsiteY4" fmla="*/ 382513 h 382513"/>
                <a:gd name="connsiteX5" fmla="*/ 68863 w 237602"/>
                <a:gd name="connsiteY5" fmla="*/ 348134 h 382513"/>
                <a:gd name="connsiteX6" fmla="*/ 68863 w 237602"/>
                <a:gd name="connsiteY6" fmla="*/ 264166 h 382513"/>
                <a:gd name="connsiteX7" fmla="*/ 130188 w 237602"/>
                <a:gd name="connsiteY7" fmla="*/ 286904 h 382513"/>
                <a:gd name="connsiteX8" fmla="*/ 237602 w 237602"/>
                <a:gd name="connsiteY8" fmla="*/ 144034 h 382513"/>
                <a:gd name="connsiteX9" fmla="*/ 131354 w 237602"/>
                <a:gd name="connsiteY9" fmla="*/ 0 h 382513"/>
                <a:gd name="connsiteX10" fmla="*/ 118529 w 237602"/>
                <a:gd name="connsiteY10" fmla="*/ 220940 h 382513"/>
                <a:gd name="connsiteX11" fmla="*/ 68863 w 237602"/>
                <a:gd name="connsiteY11" fmla="*/ 195874 h 382513"/>
                <a:gd name="connsiteX12" fmla="*/ 68863 w 237602"/>
                <a:gd name="connsiteY12" fmla="*/ 90953 h 382513"/>
                <a:gd name="connsiteX13" fmla="*/ 114410 w 237602"/>
                <a:gd name="connsiteY13" fmla="*/ 66430 h 382513"/>
                <a:gd name="connsiteX14" fmla="*/ 166407 w 237602"/>
                <a:gd name="connsiteY14" fmla="*/ 147449 h 382513"/>
                <a:gd name="connsiteX15" fmla="*/ 118529 w 237602"/>
                <a:gd name="connsiteY15" fmla="*/ 220940 h 382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7602" h="382513">
                  <a:moveTo>
                    <a:pt x="131354" y="0"/>
                  </a:moveTo>
                  <a:cubicBezTo>
                    <a:pt x="105627" y="0"/>
                    <a:pt x="86973" y="8149"/>
                    <a:pt x="68863" y="24523"/>
                  </a:cubicBezTo>
                  <a:lnTo>
                    <a:pt x="68863" y="5898"/>
                  </a:lnTo>
                  <a:lnTo>
                    <a:pt x="0" y="5898"/>
                  </a:lnTo>
                  <a:lnTo>
                    <a:pt x="0" y="382513"/>
                  </a:lnTo>
                  <a:lnTo>
                    <a:pt x="68863" y="348134"/>
                  </a:lnTo>
                  <a:lnTo>
                    <a:pt x="68863" y="264166"/>
                  </a:lnTo>
                  <a:cubicBezTo>
                    <a:pt x="81144" y="275807"/>
                    <a:pt x="99798" y="286904"/>
                    <a:pt x="130188" y="286904"/>
                  </a:cubicBezTo>
                  <a:cubicBezTo>
                    <a:pt x="208456" y="286904"/>
                    <a:pt x="237602" y="214577"/>
                    <a:pt x="237602" y="144034"/>
                  </a:cubicBezTo>
                  <a:cubicBezTo>
                    <a:pt x="237602" y="70000"/>
                    <a:pt x="205502" y="0"/>
                    <a:pt x="131354" y="0"/>
                  </a:cubicBezTo>
                  <a:close/>
                  <a:moveTo>
                    <a:pt x="118529" y="220940"/>
                  </a:moveTo>
                  <a:cubicBezTo>
                    <a:pt x="98709" y="220940"/>
                    <a:pt x="79978" y="211628"/>
                    <a:pt x="68863" y="195874"/>
                  </a:cubicBezTo>
                  <a:lnTo>
                    <a:pt x="68863" y="90953"/>
                  </a:lnTo>
                  <a:cubicBezTo>
                    <a:pt x="79978" y="75199"/>
                    <a:pt x="95134" y="66430"/>
                    <a:pt x="114410" y="66430"/>
                  </a:cubicBezTo>
                  <a:cubicBezTo>
                    <a:pt x="155837" y="66430"/>
                    <a:pt x="166407" y="107250"/>
                    <a:pt x="166407" y="147449"/>
                  </a:cubicBezTo>
                  <a:cubicBezTo>
                    <a:pt x="166407" y="187648"/>
                    <a:pt x="157080" y="220940"/>
                    <a:pt x="118529" y="22094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1EACABFE-16DD-1A6D-FFA9-395E7E44B441}"/>
                </a:ext>
              </a:extLst>
            </p:cNvPr>
            <p:cNvSpPr/>
            <p:nvPr/>
          </p:nvSpPr>
          <p:spPr bwMode="invGray">
            <a:xfrm>
              <a:off x="1958323" y="4352251"/>
              <a:ext cx="230063" cy="286826"/>
            </a:xfrm>
            <a:custGeom>
              <a:avLst/>
              <a:gdLst>
                <a:gd name="connsiteX0" fmla="*/ 230063 w 230063"/>
                <a:gd name="connsiteY0" fmla="*/ 281006 h 286826"/>
                <a:gd name="connsiteX1" fmla="*/ 230063 w 230063"/>
                <a:gd name="connsiteY1" fmla="*/ 96230 h 286826"/>
                <a:gd name="connsiteX2" fmla="*/ 117985 w 230063"/>
                <a:gd name="connsiteY2" fmla="*/ 0 h 286826"/>
                <a:gd name="connsiteX3" fmla="*/ 22773 w 230063"/>
                <a:gd name="connsiteY3" fmla="*/ 28015 h 286826"/>
                <a:gd name="connsiteX4" fmla="*/ 50210 w 230063"/>
                <a:gd name="connsiteY4" fmla="*/ 76984 h 286826"/>
                <a:gd name="connsiteX5" fmla="*/ 113866 w 230063"/>
                <a:gd name="connsiteY5" fmla="*/ 58902 h 286826"/>
                <a:gd name="connsiteX6" fmla="*/ 161122 w 230063"/>
                <a:gd name="connsiteY6" fmla="*/ 95066 h 286826"/>
                <a:gd name="connsiteX7" fmla="*/ 161122 w 230063"/>
                <a:gd name="connsiteY7" fmla="*/ 109655 h 286826"/>
                <a:gd name="connsiteX8" fmla="*/ 107415 w 230063"/>
                <a:gd name="connsiteY8" fmla="*/ 98558 h 286826"/>
                <a:gd name="connsiteX9" fmla="*/ 0 w 230063"/>
                <a:gd name="connsiteY9" fmla="*/ 191218 h 286826"/>
                <a:gd name="connsiteX10" fmla="*/ 96922 w 230063"/>
                <a:gd name="connsiteY10" fmla="*/ 286827 h 286826"/>
                <a:gd name="connsiteX11" fmla="*/ 161122 w 230063"/>
                <a:gd name="connsiteY11" fmla="*/ 261760 h 286826"/>
                <a:gd name="connsiteX12" fmla="*/ 161122 w 230063"/>
                <a:gd name="connsiteY12" fmla="*/ 281006 h 286826"/>
                <a:gd name="connsiteX13" fmla="*/ 229985 w 230063"/>
                <a:gd name="connsiteY13" fmla="*/ 281006 h 286826"/>
                <a:gd name="connsiteX14" fmla="*/ 109202 w 230063"/>
                <a:gd name="connsiteY14" fmla="*/ 227382 h 286826"/>
                <a:gd name="connsiteX15" fmla="*/ 70107 w 230063"/>
                <a:gd name="connsiteY15" fmla="*/ 189511 h 286826"/>
                <a:gd name="connsiteX16" fmla="*/ 115032 w 230063"/>
                <a:gd name="connsiteY16" fmla="*/ 153968 h 286826"/>
                <a:gd name="connsiteX17" fmla="*/ 161122 w 230063"/>
                <a:gd name="connsiteY17" fmla="*/ 165608 h 286826"/>
                <a:gd name="connsiteX18" fmla="*/ 161122 w 230063"/>
                <a:gd name="connsiteY18" fmla="*/ 200608 h 286826"/>
                <a:gd name="connsiteX19" fmla="*/ 109125 w 230063"/>
                <a:gd name="connsiteY19" fmla="*/ 22745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0063" h="286826">
                  <a:moveTo>
                    <a:pt x="230063" y="281006"/>
                  </a:moveTo>
                  <a:lnTo>
                    <a:pt x="230063" y="96230"/>
                  </a:lnTo>
                  <a:cubicBezTo>
                    <a:pt x="230063" y="33836"/>
                    <a:pt x="187470" y="0"/>
                    <a:pt x="117985" y="0"/>
                  </a:cubicBezTo>
                  <a:cubicBezTo>
                    <a:pt x="81222" y="0"/>
                    <a:pt x="52619" y="9313"/>
                    <a:pt x="22773" y="28015"/>
                  </a:cubicBezTo>
                  <a:lnTo>
                    <a:pt x="50210" y="76984"/>
                  </a:lnTo>
                  <a:cubicBezTo>
                    <a:pt x="71817" y="64179"/>
                    <a:pt x="92258" y="58902"/>
                    <a:pt x="113866" y="58902"/>
                  </a:cubicBezTo>
                  <a:cubicBezTo>
                    <a:pt x="144256" y="58902"/>
                    <a:pt x="161122" y="69379"/>
                    <a:pt x="161122" y="95066"/>
                  </a:cubicBezTo>
                  <a:lnTo>
                    <a:pt x="161122" y="109655"/>
                  </a:lnTo>
                  <a:cubicBezTo>
                    <a:pt x="143012" y="100886"/>
                    <a:pt x="124902" y="98558"/>
                    <a:pt x="107415" y="98558"/>
                  </a:cubicBezTo>
                  <a:cubicBezTo>
                    <a:pt x="41427" y="98558"/>
                    <a:pt x="0" y="131229"/>
                    <a:pt x="0" y="191218"/>
                  </a:cubicBezTo>
                  <a:cubicBezTo>
                    <a:pt x="0" y="251206"/>
                    <a:pt x="42593" y="286827"/>
                    <a:pt x="96922" y="286827"/>
                  </a:cubicBezTo>
                  <a:cubicBezTo>
                    <a:pt x="123814" y="286827"/>
                    <a:pt x="144800" y="278057"/>
                    <a:pt x="161122" y="261760"/>
                  </a:cubicBezTo>
                  <a:lnTo>
                    <a:pt x="161122" y="281006"/>
                  </a:lnTo>
                  <a:lnTo>
                    <a:pt x="229985" y="281006"/>
                  </a:lnTo>
                  <a:close/>
                  <a:moveTo>
                    <a:pt x="109202" y="227382"/>
                  </a:moveTo>
                  <a:cubicBezTo>
                    <a:pt x="83476" y="227382"/>
                    <a:pt x="70107" y="210464"/>
                    <a:pt x="70107" y="189511"/>
                  </a:cubicBezTo>
                  <a:cubicBezTo>
                    <a:pt x="70107" y="167393"/>
                    <a:pt x="84719" y="153968"/>
                    <a:pt x="115032" y="153968"/>
                  </a:cubicBezTo>
                  <a:cubicBezTo>
                    <a:pt x="129022" y="153968"/>
                    <a:pt x="147132" y="156917"/>
                    <a:pt x="161122" y="165608"/>
                  </a:cubicBezTo>
                  <a:lnTo>
                    <a:pt x="161122" y="200608"/>
                  </a:lnTo>
                  <a:cubicBezTo>
                    <a:pt x="145966" y="222725"/>
                    <a:pt x="122571" y="227459"/>
                    <a:pt x="109125" y="22745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E820E313-DF72-823E-B90A-5F084D3FD366}"/>
                </a:ext>
              </a:extLst>
            </p:cNvPr>
            <p:cNvSpPr/>
            <p:nvPr/>
          </p:nvSpPr>
          <p:spPr bwMode="invGray">
            <a:xfrm>
              <a:off x="1340728" y="4260755"/>
              <a:ext cx="284392" cy="378322"/>
            </a:xfrm>
            <a:custGeom>
              <a:avLst/>
              <a:gdLst>
                <a:gd name="connsiteX0" fmla="*/ 144800 w 284392"/>
                <a:gd name="connsiteY0" fmla="*/ 308944 h 378322"/>
                <a:gd name="connsiteX1" fmla="*/ 51376 w 284392"/>
                <a:gd name="connsiteY1" fmla="*/ 266960 h 378322"/>
                <a:gd name="connsiteX2" fmla="*/ 0 w 284392"/>
                <a:gd name="connsiteY2" fmla="*/ 312436 h 378322"/>
                <a:gd name="connsiteX3" fmla="*/ 146587 w 284392"/>
                <a:gd name="connsiteY3" fmla="*/ 378322 h 378322"/>
                <a:gd name="connsiteX4" fmla="*/ 284392 w 284392"/>
                <a:gd name="connsiteY4" fmla="*/ 262304 h 378322"/>
                <a:gd name="connsiteX5" fmla="*/ 251126 w 284392"/>
                <a:gd name="connsiteY5" fmla="*/ 185941 h 378322"/>
                <a:gd name="connsiteX6" fmla="*/ 161821 w 284392"/>
                <a:gd name="connsiteY6" fmla="*/ 149234 h 378322"/>
                <a:gd name="connsiteX7" fmla="*/ 102829 w 284392"/>
                <a:gd name="connsiteY7" fmla="*/ 129988 h 378322"/>
                <a:gd name="connsiteX8" fmla="*/ 87673 w 284392"/>
                <a:gd name="connsiteY8" fmla="*/ 104922 h 378322"/>
                <a:gd name="connsiteX9" fmla="*/ 141380 w 284392"/>
                <a:gd name="connsiteY9" fmla="*/ 69379 h 378322"/>
                <a:gd name="connsiteX10" fmla="*/ 224856 w 284392"/>
                <a:gd name="connsiteY10" fmla="*/ 106706 h 378322"/>
                <a:gd name="connsiteX11" fmla="*/ 276231 w 284392"/>
                <a:gd name="connsiteY11" fmla="*/ 56574 h 378322"/>
                <a:gd name="connsiteX12" fmla="*/ 146043 w 284392"/>
                <a:gd name="connsiteY12" fmla="*/ 0 h 378322"/>
                <a:gd name="connsiteX13" fmla="*/ 14068 w 284392"/>
                <a:gd name="connsiteY13" fmla="*/ 109035 h 378322"/>
                <a:gd name="connsiteX14" fmla="*/ 45624 w 284392"/>
                <a:gd name="connsiteY14" fmla="*/ 182526 h 378322"/>
                <a:gd name="connsiteX15" fmla="*/ 129100 w 284392"/>
                <a:gd name="connsiteY15" fmla="*/ 216362 h 378322"/>
                <a:gd name="connsiteX16" fmla="*/ 188636 w 284392"/>
                <a:gd name="connsiteY16" fmla="*/ 234444 h 378322"/>
                <a:gd name="connsiteX17" fmla="*/ 210243 w 284392"/>
                <a:gd name="connsiteY17" fmla="*/ 264166 h 378322"/>
                <a:gd name="connsiteX18" fmla="*/ 144878 w 284392"/>
                <a:gd name="connsiteY18" fmla="*/ 309022 h 378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84392" h="378322">
                  <a:moveTo>
                    <a:pt x="144800" y="308944"/>
                  </a:moveTo>
                  <a:cubicBezTo>
                    <a:pt x="109746" y="308944"/>
                    <a:pt x="75315" y="295518"/>
                    <a:pt x="51376" y="266960"/>
                  </a:cubicBezTo>
                  <a:lnTo>
                    <a:pt x="0" y="312436"/>
                  </a:lnTo>
                  <a:cubicBezTo>
                    <a:pt x="33266" y="361405"/>
                    <a:pt x="92802" y="378322"/>
                    <a:pt x="146587" y="378322"/>
                  </a:cubicBezTo>
                  <a:cubicBezTo>
                    <a:pt x="221358" y="378322"/>
                    <a:pt x="284392" y="345108"/>
                    <a:pt x="284392" y="262304"/>
                  </a:cubicBezTo>
                  <a:cubicBezTo>
                    <a:pt x="284392" y="227925"/>
                    <a:pt x="273278" y="204023"/>
                    <a:pt x="251126" y="185941"/>
                  </a:cubicBezTo>
                  <a:cubicBezTo>
                    <a:pt x="226021" y="165531"/>
                    <a:pt x="195087" y="157925"/>
                    <a:pt x="161821" y="149234"/>
                  </a:cubicBezTo>
                  <a:cubicBezTo>
                    <a:pt x="133763" y="142249"/>
                    <a:pt x="115731" y="136972"/>
                    <a:pt x="102829" y="129988"/>
                  </a:cubicBezTo>
                  <a:cubicBezTo>
                    <a:pt x="91714" y="123547"/>
                    <a:pt x="87673" y="116019"/>
                    <a:pt x="87673" y="104922"/>
                  </a:cubicBezTo>
                  <a:cubicBezTo>
                    <a:pt x="87673" y="79234"/>
                    <a:pt x="110446" y="69379"/>
                    <a:pt x="141380" y="69379"/>
                  </a:cubicBezTo>
                  <a:cubicBezTo>
                    <a:pt x="177599" y="69379"/>
                    <a:pt x="200917" y="82804"/>
                    <a:pt x="224856" y="106706"/>
                  </a:cubicBezTo>
                  <a:lnTo>
                    <a:pt x="276231" y="56574"/>
                  </a:lnTo>
                  <a:cubicBezTo>
                    <a:pt x="243509" y="23359"/>
                    <a:pt x="202626" y="0"/>
                    <a:pt x="146043" y="0"/>
                  </a:cubicBezTo>
                  <a:cubicBezTo>
                    <a:pt x="80678" y="0"/>
                    <a:pt x="14068" y="31508"/>
                    <a:pt x="14068" y="109035"/>
                  </a:cubicBezTo>
                  <a:cubicBezTo>
                    <a:pt x="14068" y="134101"/>
                    <a:pt x="21063" y="162659"/>
                    <a:pt x="45624" y="182526"/>
                  </a:cubicBezTo>
                  <a:cubicBezTo>
                    <a:pt x="70185" y="202315"/>
                    <a:pt x="109824" y="211706"/>
                    <a:pt x="129100" y="216362"/>
                  </a:cubicBezTo>
                  <a:cubicBezTo>
                    <a:pt x="160034" y="223967"/>
                    <a:pt x="175812" y="228002"/>
                    <a:pt x="188636" y="234444"/>
                  </a:cubicBezTo>
                  <a:cubicBezTo>
                    <a:pt x="206124" y="243213"/>
                    <a:pt x="210243" y="253689"/>
                    <a:pt x="210243" y="264166"/>
                  </a:cubicBezTo>
                  <a:cubicBezTo>
                    <a:pt x="210243" y="290397"/>
                    <a:pt x="186304" y="309022"/>
                    <a:pt x="144878" y="309022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5710718-2E03-511D-8924-69BA2E221097}"/>
                </a:ext>
              </a:extLst>
            </p:cNvPr>
            <p:cNvSpPr/>
            <p:nvPr/>
          </p:nvSpPr>
          <p:spPr bwMode="invGray">
            <a:xfrm>
              <a:off x="4818877" y="4352329"/>
              <a:ext cx="177521" cy="281006"/>
            </a:xfrm>
            <a:custGeom>
              <a:avLst/>
              <a:gdLst>
                <a:gd name="connsiteX0" fmla="*/ 68864 w 177521"/>
                <a:gd name="connsiteY0" fmla="*/ 131074 h 281006"/>
                <a:gd name="connsiteX1" fmla="*/ 109669 w 177521"/>
                <a:gd name="connsiteY1" fmla="*/ 70465 h 281006"/>
                <a:gd name="connsiteX2" fmla="*/ 149386 w 177521"/>
                <a:gd name="connsiteY2" fmla="*/ 87383 h 281006"/>
                <a:gd name="connsiteX3" fmla="*/ 177522 w 177521"/>
                <a:gd name="connsiteY3" fmla="*/ 18625 h 281006"/>
                <a:gd name="connsiteX4" fmla="*/ 126690 w 177521"/>
                <a:gd name="connsiteY4" fmla="*/ 0 h 281006"/>
                <a:gd name="connsiteX5" fmla="*/ 68864 w 177521"/>
                <a:gd name="connsiteY5" fmla="*/ 25066 h 281006"/>
                <a:gd name="connsiteX6" fmla="*/ 68864 w 177521"/>
                <a:gd name="connsiteY6" fmla="*/ 5820 h 281006"/>
                <a:gd name="connsiteX7" fmla="*/ 0 w 177521"/>
                <a:gd name="connsiteY7" fmla="*/ 5820 h 281006"/>
                <a:gd name="connsiteX8" fmla="*/ 0 w 177521"/>
                <a:gd name="connsiteY8" fmla="*/ 281006 h 281006"/>
                <a:gd name="connsiteX9" fmla="*/ 68864 w 177521"/>
                <a:gd name="connsiteY9" fmla="*/ 281006 h 281006"/>
                <a:gd name="connsiteX10" fmla="*/ 68864 w 177521"/>
                <a:gd name="connsiteY10" fmla="*/ 131152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7521" h="281006">
                  <a:moveTo>
                    <a:pt x="68864" y="131074"/>
                  </a:moveTo>
                  <a:cubicBezTo>
                    <a:pt x="68864" y="97859"/>
                    <a:pt x="76947" y="70465"/>
                    <a:pt x="109669" y="70465"/>
                  </a:cubicBezTo>
                  <a:cubicBezTo>
                    <a:pt x="126612" y="70465"/>
                    <a:pt x="138893" y="77449"/>
                    <a:pt x="149386" y="87383"/>
                  </a:cubicBezTo>
                  <a:lnTo>
                    <a:pt x="177522" y="18625"/>
                  </a:lnTo>
                  <a:cubicBezTo>
                    <a:pt x="162910" y="5820"/>
                    <a:pt x="145966" y="0"/>
                    <a:pt x="126690" y="0"/>
                  </a:cubicBezTo>
                  <a:cubicBezTo>
                    <a:pt x="104539" y="0"/>
                    <a:pt x="84642" y="9312"/>
                    <a:pt x="68864" y="25066"/>
                  </a:cubicBezTo>
                  <a:lnTo>
                    <a:pt x="68864" y="5820"/>
                  </a:lnTo>
                  <a:lnTo>
                    <a:pt x="0" y="5820"/>
                  </a:lnTo>
                  <a:lnTo>
                    <a:pt x="0" y="281006"/>
                  </a:lnTo>
                  <a:lnTo>
                    <a:pt x="68864" y="281006"/>
                  </a:lnTo>
                  <a:lnTo>
                    <a:pt x="68864" y="131152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5AFC6C29-F1C3-B51C-D190-B818CDC149E5}"/>
                </a:ext>
              </a:extLst>
            </p:cNvPr>
            <p:cNvSpPr/>
            <p:nvPr/>
          </p:nvSpPr>
          <p:spPr bwMode="invGray">
            <a:xfrm>
              <a:off x="5810324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3F342EE9-A126-9D8E-EC5F-1B84C4C7AEF6}"/>
                </a:ext>
              </a:extLst>
            </p:cNvPr>
            <p:cNvSpPr/>
            <p:nvPr/>
          </p:nvSpPr>
          <p:spPr bwMode="invGray">
            <a:xfrm>
              <a:off x="5379966" y="4358382"/>
              <a:ext cx="398257" cy="275185"/>
            </a:xfrm>
            <a:custGeom>
              <a:avLst/>
              <a:gdLst>
                <a:gd name="connsiteX0" fmla="*/ 279107 w 398257"/>
                <a:gd name="connsiteY0" fmla="*/ 159710 h 275185"/>
                <a:gd name="connsiteX1" fmla="*/ 232395 w 398257"/>
                <a:gd name="connsiteY1" fmla="*/ 0 h 275185"/>
                <a:gd name="connsiteX2" fmla="*/ 167651 w 398257"/>
                <a:gd name="connsiteY2" fmla="*/ 0 h 275185"/>
                <a:gd name="connsiteX3" fmla="*/ 120939 w 398257"/>
                <a:gd name="connsiteY3" fmla="*/ 159710 h 275185"/>
                <a:gd name="connsiteX4" fmla="*/ 79434 w 398257"/>
                <a:gd name="connsiteY4" fmla="*/ 0 h 275185"/>
                <a:gd name="connsiteX5" fmla="*/ 0 w 398257"/>
                <a:gd name="connsiteY5" fmla="*/ 0 h 275185"/>
                <a:gd name="connsiteX6" fmla="*/ 86429 w 398257"/>
                <a:gd name="connsiteY6" fmla="*/ 275186 h 275185"/>
                <a:gd name="connsiteX7" fmla="*/ 151873 w 398257"/>
                <a:gd name="connsiteY7" fmla="*/ 275186 h 275185"/>
                <a:gd name="connsiteX8" fmla="*/ 199129 w 398257"/>
                <a:gd name="connsiteY8" fmla="*/ 107870 h 275185"/>
                <a:gd name="connsiteX9" fmla="*/ 245841 w 398257"/>
                <a:gd name="connsiteY9" fmla="*/ 275186 h 275185"/>
                <a:gd name="connsiteX10" fmla="*/ 311285 w 398257"/>
                <a:gd name="connsiteY10" fmla="*/ 275186 h 275185"/>
                <a:gd name="connsiteX11" fmla="*/ 398258 w 398257"/>
                <a:gd name="connsiteY11" fmla="*/ 0 h 275185"/>
                <a:gd name="connsiteX12" fmla="*/ 321156 w 398257"/>
                <a:gd name="connsiteY12" fmla="*/ 0 h 275185"/>
                <a:gd name="connsiteX13" fmla="*/ 279107 w 398257"/>
                <a:gd name="connsiteY13" fmla="*/ 159710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8257" h="275185">
                  <a:moveTo>
                    <a:pt x="279107" y="159710"/>
                  </a:moveTo>
                  <a:lnTo>
                    <a:pt x="232395" y="0"/>
                  </a:lnTo>
                  <a:lnTo>
                    <a:pt x="167651" y="0"/>
                  </a:lnTo>
                  <a:lnTo>
                    <a:pt x="120939" y="159710"/>
                  </a:lnTo>
                  <a:lnTo>
                    <a:pt x="79434" y="0"/>
                  </a:lnTo>
                  <a:lnTo>
                    <a:pt x="0" y="0"/>
                  </a:lnTo>
                  <a:lnTo>
                    <a:pt x="86429" y="275186"/>
                  </a:lnTo>
                  <a:lnTo>
                    <a:pt x="151873" y="275186"/>
                  </a:lnTo>
                  <a:lnTo>
                    <a:pt x="199129" y="107870"/>
                  </a:lnTo>
                  <a:lnTo>
                    <a:pt x="245841" y="275186"/>
                  </a:lnTo>
                  <a:lnTo>
                    <a:pt x="311285" y="275186"/>
                  </a:lnTo>
                  <a:lnTo>
                    <a:pt x="398258" y="0"/>
                  </a:lnTo>
                  <a:lnTo>
                    <a:pt x="321156" y="0"/>
                  </a:lnTo>
                  <a:lnTo>
                    <a:pt x="279107" y="15971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16729C7E-0038-9661-F140-89DCF558E687}"/>
                </a:ext>
              </a:extLst>
            </p:cNvPr>
            <p:cNvSpPr/>
            <p:nvPr/>
          </p:nvSpPr>
          <p:spPr bwMode="invGray">
            <a:xfrm>
              <a:off x="5815609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1B9B039E-BAAB-4EAF-02A5-0ECEE25CAA2A}"/>
                </a:ext>
              </a:extLst>
            </p:cNvPr>
            <p:cNvSpPr/>
            <p:nvPr/>
          </p:nvSpPr>
          <p:spPr bwMode="invGray">
            <a:xfrm>
              <a:off x="6582279" y="4352561"/>
              <a:ext cx="240555" cy="286904"/>
            </a:xfrm>
            <a:custGeom>
              <a:avLst/>
              <a:gdLst>
                <a:gd name="connsiteX0" fmla="*/ 131975 w 240555"/>
                <a:gd name="connsiteY0" fmla="*/ 218069 h 286904"/>
                <a:gd name="connsiteX1" fmla="*/ 73605 w 240555"/>
                <a:gd name="connsiteY1" fmla="*/ 142870 h 286904"/>
                <a:gd name="connsiteX2" fmla="*/ 131431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5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5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5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1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19" y="0"/>
                    <a:pt x="131975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5" y="204721"/>
                    <a:pt x="157080" y="218146"/>
                    <a:pt x="131975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BF7A91D4-192F-6B66-6ACA-FA2075C327A7}"/>
                </a:ext>
              </a:extLst>
            </p:cNvPr>
            <p:cNvSpPr/>
            <p:nvPr/>
          </p:nvSpPr>
          <p:spPr bwMode="invGray">
            <a:xfrm>
              <a:off x="7751870" y="4251132"/>
              <a:ext cx="247007" cy="388255"/>
            </a:xfrm>
            <a:custGeom>
              <a:avLst/>
              <a:gdLst>
                <a:gd name="connsiteX0" fmla="*/ 175734 w 247007"/>
                <a:gd name="connsiteY0" fmla="*/ 123547 h 388255"/>
                <a:gd name="connsiteX1" fmla="*/ 111534 w 247007"/>
                <a:gd name="connsiteY1" fmla="*/ 101429 h 388255"/>
                <a:gd name="connsiteX2" fmla="*/ 0 w 247007"/>
                <a:gd name="connsiteY2" fmla="*/ 242514 h 388255"/>
                <a:gd name="connsiteX3" fmla="*/ 113244 w 247007"/>
                <a:gd name="connsiteY3" fmla="*/ 388256 h 388255"/>
                <a:gd name="connsiteX4" fmla="*/ 175734 w 247007"/>
                <a:gd name="connsiteY4" fmla="*/ 364354 h 388255"/>
                <a:gd name="connsiteX5" fmla="*/ 175734 w 247007"/>
                <a:gd name="connsiteY5" fmla="*/ 382436 h 388255"/>
                <a:gd name="connsiteX6" fmla="*/ 247007 w 247007"/>
                <a:gd name="connsiteY6" fmla="*/ 382436 h 388255"/>
                <a:gd name="connsiteX7" fmla="*/ 247007 w 247007"/>
                <a:gd name="connsiteY7" fmla="*/ 0 h 388255"/>
                <a:gd name="connsiteX8" fmla="*/ 175734 w 247007"/>
                <a:gd name="connsiteY8" fmla="*/ 35543 h 388255"/>
                <a:gd name="connsiteX9" fmla="*/ 175734 w 247007"/>
                <a:gd name="connsiteY9" fmla="*/ 123547 h 388255"/>
                <a:gd name="connsiteX10" fmla="*/ 175734 w 247007"/>
                <a:gd name="connsiteY10" fmla="*/ 297303 h 388255"/>
                <a:gd name="connsiteX11" fmla="*/ 127856 w 247007"/>
                <a:gd name="connsiteY11" fmla="*/ 321206 h 388255"/>
                <a:gd name="connsiteX12" fmla="*/ 74693 w 247007"/>
                <a:gd name="connsiteY12" fmla="*/ 240186 h 388255"/>
                <a:gd name="connsiteX13" fmla="*/ 126069 w 247007"/>
                <a:gd name="connsiteY13" fmla="*/ 168480 h 388255"/>
                <a:gd name="connsiteX14" fmla="*/ 175734 w 247007"/>
                <a:gd name="connsiteY14" fmla="*/ 192382 h 388255"/>
                <a:gd name="connsiteX15" fmla="*/ 175734 w 247007"/>
                <a:gd name="connsiteY15" fmla="*/ 297303 h 388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7007" h="388255">
                  <a:moveTo>
                    <a:pt x="175734" y="123547"/>
                  </a:moveTo>
                  <a:cubicBezTo>
                    <a:pt x="158246" y="107793"/>
                    <a:pt x="135473" y="101429"/>
                    <a:pt x="111534" y="101429"/>
                  </a:cubicBezTo>
                  <a:cubicBezTo>
                    <a:pt x="39717" y="101429"/>
                    <a:pt x="0" y="159167"/>
                    <a:pt x="0" y="242514"/>
                  </a:cubicBezTo>
                  <a:cubicBezTo>
                    <a:pt x="0" y="319498"/>
                    <a:pt x="33888" y="388256"/>
                    <a:pt x="113244" y="388256"/>
                  </a:cubicBezTo>
                  <a:cubicBezTo>
                    <a:pt x="138349" y="388256"/>
                    <a:pt x="152339" y="381271"/>
                    <a:pt x="175734" y="364354"/>
                  </a:cubicBezTo>
                  <a:lnTo>
                    <a:pt x="175734" y="382436"/>
                  </a:lnTo>
                  <a:lnTo>
                    <a:pt x="247007" y="382436"/>
                  </a:lnTo>
                  <a:lnTo>
                    <a:pt x="247007" y="0"/>
                  </a:lnTo>
                  <a:lnTo>
                    <a:pt x="175734" y="35543"/>
                  </a:lnTo>
                  <a:lnTo>
                    <a:pt x="175734" y="123547"/>
                  </a:lnTo>
                  <a:close/>
                  <a:moveTo>
                    <a:pt x="175734" y="297303"/>
                  </a:moveTo>
                  <a:cubicBezTo>
                    <a:pt x="161744" y="312436"/>
                    <a:pt x="147676" y="321206"/>
                    <a:pt x="127856" y="321206"/>
                  </a:cubicBezTo>
                  <a:cubicBezTo>
                    <a:pt x="87595" y="321206"/>
                    <a:pt x="74693" y="284499"/>
                    <a:pt x="74693" y="240186"/>
                  </a:cubicBezTo>
                  <a:cubicBezTo>
                    <a:pt x="74693" y="201151"/>
                    <a:pt x="84642" y="168480"/>
                    <a:pt x="126069" y="168480"/>
                  </a:cubicBezTo>
                  <a:cubicBezTo>
                    <a:pt x="145888" y="168480"/>
                    <a:pt x="160500" y="176085"/>
                    <a:pt x="175734" y="192382"/>
                  </a:cubicBezTo>
                  <a:lnTo>
                    <a:pt x="175734" y="297303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BE6D3F90-16AA-5226-E5DC-FCDC2DE53515}"/>
                </a:ext>
              </a:extLst>
            </p:cNvPr>
            <p:cNvSpPr/>
            <p:nvPr/>
          </p:nvSpPr>
          <p:spPr bwMode="invGray">
            <a:xfrm>
              <a:off x="8325162" y="4352561"/>
              <a:ext cx="237757" cy="281083"/>
            </a:xfrm>
            <a:custGeom>
              <a:avLst/>
              <a:gdLst>
                <a:gd name="connsiteX0" fmla="*/ 138426 w 237757"/>
                <a:gd name="connsiteY0" fmla="*/ 0 h 281083"/>
                <a:gd name="connsiteX1" fmla="*/ 71273 w 237757"/>
                <a:gd name="connsiteY1" fmla="*/ 24523 h 281083"/>
                <a:gd name="connsiteX2" fmla="*/ 71273 w 237757"/>
                <a:gd name="connsiteY2" fmla="*/ 5898 h 281083"/>
                <a:gd name="connsiteX3" fmla="*/ 0 w 237757"/>
                <a:gd name="connsiteY3" fmla="*/ 5898 h 281083"/>
                <a:gd name="connsiteX4" fmla="*/ 0 w 237757"/>
                <a:gd name="connsiteY4" fmla="*/ 281084 h 281083"/>
                <a:gd name="connsiteX5" fmla="*/ 71273 w 237757"/>
                <a:gd name="connsiteY5" fmla="*/ 281084 h 281083"/>
                <a:gd name="connsiteX6" fmla="*/ 71273 w 237757"/>
                <a:gd name="connsiteY6" fmla="*/ 129522 h 281083"/>
                <a:gd name="connsiteX7" fmla="*/ 119151 w 237757"/>
                <a:gd name="connsiteY7" fmla="*/ 67128 h 281083"/>
                <a:gd name="connsiteX8" fmla="*/ 166485 w 237757"/>
                <a:gd name="connsiteY8" fmla="*/ 131229 h 281083"/>
                <a:gd name="connsiteX9" fmla="*/ 166485 w 237757"/>
                <a:gd name="connsiteY9" fmla="*/ 281084 h 281083"/>
                <a:gd name="connsiteX10" fmla="*/ 237758 w 237757"/>
                <a:gd name="connsiteY10" fmla="*/ 281084 h 281083"/>
                <a:gd name="connsiteX11" fmla="*/ 237758 w 237757"/>
                <a:gd name="connsiteY11" fmla="*/ 125409 h 281083"/>
                <a:gd name="connsiteX12" fmla="*/ 138504 w 237757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757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85" y="92815"/>
                    <a:pt x="166485" y="131229"/>
                  </a:cubicBezTo>
                  <a:lnTo>
                    <a:pt x="166485" y="281084"/>
                  </a:lnTo>
                  <a:lnTo>
                    <a:pt x="237758" y="281084"/>
                  </a:lnTo>
                  <a:lnTo>
                    <a:pt x="237758" y="125409"/>
                  </a:lnTo>
                  <a:cubicBezTo>
                    <a:pt x="237758" y="57816"/>
                    <a:pt x="213197" y="78"/>
                    <a:pt x="138504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DF4BBB56-4BC1-3329-C5CD-F8E8955EC409}"/>
                </a:ext>
              </a:extLst>
            </p:cNvPr>
            <p:cNvSpPr/>
            <p:nvPr/>
          </p:nvSpPr>
          <p:spPr bwMode="invGray">
            <a:xfrm>
              <a:off x="8041469" y="4352561"/>
              <a:ext cx="238846" cy="286904"/>
            </a:xfrm>
            <a:custGeom>
              <a:avLst/>
              <a:gdLst>
                <a:gd name="connsiteX0" fmla="*/ 122027 w 238846"/>
                <a:gd name="connsiteY0" fmla="*/ 0 h 286904"/>
                <a:gd name="connsiteX1" fmla="*/ 0 w 238846"/>
                <a:gd name="connsiteY1" fmla="*/ 144034 h 286904"/>
                <a:gd name="connsiteX2" fmla="*/ 126690 w 238846"/>
                <a:gd name="connsiteY2" fmla="*/ 286904 h 286904"/>
                <a:gd name="connsiteX3" fmla="*/ 226566 w 238846"/>
                <a:gd name="connsiteY3" fmla="*/ 243213 h 286904"/>
                <a:gd name="connsiteX4" fmla="*/ 177522 w 238846"/>
                <a:gd name="connsiteY4" fmla="*/ 201850 h 286904"/>
                <a:gd name="connsiteX5" fmla="*/ 129644 w 238846"/>
                <a:gd name="connsiteY5" fmla="*/ 221095 h 286904"/>
                <a:gd name="connsiteX6" fmla="*/ 70651 w 238846"/>
                <a:gd name="connsiteY6" fmla="*/ 166850 h 286904"/>
                <a:gd name="connsiteX7" fmla="*/ 237680 w 238846"/>
                <a:gd name="connsiteY7" fmla="*/ 166850 h 286904"/>
                <a:gd name="connsiteX8" fmla="*/ 238846 w 238846"/>
                <a:gd name="connsiteY8" fmla="*/ 142948 h 286904"/>
                <a:gd name="connsiteX9" fmla="*/ 122027 w 238846"/>
                <a:gd name="connsiteY9" fmla="*/ 78 h 286904"/>
                <a:gd name="connsiteX10" fmla="*/ 71817 w 238846"/>
                <a:gd name="connsiteY10" fmla="*/ 113070 h 286904"/>
                <a:gd name="connsiteX11" fmla="*/ 119695 w 238846"/>
                <a:gd name="connsiteY11" fmla="*/ 61152 h 286904"/>
                <a:gd name="connsiteX12" fmla="*/ 169905 w 238846"/>
                <a:gd name="connsiteY12" fmla="*/ 113070 h 286904"/>
                <a:gd name="connsiteX13" fmla="*/ 71817 w 238846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6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2" y="215818"/>
                    <a:pt x="147131" y="221095"/>
                    <a:pt x="129644" y="221095"/>
                  </a:cubicBezTo>
                  <a:cubicBezTo>
                    <a:pt x="99876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6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B84EFC04-1314-8ABA-E449-7B49F5C24E13}"/>
                </a:ext>
              </a:extLst>
            </p:cNvPr>
            <p:cNvSpPr/>
            <p:nvPr/>
          </p:nvSpPr>
          <p:spPr bwMode="invGray">
            <a:xfrm>
              <a:off x="8867054" y="4352561"/>
              <a:ext cx="238845" cy="286904"/>
            </a:xfrm>
            <a:custGeom>
              <a:avLst/>
              <a:gdLst>
                <a:gd name="connsiteX0" fmla="*/ 122026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1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6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6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1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4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6" y="78"/>
                  </a:cubicBezTo>
                  <a:close/>
                  <a:moveTo>
                    <a:pt x="71817" y="113070"/>
                  </a:moveTo>
                  <a:cubicBezTo>
                    <a:pt x="73604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898347F0-2A39-A670-4D42-88D4C1065B45}"/>
                </a:ext>
              </a:extLst>
            </p:cNvPr>
            <p:cNvSpPr/>
            <p:nvPr/>
          </p:nvSpPr>
          <p:spPr bwMode="invGray">
            <a:xfrm>
              <a:off x="4999974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742FF4CD-D92D-952F-25E5-C0B15C621F93}"/>
                </a:ext>
              </a:extLst>
            </p:cNvPr>
            <p:cNvSpPr/>
            <p:nvPr/>
          </p:nvSpPr>
          <p:spPr bwMode="invGray">
            <a:xfrm>
              <a:off x="3424508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382DB0E4-9669-FF9E-921D-98B3BAC520B1}"/>
                </a:ext>
              </a:extLst>
            </p:cNvPr>
            <p:cNvSpPr/>
            <p:nvPr/>
          </p:nvSpPr>
          <p:spPr bwMode="invGray">
            <a:xfrm>
              <a:off x="2512417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6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1" y="215818"/>
                    <a:pt x="147132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FEA125B3-67EF-4013-27C4-E25D2FE189EB}"/>
                </a:ext>
              </a:extLst>
            </p:cNvPr>
            <p:cNvSpPr/>
            <p:nvPr/>
          </p:nvSpPr>
          <p:spPr bwMode="invGray">
            <a:xfrm>
              <a:off x="4536739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583E1BD5-D029-7EC8-F490-4C97381FED05}"/>
                </a:ext>
              </a:extLst>
            </p:cNvPr>
            <p:cNvSpPr/>
            <p:nvPr/>
          </p:nvSpPr>
          <p:spPr bwMode="invGray">
            <a:xfrm>
              <a:off x="4026014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8F4DA797-7CC9-05B2-8ACF-0DCE22793CF6}"/>
                </a:ext>
              </a:extLst>
            </p:cNvPr>
            <p:cNvSpPr/>
            <p:nvPr/>
          </p:nvSpPr>
          <p:spPr bwMode="invGray">
            <a:xfrm>
              <a:off x="8604890" y="4352561"/>
              <a:ext cx="240555" cy="286904"/>
            </a:xfrm>
            <a:custGeom>
              <a:avLst/>
              <a:gdLst>
                <a:gd name="connsiteX0" fmla="*/ 131976 w 240555"/>
                <a:gd name="connsiteY0" fmla="*/ 218069 h 286904"/>
                <a:gd name="connsiteX1" fmla="*/ 73605 w 240555"/>
                <a:gd name="connsiteY1" fmla="*/ 142870 h 286904"/>
                <a:gd name="connsiteX2" fmla="*/ 131432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6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6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6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2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20" y="0"/>
                    <a:pt x="131976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6" y="204721"/>
                    <a:pt x="157080" y="218146"/>
                    <a:pt x="131976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A12C10F7-68BB-23E7-637D-B9F080644C1B}"/>
                </a:ext>
              </a:extLst>
            </p:cNvPr>
            <p:cNvSpPr/>
            <p:nvPr/>
          </p:nvSpPr>
          <p:spPr bwMode="invGray">
            <a:xfrm>
              <a:off x="6846230" y="4352561"/>
              <a:ext cx="258043" cy="286826"/>
            </a:xfrm>
            <a:custGeom>
              <a:avLst/>
              <a:gdLst>
                <a:gd name="connsiteX0" fmla="*/ 129022 w 258043"/>
                <a:gd name="connsiteY0" fmla="*/ 0 h 286826"/>
                <a:gd name="connsiteX1" fmla="*/ 0 w 258043"/>
                <a:gd name="connsiteY1" fmla="*/ 143413 h 286826"/>
                <a:gd name="connsiteX2" fmla="*/ 129022 w 258043"/>
                <a:gd name="connsiteY2" fmla="*/ 286827 h 286826"/>
                <a:gd name="connsiteX3" fmla="*/ 258043 w 258043"/>
                <a:gd name="connsiteY3" fmla="*/ 143413 h 286826"/>
                <a:gd name="connsiteX4" fmla="*/ 129022 w 258043"/>
                <a:gd name="connsiteY4" fmla="*/ 0 h 286826"/>
                <a:gd name="connsiteX5" fmla="*/ 129022 w 258043"/>
                <a:gd name="connsiteY5" fmla="*/ 218069 h 286826"/>
                <a:gd name="connsiteX6" fmla="*/ 73527 w 258043"/>
                <a:gd name="connsiteY6" fmla="*/ 143413 h 286826"/>
                <a:gd name="connsiteX7" fmla="*/ 129022 w 258043"/>
                <a:gd name="connsiteY7" fmla="*/ 68215 h 286826"/>
                <a:gd name="connsiteX8" fmla="*/ 184517 w 258043"/>
                <a:gd name="connsiteY8" fmla="*/ 143413 h 286826"/>
                <a:gd name="connsiteX9" fmla="*/ 129022 w 258043"/>
                <a:gd name="connsiteY9" fmla="*/ 21806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8043" h="286826">
                  <a:moveTo>
                    <a:pt x="129022" y="0"/>
                  </a:moveTo>
                  <a:cubicBezTo>
                    <a:pt x="49588" y="0"/>
                    <a:pt x="0" y="62394"/>
                    <a:pt x="0" y="143413"/>
                  </a:cubicBezTo>
                  <a:cubicBezTo>
                    <a:pt x="0" y="228546"/>
                    <a:pt x="54329" y="286827"/>
                    <a:pt x="129022" y="286827"/>
                  </a:cubicBezTo>
                  <a:cubicBezTo>
                    <a:pt x="203714" y="286827"/>
                    <a:pt x="258043" y="228546"/>
                    <a:pt x="258043" y="143413"/>
                  </a:cubicBezTo>
                  <a:cubicBezTo>
                    <a:pt x="258043" y="58281"/>
                    <a:pt x="208378" y="0"/>
                    <a:pt x="129022" y="0"/>
                  </a:cubicBezTo>
                  <a:close/>
                  <a:moveTo>
                    <a:pt x="129022" y="218069"/>
                  </a:moveTo>
                  <a:cubicBezTo>
                    <a:pt x="83476" y="218069"/>
                    <a:pt x="73527" y="174378"/>
                    <a:pt x="73527" y="143413"/>
                  </a:cubicBezTo>
                  <a:cubicBezTo>
                    <a:pt x="73527" y="100886"/>
                    <a:pt x="91015" y="68215"/>
                    <a:pt x="129022" y="68215"/>
                  </a:cubicBezTo>
                  <a:cubicBezTo>
                    <a:pt x="167029" y="68215"/>
                    <a:pt x="184517" y="100886"/>
                    <a:pt x="184517" y="143413"/>
                  </a:cubicBezTo>
                  <a:cubicBezTo>
                    <a:pt x="184517" y="174300"/>
                    <a:pt x="174568" y="218069"/>
                    <a:pt x="129022" y="21806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B7E9E3AB-7396-7FB3-CD10-68D1C814FCCC}"/>
                </a:ext>
              </a:extLst>
            </p:cNvPr>
            <p:cNvSpPr/>
            <p:nvPr/>
          </p:nvSpPr>
          <p:spPr bwMode="invGray">
            <a:xfrm>
              <a:off x="7419599" y="4252917"/>
              <a:ext cx="174646" cy="380573"/>
            </a:xfrm>
            <a:custGeom>
              <a:avLst/>
              <a:gdLst>
                <a:gd name="connsiteX0" fmla="*/ 38551 w 174646"/>
                <a:gd name="connsiteY0" fmla="*/ 72250 h 380573"/>
                <a:gd name="connsiteX1" fmla="*/ 38551 w 174646"/>
                <a:gd name="connsiteY1" fmla="*/ 105465 h 380573"/>
                <a:gd name="connsiteX2" fmla="*/ 0 w 174646"/>
                <a:gd name="connsiteY2" fmla="*/ 105465 h 380573"/>
                <a:gd name="connsiteX3" fmla="*/ 0 w 174646"/>
                <a:gd name="connsiteY3" fmla="*/ 171894 h 380573"/>
                <a:gd name="connsiteX4" fmla="*/ 38551 w 174646"/>
                <a:gd name="connsiteY4" fmla="*/ 171894 h 380573"/>
                <a:gd name="connsiteX5" fmla="*/ 38551 w 174646"/>
                <a:gd name="connsiteY5" fmla="*/ 380573 h 380573"/>
                <a:gd name="connsiteX6" fmla="*/ 109824 w 174646"/>
                <a:gd name="connsiteY6" fmla="*/ 380573 h 380573"/>
                <a:gd name="connsiteX7" fmla="*/ 109824 w 174646"/>
                <a:gd name="connsiteY7" fmla="*/ 171894 h 380573"/>
                <a:gd name="connsiteX8" fmla="*/ 168817 w 174646"/>
                <a:gd name="connsiteY8" fmla="*/ 171894 h 380573"/>
                <a:gd name="connsiteX9" fmla="*/ 168817 w 174646"/>
                <a:gd name="connsiteY9" fmla="*/ 105465 h 380573"/>
                <a:gd name="connsiteX10" fmla="*/ 109824 w 174646"/>
                <a:gd name="connsiteY10" fmla="*/ 105465 h 380573"/>
                <a:gd name="connsiteX11" fmla="*/ 109824 w 174646"/>
                <a:gd name="connsiteY11" fmla="*/ 83347 h 380573"/>
                <a:gd name="connsiteX12" fmla="*/ 139592 w 174646"/>
                <a:gd name="connsiteY12" fmla="*/ 59445 h 380573"/>
                <a:gd name="connsiteX13" fmla="*/ 174646 w 174646"/>
                <a:gd name="connsiteY13" fmla="*/ 64722 h 380573"/>
                <a:gd name="connsiteX14" fmla="*/ 174646 w 174646"/>
                <a:gd name="connsiteY14" fmla="*/ 7605 h 380573"/>
                <a:gd name="connsiteX15" fmla="*/ 122649 w 174646"/>
                <a:gd name="connsiteY15" fmla="*/ 0 h 380573"/>
                <a:gd name="connsiteX16" fmla="*/ 38551 w 174646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6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3" y="0"/>
                    <a:pt x="122649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EB3471FB-5F7F-D124-6E7A-4A5128423CE1}"/>
                </a:ext>
              </a:extLst>
            </p:cNvPr>
            <p:cNvSpPr/>
            <p:nvPr/>
          </p:nvSpPr>
          <p:spPr bwMode="invGray">
            <a:xfrm>
              <a:off x="3814838" y="4252917"/>
              <a:ext cx="174645" cy="380573"/>
            </a:xfrm>
            <a:custGeom>
              <a:avLst/>
              <a:gdLst>
                <a:gd name="connsiteX0" fmla="*/ 38551 w 174645"/>
                <a:gd name="connsiteY0" fmla="*/ 72250 h 380573"/>
                <a:gd name="connsiteX1" fmla="*/ 38551 w 174645"/>
                <a:gd name="connsiteY1" fmla="*/ 105465 h 380573"/>
                <a:gd name="connsiteX2" fmla="*/ 0 w 174645"/>
                <a:gd name="connsiteY2" fmla="*/ 105465 h 380573"/>
                <a:gd name="connsiteX3" fmla="*/ 0 w 174645"/>
                <a:gd name="connsiteY3" fmla="*/ 171894 h 380573"/>
                <a:gd name="connsiteX4" fmla="*/ 38551 w 174645"/>
                <a:gd name="connsiteY4" fmla="*/ 171894 h 380573"/>
                <a:gd name="connsiteX5" fmla="*/ 38551 w 174645"/>
                <a:gd name="connsiteY5" fmla="*/ 380573 h 380573"/>
                <a:gd name="connsiteX6" fmla="*/ 109824 w 174645"/>
                <a:gd name="connsiteY6" fmla="*/ 380573 h 380573"/>
                <a:gd name="connsiteX7" fmla="*/ 109824 w 174645"/>
                <a:gd name="connsiteY7" fmla="*/ 171894 h 380573"/>
                <a:gd name="connsiteX8" fmla="*/ 168817 w 174645"/>
                <a:gd name="connsiteY8" fmla="*/ 171894 h 380573"/>
                <a:gd name="connsiteX9" fmla="*/ 168817 w 174645"/>
                <a:gd name="connsiteY9" fmla="*/ 105465 h 380573"/>
                <a:gd name="connsiteX10" fmla="*/ 109824 w 174645"/>
                <a:gd name="connsiteY10" fmla="*/ 105465 h 380573"/>
                <a:gd name="connsiteX11" fmla="*/ 109824 w 174645"/>
                <a:gd name="connsiteY11" fmla="*/ 83347 h 380573"/>
                <a:gd name="connsiteX12" fmla="*/ 139592 w 174645"/>
                <a:gd name="connsiteY12" fmla="*/ 59445 h 380573"/>
                <a:gd name="connsiteX13" fmla="*/ 174646 w 174645"/>
                <a:gd name="connsiteY13" fmla="*/ 64722 h 380573"/>
                <a:gd name="connsiteX14" fmla="*/ 174646 w 174645"/>
                <a:gd name="connsiteY14" fmla="*/ 7605 h 380573"/>
                <a:gd name="connsiteX15" fmla="*/ 122648 w 174645"/>
                <a:gd name="connsiteY15" fmla="*/ 0 h 380573"/>
                <a:gd name="connsiteX16" fmla="*/ 38551 w 174645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5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2" y="0"/>
                    <a:pt x="122648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1BBF185E-B522-85A4-8196-A10C5AB5715E}"/>
                </a:ext>
              </a:extLst>
            </p:cNvPr>
            <p:cNvSpPr/>
            <p:nvPr/>
          </p:nvSpPr>
          <p:spPr bwMode="invGray">
            <a:xfrm>
              <a:off x="7146866" y="4352561"/>
              <a:ext cx="237680" cy="281083"/>
            </a:xfrm>
            <a:custGeom>
              <a:avLst/>
              <a:gdLst>
                <a:gd name="connsiteX0" fmla="*/ 138426 w 237680"/>
                <a:gd name="connsiteY0" fmla="*/ 0 h 281083"/>
                <a:gd name="connsiteX1" fmla="*/ 71273 w 237680"/>
                <a:gd name="connsiteY1" fmla="*/ 24523 h 281083"/>
                <a:gd name="connsiteX2" fmla="*/ 71273 w 237680"/>
                <a:gd name="connsiteY2" fmla="*/ 5898 h 281083"/>
                <a:gd name="connsiteX3" fmla="*/ 0 w 237680"/>
                <a:gd name="connsiteY3" fmla="*/ 5898 h 281083"/>
                <a:gd name="connsiteX4" fmla="*/ 0 w 237680"/>
                <a:gd name="connsiteY4" fmla="*/ 281084 h 281083"/>
                <a:gd name="connsiteX5" fmla="*/ 71273 w 237680"/>
                <a:gd name="connsiteY5" fmla="*/ 281084 h 281083"/>
                <a:gd name="connsiteX6" fmla="*/ 71273 w 237680"/>
                <a:gd name="connsiteY6" fmla="*/ 129522 h 281083"/>
                <a:gd name="connsiteX7" fmla="*/ 119151 w 237680"/>
                <a:gd name="connsiteY7" fmla="*/ 67128 h 281083"/>
                <a:gd name="connsiteX8" fmla="*/ 166407 w 237680"/>
                <a:gd name="connsiteY8" fmla="*/ 131229 h 281083"/>
                <a:gd name="connsiteX9" fmla="*/ 166407 w 237680"/>
                <a:gd name="connsiteY9" fmla="*/ 281084 h 281083"/>
                <a:gd name="connsiteX10" fmla="*/ 237680 w 237680"/>
                <a:gd name="connsiteY10" fmla="*/ 281084 h 281083"/>
                <a:gd name="connsiteX11" fmla="*/ 237680 w 237680"/>
                <a:gd name="connsiteY11" fmla="*/ 125409 h 281083"/>
                <a:gd name="connsiteX12" fmla="*/ 138426 w 237680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680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07" y="92815"/>
                    <a:pt x="166407" y="131229"/>
                  </a:cubicBezTo>
                  <a:lnTo>
                    <a:pt x="166407" y="281084"/>
                  </a:lnTo>
                  <a:lnTo>
                    <a:pt x="237680" y="281084"/>
                  </a:lnTo>
                  <a:lnTo>
                    <a:pt x="237680" y="125409"/>
                  </a:lnTo>
                  <a:cubicBezTo>
                    <a:pt x="237680" y="57816"/>
                    <a:pt x="213119" y="78"/>
                    <a:pt x="138426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AB332393-75D5-2B34-635D-3FEC4595E9AD}"/>
                </a:ext>
              </a:extLst>
            </p:cNvPr>
            <p:cNvSpPr/>
            <p:nvPr/>
          </p:nvSpPr>
          <p:spPr bwMode="invGray">
            <a:xfrm>
              <a:off x="7635595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E90BB917-E34B-93E4-5316-E7B28F7F3559}"/>
                </a:ext>
              </a:extLst>
            </p:cNvPr>
            <p:cNvSpPr/>
            <p:nvPr/>
          </p:nvSpPr>
          <p:spPr bwMode="invGray">
            <a:xfrm>
              <a:off x="7630931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B063723-AC7E-90AC-A757-641B9A6A9DA0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3" name="Freeform 25">
              <a:extLst>
                <a:ext uri="{FF2B5EF4-FFF2-40B4-BE49-F238E27FC236}">
                  <a16:creationId xmlns:a16="http://schemas.microsoft.com/office/drawing/2014/main" id="{9299E8BC-1288-10B7-533F-6BB47A318D82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A9AFA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30">
              <a:extLst>
                <a:ext uri="{FF2B5EF4-FFF2-40B4-BE49-F238E27FC236}">
                  <a16:creationId xmlns:a16="http://schemas.microsoft.com/office/drawing/2014/main" id="{66C24E5B-F014-057B-D162-144276FC50BF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1A9AFA"/>
                </a:gs>
                <a:gs pos="100000">
                  <a:srgbClr val="B4FF00"/>
                </a:gs>
                <a:gs pos="68000">
                  <a:srgbClr val="0DC864"/>
                </a:gs>
              </a:gsLst>
              <a:lin ang="189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36241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D7BB4A-5FCC-BE0E-4598-A4CBBA847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200" b="1" i="0" kern="1200" dirty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3C054C4-B0F1-3513-59FC-805A098DBE34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A3E19F4-4DB4-F59A-2A51-47A2D55A90E0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1A9AFA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A1F91B4-6F38-3316-FDC2-178FAFEB4F31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6EE366F-E076-BC8C-6F0B-5D240DB5F12B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9345224" y="5422966"/>
            <a:ext cx="2437200" cy="1056582"/>
            <a:chOff x="1333500" y="1365250"/>
            <a:chExt cx="7772399" cy="3369514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55E9268-824F-9A31-CC4F-9B9D30C7189A}"/>
                </a:ext>
              </a:extLst>
            </p:cNvPr>
            <p:cNvSpPr/>
            <p:nvPr/>
          </p:nvSpPr>
          <p:spPr bwMode="invGray">
            <a:xfrm>
              <a:off x="3765639" y="2990756"/>
              <a:ext cx="635704" cy="857763"/>
            </a:xfrm>
            <a:custGeom>
              <a:avLst/>
              <a:gdLst>
                <a:gd name="connsiteX0" fmla="*/ 504506 w 635704"/>
                <a:gd name="connsiteY0" fmla="*/ 268512 h 857763"/>
                <a:gd name="connsiteX1" fmla="*/ 494014 w 635704"/>
                <a:gd name="connsiteY1" fmla="*/ 205730 h 857763"/>
                <a:gd name="connsiteX2" fmla="*/ 464323 w 635704"/>
                <a:gd name="connsiteY2" fmla="*/ 159400 h 857763"/>
                <a:gd name="connsiteX3" fmla="*/ 417922 w 635704"/>
                <a:gd name="connsiteY3" fmla="*/ 130997 h 857763"/>
                <a:gd name="connsiteX4" fmla="*/ 357142 w 635704"/>
                <a:gd name="connsiteY4" fmla="*/ 121374 h 857763"/>
                <a:gd name="connsiteX5" fmla="*/ 126457 w 635704"/>
                <a:gd name="connsiteY5" fmla="*/ 121374 h 857763"/>
                <a:gd name="connsiteX6" fmla="*/ 126457 w 635704"/>
                <a:gd name="connsiteY6" fmla="*/ 416892 h 857763"/>
                <a:gd name="connsiteX7" fmla="*/ 357142 w 635704"/>
                <a:gd name="connsiteY7" fmla="*/ 416892 h 857763"/>
                <a:gd name="connsiteX8" fmla="*/ 467976 w 635704"/>
                <a:gd name="connsiteY8" fmla="*/ 377391 h 857763"/>
                <a:gd name="connsiteX9" fmla="*/ 504506 w 635704"/>
                <a:gd name="connsiteY9" fmla="*/ 268512 h 857763"/>
                <a:gd name="connsiteX10" fmla="*/ 635704 w 635704"/>
                <a:gd name="connsiteY10" fmla="*/ 268512 h 857763"/>
                <a:gd name="connsiteX11" fmla="*/ 614719 w 635704"/>
                <a:gd name="connsiteY11" fmla="*/ 385152 h 857763"/>
                <a:gd name="connsiteX12" fmla="*/ 556037 w 635704"/>
                <a:gd name="connsiteY12" fmla="*/ 469198 h 857763"/>
                <a:gd name="connsiteX13" fmla="*/ 466111 w 635704"/>
                <a:gd name="connsiteY13" fmla="*/ 520339 h 857763"/>
                <a:gd name="connsiteX14" fmla="*/ 351079 w 635704"/>
                <a:gd name="connsiteY14" fmla="*/ 537722 h 857763"/>
                <a:gd name="connsiteX15" fmla="*/ 126379 w 635704"/>
                <a:gd name="connsiteY15" fmla="*/ 537722 h 857763"/>
                <a:gd name="connsiteX16" fmla="*/ 126379 w 635704"/>
                <a:gd name="connsiteY16" fmla="*/ 857764 h 857763"/>
                <a:gd name="connsiteX17" fmla="*/ 0 w 635704"/>
                <a:gd name="connsiteY17" fmla="*/ 857764 h 857763"/>
                <a:gd name="connsiteX18" fmla="*/ 0 w 635704"/>
                <a:gd name="connsiteY18" fmla="*/ 0 h 857763"/>
                <a:gd name="connsiteX19" fmla="*/ 359474 w 635704"/>
                <a:gd name="connsiteY19" fmla="*/ 0 h 857763"/>
                <a:gd name="connsiteX20" fmla="*/ 469375 w 635704"/>
                <a:gd name="connsiteY20" fmla="*/ 17073 h 857763"/>
                <a:gd name="connsiteX21" fmla="*/ 556815 w 635704"/>
                <a:gd name="connsiteY21" fmla="*/ 67594 h 857763"/>
                <a:gd name="connsiteX22" fmla="*/ 614641 w 635704"/>
                <a:gd name="connsiteY22" fmla="*/ 151639 h 857763"/>
                <a:gd name="connsiteX23" fmla="*/ 635627 w 635704"/>
                <a:gd name="connsiteY23" fmla="*/ 268590 h 857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35704" h="857763">
                  <a:moveTo>
                    <a:pt x="504506" y="268512"/>
                  </a:moveTo>
                  <a:cubicBezTo>
                    <a:pt x="504506" y="244998"/>
                    <a:pt x="501009" y="224044"/>
                    <a:pt x="494014" y="205730"/>
                  </a:cubicBezTo>
                  <a:cubicBezTo>
                    <a:pt x="487018" y="187415"/>
                    <a:pt x="477148" y="171972"/>
                    <a:pt x="464323" y="159400"/>
                  </a:cubicBezTo>
                  <a:cubicBezTo>
                    <a:pt x="451576" y="146828"/>
                    <a:pt x="436031" y="137360"/>
                    <a:pt x="417922" y="130997"/>
                  </a:cubicBezTo>
                  <a:cubicBezTo>
                    <a:pt x="399734" y="124633"/>
                    <a:pt x="379448" y="121374"/>
                    <a:pt x="357142" y="121374"/>
                  </a:cubicBezTo>
                  <a:lnTo>
                    <a:pt x="126457" y="121374"/>
                  </a:lnTo>
                  <a:lnTo>
                    <a:pt x="126457" y="416892"/>
                  </a:lnTo>
                  <a:lnTo>
                    <a:pt x="357142" y="416892"/>
                  </a:lnTo>
                  <a:cubicBezTo>
                    <a:pt x="406652" y="416892"/>
                    <a:pt x="443571" y="403699"/>
                    <a:pt x="467976" y="377391"/>
                  </a:cubicBezTo>
                  <a:cubicBezTo>
                    <a:pt x="492304" y="351083"/>
                    <a:pt x="504506" y="314764"/>
                    <a:pt x="504506" y="268512"/>
                  </a:cubicBezTo>
                  <a:moveTo>
                    <a:pt x="635704" y="268512"/>
                  </a:moveTo>
                  <a:cubicBezTo>
                    <a:pt x="635704" y="312746"/>
                    <a:pt x="628709" y="351626"/>
                    <a:pt x="614719" y="385152"/>
                  </a:cubicBezTo>
                  <a:cubicBezTo>
                    <a:pt x="600729" y="418677"/>
                    <a:pt x="581220" y="446692"/>
                    <a:pt x="556037" y="469198"/>
                  </a:cubicBezTo>
                  <a:cubicBezTo>
                    <a:pt x="530855" y="491703"/>
                    <a:pt x="500931" y="508776"/>
                    <a:pt x="466111" y="520339"/>
                  </a:cubicBezTo>
                  <a:cubicBezTo>
                    <a:pt x="431368" y="531902"/>
                    <a:pt x="393050" y="537722"/>
                    <a:pt x="351079" y="537722"/>
                  </a:cubicBezTo>
                  <a:lnTo>
                    <a:pt x="126379" y="537722"/>
                  </a:lnTo>
                  <a:lnTo>
                    <a:pt x="126379" y="857764"/>
                  </a:lnTo>
                  <a:lnTo>
                    <a:pt x="0" y="857764"/>
                  </a:lnTo>
                  <a:lnTo>
                    <a:pt x="0" y="0"/>
                  </a:lnTo>
                  <a:lnTo>
                    <a:pt x="359474" y="0"/>
                  </a:lnTo>
                  <a:cubicBezTo>
                    <a:pt x="398957" y="0"/>
                    <a:pt x="435643" y="5665"/>
                    <a:pt x="469375" y="17073"/>
                  </a:cubicBezTo>
                  <a:cubicBezTo>
                    <a:pt x="503107" y="28481"/>
                    <a:pt x="532254" y="45321"/>
                    <a:pt x="556815" y="67594"/>
                  </a:cubicBezTo>
                  <a:cubicBezTo>
                    <a:pt x="581375" y="89944"/>
                    <a:pt x="600651" y="117959"/>
                    <a:pt x="614641" y="151639"/>
                  </a:cubicBezTo>
                  <a:cubicBezTo>
                    <a:pt x="628632" y="185320"/>
                    <a:pt x="635627" y="224277"/>
                    <a:pt x="635627" y="268590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C166A69-98C8-EC37-FAF2-57720DE0CA05}"/>
                </a:ext>
              </a:extLst>
            </p:cNvPr>
            <p:cNvSpPr/>
            <p:nvPr/>
          </p:nvSpPr>
          <p:spPr bwMode="invGray">
            <a:xfrm>
              <a:off x="4442770" y="3191752"/>
              <a:ext cx="524092" cy="670503"/>
            </a:xfrm>
            <a:custGeom>
              <a:avLst/>
              <a:gdLst>
                <a:gd name="connsiteX0" fmla="*/ 400201 w 524092"/>
                <a:gd name="connsiteY0" fmla="*/ 382125 h 670503"/>
                <a:gd name="connsiteX1" fmla="*/ 367868 w 524092"/>
                <a:gd name="connsiteY1" fmla="*/ 369243 h 670503"/>
                <a:gd name="connsiteX2" fmla="*/ 337944 w 524092"/>
                <a:gd name="connsiteY2" fmla="*/ 361482 h 670503"/>
                <a:gd name="connsiteX3" fmla="*/ 300559 w 524092"/>
                <a:gd name="connsiteY3" fmla="*/ 356128 h 670503"/>
                <a:gd name="connsiteX4" fmla="*/ 252914 w 524092"/>
                <a:gd name="connsiteY4" fmla="*/ 354032 h 670503"/>
                <a:gd name="connsiteX5" fmla="*/ 156225 w 524092"/>
                <a:gd name="connsiteY5" fmla="*/ 379719 h 670503"/>
                <a:gd name="connsiteX6" fmla="*/ 120550 w 524092"/>
                <a:gd name="connsiteY6" fmla="*/ 449719 h 670503"/>
                <a:gd name="connsiteX7" fmla="*/ 130732 w 524092"/>
                <a:gd name="connsiteY7" fmla="*/ 498454 h 670503"/>
                <a:gd name="connsiteX8" fmla="*/ 156458 w 524092"/>
                <a:gd name="connsiteY8" fmla="*/ 531048 h 670503"/>
                <a:gd name="connsiteX9" fmla="*/ 193300 w 524092"/>
                <a:gd name="connsiteY9" fmla="*/ 549906 h 670503"/>
                <a:gd name="connsiteX10" fmla="*/ 244520 w 524092"/>
                <a:gd name="connsiteY10" fmla="*/ 556192 h 670503"/>
                <a:gd name="connsiteX11" fmla="*/ 293019 w 524092"/>
                <a:gd name="connsiteY11" fmla="*/ 548975 h 670503"/>
                <a:gd name="connsiteX12" fmla="*/ 336778 w 524092"/>
                <a:gd name="connsiteY12" fmla="*/ 530117 h 670503"/>
                <a:gd name="connsiteX13" fmla="*/ 373308 w 524092"/>
                <a:gd name="connsiteY13" fmla="*/ 503809 h 670503"/>
                <a:gd name="connsiteX14" fmla="*/ 400279 w 524092"/>
                <a:gd name="connsiteY14" fmla="*/ 474164 h 670503"/>
                <a:gd name="connsiteX15" fmla="*/ 400279 w 524092"/>
                <a:gd name="connsiteY15" fmla="*/ 382047 h 670503"/>
                <a:gd name="connsiteX16" fmla="*/ 400201 w 524092"/>
                <a:gd name="connsiteY16" fmla="*/ 656690 h 670503"/>
                <a:gd name="connsiteX17" fmla="*/ 400201 w 524092"/>
                <a:gd name="connsiteY17" fmla="*/ 593287 h 670503"/>
                <a:gd name="connsiteX18" fmla="*/ 359474 w 524092"/>
                <a:gd name="connsiteY18" fmla="*/ 626502 h 670503"/>
                <a:gd name="connsiteX19" fmla="*/ 325897 w 524092"/>
                <a:gd name="connsiteY19" fmla="*/ 646291 h 670503"/>
                <a:gd name="connsiteX20" fmla="*/ 281905 w 524092"/>
                <a:gd name="connsiteY20" fmla="*/ 663054 h 670503"/>
                <a:gd name="connsiteX21" fmla="*/ 223534 w 524092"/>
                <a:gd name="connsiteY21" fmla="*/ 670504 h 670503"/>
                <a:gd name="connsiteX22" fmla="*/ 144722 w 524092"/>
                <a:gd name="connsiteY22" fmla="*/ 658863 h 670503"/>
                <a:gd name="connsiteX23" fmla="*/ 72827 w 524092"/>
                <a:gd name="connsiteY23" fmla="*/ 621225 h 670503"/>
                <a:gd name="connsiteX24" fmla="*/ 20364 w 524092"/>
                <a:gd name="connsiteY24" fmla="*/ 553942 h 670503"/>
                <a:gd name="connsiteX25" fmla="*/ 0 w 524092"/>
                <a:gd name="connsiteY25" fmla="*/ 453444 h 670503"/>
                <a:gd name="connsiteX26" fmla="*/ 19431 w 524092"/>
                <a:gd name="connsiteY26" fmla="*/ 360473 h 670503"/>
                <a:gd name="connsiteX27" fmla="*/ 73371 w 524092"/>
                <a:gd name="connsiteY27" fmla="*/ 295596 h 670503"/>
                <a:gd name="connsiteX28" fmla="*/ 154826 w 524092"/>
                <a:gd name="connsiteY28" fmla="*/ 257570 h 670503"/>
                <a:gd name="connsiteX29" fmla="*/ 256334 w 524092"/>
                <a:gd name="connsiteY29" fmla="*/ 245308 h 670503"/>
                <a:gd name="connsiteX30" fmla="*/ 341986 w 524092"/>
                <a:gd name="connsiteY30" fmla="*/ 252215 h 670503"/>
                <a:gd name="connsiteX31" fmla="*/ 400123 w 524092"/>
                <a:gd name="connsiteY31" fmla="*/ 269831 h 670503"/>
                <a:gd name="connsiteX32" fmla="*/ 400123 w 524092"/>
                <a:gd name="connsiteY32" fmla="*/ 221949 h 670503"/>
                <a:gd name="connsiteX33" fmla="*/ 368956 w 524092"/>
                <a:gd name="connsiteY33" fmla="*/ 141240 h 670503"/>
                <a:gd name="connsiteX34" fmla="*/ 278485 w 524092"/>
                <a:gd name="connsiteY34" fmla="*/ 113148 h 670503"/>
                <a:gd name="connsiteX35" fmla="*/ 188636 w 524092"/>
                <a:gd name="connsiteY35" fmla="*/ 122693 h 670503"/>
                <a:gd name="connsiteX36" fmla="*/ 110757 w 524092"/>
                <a:gd name="connsiteY36" fmla="*/ 153192 h 670503"/>
                <a:gd name="connsiteX37" fmla="*/ 61635 w 524092"/>
                <a:gd name="connsiteY37" fmla="*/ 58048 h 670503"/>
                <a:gd name="connsiteX38" fmla="*/ 160733 w 524092"/>
                <a:gd name="connsiteY38" fmla="*/ 14667 h 670503"/>
                <a:gd name="connsiteX39" fmla="*/ 282060 w 524092"/>
                <a:gd name="connsiteY39" fmla="*/ 0 h 670503"/>
                <a:gd name="connsiteX40" fmla="*/ 380614 w 524092"/>
                <a:gd name="connsiteY40" fmla="*/ 13193 h 670503"/>
                <a:gd name="connsiteX41" fmla="*/ 457017 w 524092"/>
                <a:gd name="connsiteY41" fmla="*/ 53314 h 670503"/>
                <a:gd name="connsiteX42" fmla="*/ 506450 w 524092"/>
                <a:gd name="connsiteY42" fmla="*/ 120908 h 670503"/>
                <a:gd name="connsiteX43" fmla="*/ 524093 w 524092"/>
                <a:gd name="connsiteY43" fmla="*/ 216051 h 670503"/>
                <a:gd name="connsiteX44" fmla="*/ 524093 w 524092"/>
                <a:gd name="connsiteY44" fmla="*/ 656923 h 670503"/>
                <a:gd name="connsiteX45" fmla="*/ 400123 w 524092"/>
                <a:gd name="connsiteY45" fmla="*/ 65692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24092" h="670503">
                  <a:moveTo>
                    <a:pt x="400201" y="382125"/>
                  </a:moveTo>
                  <a:cubicBezTo>
                    <a:pt x="388231" y="376538"/>
                    <a:pt x="377428" y="372269"/>
                    <a:pt x="367868" y="369243"/>
                  </a:cubicBezTo>
                  <a:cubicBezTo>
                    <a:pt x="358308" y="366216"/>
                    <a:pt x="348359" y="363655"/>
                    <a:pt x="337944" y="361482"/>
                  </a:cubicBezTo>
                  <a:cubicBezTo>
                    <a:pt x="327607" y="359309"/>
                    <a:pt x="315093" y="357524"/>
                    <a:pt x="300559" y="356128"/>
                  </a:cubicBezTo>
                  <a:cubicBezTo>
                    <a:pt x="285946" y="354731"/>
                    <a:pt x="270091" y="354032"/>
                    <a:pt x="252914" y="354032"/>
                  </a:cubicBezTo>
                  <a:cubicBezTo>
                    <a:pt x="212186" y="354032"/>
                    <a:pt x="179931" y="362646"/>
                    <a:pt x="156225" y="379719"/>
                  </a:cubicBezTo>
                  <a:cubicBezTo>
                    <a:pt x="132442" y="396870"/>
                    <a:pt x="120550" y="420229"/>
                    <a:pt x="120550" y="449719"/>
                  </a:cubicBezTo>
                  <a:cubicBezTo>
                    <a:pt x="120550" y="468809"/>
                    <a:pt x="123892" y="485106"/>
                    <a:pt x="130732" y="498454"/>
                  </a:cubicBezTo>
                  <a:cubicBezTo>
                    <a:pt x="137494" y="511802"/>
                    <a:pt x="146121" y="522667"/>
                    <a:pt x="156458" y="531048"/>
                  </a:cubicBezTo>
                  <a:cubicBezTo>
                    <a:pt x="166796" y="539430"/>
                    <a:pt x="179154" y="545716"/>
                    <a:pt x="193300" y="549906"/>
                  </a:cubicBezTo>
                  <a:cubicBezTo>
                    <a:pt x="207523" y="554097"/>
                    <a:pt x="224545" y="556192"/>
                    <a:pt x="244520" y="556192"/>
                  </a:cubicBezTo>
                  <a:cubicBezTo>
                    <a:pt x="261308" y="556192"/>
                    <a:pt x="277475" y="553787"/>
                    <a:pt x="293019" y="548975"/>
                  </a:cubicBezTo>
                  <a:cubicBezTo>
                    <a:pt x="308642" y="544164"/>
                    <a:pt x="323176" y="537955"/>
                    <a:pt x="336778" y="530117"/>
                  </a:cubicBezTo>
                  <a:cubicBezTo>
                    <a:pt x="350380" y="522357"/>
                    <a:pt x="362505" y="513587"/>
                    <a:pt x="373308" y="503809"/>
                  </a:cubicBezTo>
                  <a:cubicBezTo>
                    <a:pt x="384112" y="494031"/>
                    <a:pt x="393050" y="484175"/>
                    <a:pt x="400279" y="474164"/>
                  </a:cubicBezTo>
                  <a:lnTo>
                    <a:pt x="400279" y="382047"/>
                  </a:lnTo>
                  <a:close/>
                  <a:moveTo>
                    <a:pt x="400201" y="656690"/>
                  </a:moveTo>
                  <a:lnTo>
                    <a:pt x="400201" y="593287"/>
                  </a:lnTo>
                  <a:cubicBezTo>
                    <a:pt x="383801" y="608498"/>
                    <a:pt x="370277" y="619518"/>
                    <a:pt x="359474" y="626502"/>
                  </a:cubicBezTo>
                  <a:cubicBezTo>
                    <a:pt x="348670" y="633486"/>
                    <a:pt x="337555" y="640083"/>
                    <a:pt x="325897" y="646291"/>
                  </a:cubicBezTo>
                  <a:cubicBezTo>
                    <a:pt x="314316" y="652422"/>
                    <a:pt x="299626" y="658009"/>
                    <a:pt x="281905" y="663054"/>
                  </a:cubicBezTo>
                  <a:cubicBezTo>
                    <a:pt x="264106" y="668021"/>
                    <a:pt x="244675" y="670504"/>
                    <a:pt x="223534" y="670504"/>
                  </a:cubicBezTo>
                  <a:cubicBezTo>
                    <a:pt x="197574" y="670504"/>
                    <a:pt x="171304" y="666624"/>
                    <a:pt x="144722" y="658863"/>
                  </a:cubicBezTo>
                  <a:cubicBezTo>
                    <a:pt x="118140" y="651103"/>
                    <a:pt x="94201" y="638531"/>
                    <a:pt x="72827" y="621225"/>
                  </a:cubicBezTo>
                  <a:cubicBezTo>
                    <a:pt x="51453" y="603842"/>
                    <a:pt x="33965" y="581414"/>
                    <a:pt x="20364" y="553942"/>
                  </a:cubicBezTo>
                  <a:cubicBezTo>
                    <a:pt x="6762" y="526470"/>
                    <a:pt x="0" y="492945"/>
                    <a:pt x="0" y="453444"/>
                  </a:cubicBezTo>
                  <a:cubicBezTo>
                    <a:pt x="0" y="417591"/>
                    <a:pt x="6451" y="386549"/>
                    <a:pt x="19431" y="360473"/>
                  </a:cubicBezTo>
                  <a:cubicBezTo>
                    <a:pt x="32411" y="334321"/>
                    <a:pt x="50365" y="312747"/>
                    <a:pt x="73371" y="295596"/>
                  </a:cubicBezTo>
                  <a:cubicBezTo>
                    <a:pt x="96378" y="278445"/>
                    <a:pt x="123503" y="265796"/>
                    <a:pt x="154826" y="257570"/>
                  </a:cubicBezTo>
                  <a:cubicBezTo>
                    <a:pt x="186149" y="249421"/>
                    <a:pt x="220037" y="245308"/>
                    <a:pt x="256334" y="245308"/>
                  </a:cubicBezTo>
                  <a:cubicBezTo>
                    <a:pt x="290299" y="245308"/>
                    <a:pt x="318824" y="247636"/>
                    <a:pt x="341986" y="252215"/>
                  </a:cubicBezTo>
                  <a:cubicBezTo>
                    <a:pt x="365147" y="256794"/>
                    <a:pt x="384501" y="262692"/>
                    <a:pt x="400123" y="269831"/>
                  </a:cubicBezTo>
                  <a:lnTo>
                    <a:pt x="400123" y="221949"/>
                  </a:lnTo>
                  <a:cubicBezTo>
                    <a:pt x="400123" y="186872"/>
                    <a:pt x="389786" y="159943"/>
                    <a:pt x="368956" y="141240"/>
                  </a:cubicBezTo>
                  <a:cubicBezTo>
                    <a:pt x="348203" y="122538"/>
                    <a:pt x="317969" y="113148"/>
                    <a:pt x="278485" y="113148"/>
                  </a:cubicBezTo>
                  <a:cubicBezTo>
                    <a:pt x="245297" y="113148"/>
                    <a:pt x="215373" y="116329"/>
                    <a:pt x="188636" y="122693"/>
                  </a:cubicBezTo>
                  <a:cubicBezTo>
                    <a:pt x="161899" y="129057"/>
                    <a:pt x="135939" y="139223"/>
                    <a:pt x="110757" y="153192"/>
                  </a:cubicBezTo>
                  <a:lnTo>
                    <a:pt x="61635" y="58048"/>
                  </a:lnTo>
                  <a:cubicBezTo>
                    <a:pt x="92414" y="38880"/>
                    <a:pt x="125446" y="24445"/>
                    <a:pt x="160733" y="14667"/>
                  </a:cubicBezTo>
                  <a:cubicBezTo>
                    <a:pt x="196098" y="4889"/>
                    <a:pt x="236514" y="0"/>
                    <a:pt x="282060" y="0"/>
                  </a:cubicBezTo>
                  <a:cubicBezTo>
                    <a:pt x="317969" y="0"/>
                    <a:pt x="350846" y="4423"/>
                    <a:pt x="380614" y="13193"/>
                  </a:cubicBezTo>
                  <a:cubicBezTo>
                    <a:pt x="410383" y="21962"/>
                    <a:pt x="435798" y="35310"/>
                    <a:pt x="457017" y="53314"/>
                  </a:cubicBezTo>
                  <a:cubicBezTo>
                    <a:pt x="478158" y="71241"/>
                    <a:pt x="494635" y="93746"/>
                    <a:pt x="506450" y="120908"/>
                  </a:cubicBezTo>
                  <a:cubicBezTo>
                    <a:pt x="518264" y="148070"/>
                    <a:pt x="524093" y="179732"/>
                    <a:pt x="524093" y="216051"/>
                  </a:cubicBezTo>
                  <a:lnTo>
                    <a:pt x="524093" y="656923"/>
                  </a:lnTo>
                  <a:lnTo>
                    <a:pt x="400123" y="656923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CAD704D-C66C-9C7A-34FA-51E1DB6573AB}"/>
                </a:ext>
              </a:extLst>
            </p:cNvPr>
            <p:cNvSpPr/>
            <p:nvPr/>
          </p:nvSpPr>
          <p:spPr bwMode="invGray">
            <a:xfrm>
              <a:off x="5089745" y="3191596"/>
              <a:ext cx="382790" cy="656767"/>
            </a:xfrm>
            <a:custGeom>
              <a:avLst/>
              <a:gdLst>
                <a:gd name="connsiteX0" fmla="*/ 349369 w 382790"/>
                <a:gd name="connsiteY0" fmla="*/ 147216 h 656767"/>
                <a:gd name="connsiteX1" fmla="*/ 306543 w 382790"/>
                <a:gd name="connsiteY1" fmla="*/ 129833 h 656767"/>
                <a:gd name="connsiteX2" fmla="*/ 252914 w 382790"/>
                <a:gd name="connsiteY2" fmla="*/ 123857 h 656767"/>
                <a:gd name="connsiteX3" fmla="*/ 159412 w 382790"/>
                <a:gd name="connsiteY3" fmla="*/ 165375 h 656767"/>
                <a:gd name="connsiteX4" fmla="*/ 126457 w 382790"/>
                <a:gd name="connsiteY4" fmla="*/ 289465 h 656767"/>
                <a:gd name="connsiteX5" fmla="*/ 126457 w 382790"/>
                <a:gd name="connsiteY5" fmla="*/ 656768 h 656767"/>
                <a:gd name="connsiteX6" fmla="*/ 0 w 382790"/>
                <a:gd name="connsiteY6" fmla="*/ 656768 h 656767"/>
                <a:gd name="connsiteX7" fmla="*/ 0 w 382790"/>
                <a:gd name="connsiteY7" fmla="*/ 13736 h 656767"/>
                <a:gd name="connsiteX8" fmla="*/ 126457 w 382790"/>
                <a:gd name="connsiteY8" fmla="*/ 13736 h 656767"/>
                <a:gd name="connsiteX9" fmla="*/ 126457 w 382790"/>
                <a:gd name="connsiteY9" fmla="*/ 74733 h 656767"/>
                <a:gd name="connsiteX10" fmla="*/ 152805 w 382790"/>
                <a:gd name="connsiteY10" fmla="*/ 45088 h 656767"/>
                <a:gd name="connsiteX11" fmla="*/ 187237 w 382790"/>
                <a:gd name="connsiteY11" fmla="*/ 21497 h 656767"/>
                <a:gd name="connsiteX12" fmla="*/ 227654 w 382790"/>
                <a:gd name="connsiteY12" fmla="*/ 5665 h 656767"/>
                <a:gd name="connsiteX13" fmla="*/ 273200 w 382790"/>
                <a:gd name="connsiteY13" fmla="*/ 0 h 656767"/>
                <a:gd name="connsiteX14" fmla="*/ 337866 w 382790"/>
                <a:gd name="connsiteY14" fmla="*/ 7217 h 656767"/>
                <a:gd name="connsiteX15" fmla="*/ 382791 w 382790"/>
                <a:gd name="connsiteY15" fmla="*/ 26929 h 656767"/>
                <a:gd name="connsiteX16" fmla="*/ 349214 w 382790"/>
                <a:gd name="connsiteY16" fmla="*/ 147138 h 65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2790" h="656767">
                  <a:moveTo>
                    <a:pt x="349369" y="147216"/>
                  </a:moveTo>
                  <a:cubicBezTo>
                    <a:pt x="335768" y="139611"/>
                    <a:pt x="321467" y="133868"/>
                    <a:pt x="306543" y="129833"/>
                  </a:cubicBezTo>
                  <a:cubicBezTo>
                    <a:pt x="291543" y="125875"/>
                    <a:pt x="273666" y="123857"/>
                    <a:pt x="252914" y="123857"/>
                  </a:cubicBezTo>
                  <a:cubicBezTo>
                    <a:pt x="212575" y="123857"/>
                    <a:pt x="181408" y="137671"/>
                    <a:pt x="159412" y="165375"/>
                  </a:cubicBezTo>
                  <a:cubicBezTo>
                    <a:pt x="137416" y="193158"/>
                    <a:pt x="126457" y="234443"/>
                    <a:pt x="126457" y="289465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3608" y="63946"/>
                    <a:pt x="142390" y="54090"/>
                    <a:pt x="152805" y="45088"/>
                  </a:cubicBezTo>
                  <a:cubicBezTo>
                    <a:pt x="163220" y="36164"/>
                    <a:pt x="174646" y="28248"/>
                    <a:pt x="187237" y="21497"/>
                  </a:cubicBezTo>
                  <a:cubicBezTo>
                    <a:pt x="199828" y="14745"/>
                    <a:pt x="213275" y="9468"/>
                    <a:pt x="227654" y="5665"/>
                  </a:cubicBezTo>
                  <a:cubicBezTo>
                    <a:pt x="242032" y="1863"/>
                    <a:pt x="257189" y="0"/>
                    <a:pt x="273200" y="0"/>
                  </a:cubicBezTo>
                  <a:cubicBezTo>
                    <a:pt x="299160" y="0"/>
                    <a:pt x="320689" y="2406"/>
                    <a:pt x="337866" y="7217"/>
                  </a:cubicBezTo>
                  <a:cubicBezTo>
                    <a:pt x="355043" y="12029"/>
                    <a:pt x="370044" y="18547"/>
                    <a:pt x="382791" y="26929"/>
                  </a:cubicBezTo>
                  <a:lnTo>
                    <a:pt x="349214" y="147138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9C2F32A5-75B1-CAF5-F2FD-9869E9E1EF1A}"/>
                </a:ext>
              </a:extLst>
            </p:cNvPr>
            <p:cNvSpPr/>
            <p:nvPr/>
          </p:nvSpPr>
          <p:spPr bwMode="invGray">
            <a:xfrm>
              <a:off x="5546296" y="2955446"/>
              <a:ext cx="375018" cy="906809"/>
            </a:xfrm>
            <a:custGeom>
              <a:avLst/>
              <a:gdLst>
                <a:gd name="connsiteX0" fmla="*/ 360639 w 375018"/>
                <a:gd name="connsiteY0" fmla="*/ 876854 h 906809"/>
                <a:gd name="connsiteX1" fmla="*/ 305844 w 375018"/>
                <a:gd name="connsiteY1" fmla="*/ 898428 h 906809"/>
                <a:gd name="connsiteX2" fmla="*/ 236669 w 375018"/>
                <a:gd name="connsiteY2" fmla="*/ 906810 h 906809"/>
                <a:gd name="connsiteX3" fmla="*/ 178843 w 375018"/>
                <a:gd name="connsiteY3" fmla="*/ 897575 h 906809"/>
                <a:gd name="connsiteX4" fmla="*/ 133608 w 375018"/>
                <a:gd name="connsiteY4" fmla="*/ 868240 h 906809"/>
                <a:gd name="connsiteX5" fmla="*/ 102440 w 375018"/>
                <a:gd name="connsiteY5" fmla="*/ 815625 h 906809"/>
                <a:gd name="connsiteX6" fmla="*/ 91636 w 375018"/>
                <a:gd name="connsiteY6" fmla="*/ 736390 h 906809"/>
                <a:gd name="connsiteX7" fmla="*/ 91636 w 375018"/>
                <a:gd name="connsiteY7" fmla="*/ 364897 h 906809"/>
                <a:gd name="connsiteX8" fmla="*/ 0 w 375018"/>
                <a:gd name="connsiteY8" fmla="*/ 364897 h 906809"/>
                <a:gd name="connsiteX9" fmla="*/ 0 w 375018"/>
                <a:gd name="connsiteY9" fmla="*/ 250042 h 906809"/>
                <a:gd name="connsiteX10" fmla="*/ 91636 w 375018"/>
                <a:gd name="connsiteY10" fmla="*/ 250042 h 906809"/>
                <a:gd name="connsiteX11" fmla="*/ 91636 w 375018"/>
                <a:gd name="connsiteY11" fmla="*/ 66430 h 906809"/>
                <a:gd name="connsiteX12" fmla="*/ 215606 w 375018"/>
                <a:gd name="connsiteY12" fmla="*/ 0 h 906809"/>
                <a:gd name="connsiteX13" fmla="*/ 215606 w 375018"/>
                <a:gd name="connsiteY13" fmla="*/ 250042 h 906809"/>
                <a:gd name="connsiteX14" fmla="*/ 375018 w 375018"/>
                <a:gd name="connsiteY14" fmla="*/ 250042 h 906809"/>
                <a:gd name="connsiteX15" fmla="*/ 375018 w 375018"/>
                <a:gd name="connsiteY15" fmla="*/ 364897 h 906809"/>
                <a:gd name="connsiteX16" fmla="*/ 215606 w 375018"/>
                <a:gd name="connsiteY16" fmla="*/ 364897 h 906809"/>
                <a:gd name="connsiteX17" fmla="*/ 215606 w 375018"/>
                <a:gd name="connsiteY17" fmla="*/ 714195 h 906809"/>
                <a:gd name="connsiteX18" fmla="*/ 219493 w 375018"/>
                <a:gd name="connsiteY18" fmla="*/ 751601 h 906809"/>
                <a:gd name="connsiteX19" fmla="*/ 231462 w 375018"/>
                <a:gd name="connsiteY19" fmla="*/ 775192 h 906809"/>
                <a:gd name="connsiteX20" fmla="*/ 252137 w 375018"/>
                <a:gd name="connsiteY20" fmla="*/ 787764 h 906809"/>
                <a:gd name="connsiteX21" fmla="*/ 282060 w 375018"/>
                <a:gd name="connsiteY21" fmla="*/ 791412 h 906809"/>
                <a:gd name="connsiteX22" fmla="*/ 332115 w 375018"/>
                <a:gd name="connsiteY22" fmla="*/ 783651 h 906809"/>
                <a:gd name="connsiteX23" fmla="*/ 374941 w 375018"/>
                <a:gd name="connsiteY23" fmla="*/ 765725 h 906809"/>
                <a:gd name="connsiteX24" fmla="*/ 360561 w 375018"/>
                <a:gd name="connsiteY24" fmla="*/ 877010 h 90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5018" h="906809">
                  <a:moveTo>
                    <a:pt x="360639" y="876854"/>
                  </a:moveTo>
                  <a:cubicBezTo>
                    <a:pt x="345094" y="885624"/>
                    <a:pt x="326752" y="892841"/>
                    <a:pt x="305844" y="898428"/>
                  </a:cubicBezTo>
                  <a:cubicBezTo>
                    <a:pt x="284858" y="904016"/>
                    <a:pt x="261774" y="906810"/>
                    <a:pt x="236669" y="906810"/>
                  </a:cubicBezTo>
                  <a:cubicBezTo>
                    <a:pt x="214674" y="906810"/>
                    <a:pt x="195398" y="903706"/>
                    <a:pt x="178843" y="897575"/>
                  </a:cubicBezTo>
                  <a:cubicBezTo>
                    <a:pt x="162288" y="891366"/>
                    <a:pt x="147209" y="881588"/>
                    <a:pt x="133608" y="868240"/>
                  </a:cubicBezTo>
                  <a:cubicBezTo>
                    <a:pt x="120006" y="854892"/>
                    <a:pt x="109668" y="837354"/>
                    <a:pt x="102440" y="815625"/>
                  </a:cubicBezTo>
                  <a:cubicBezTo>
                    <a:pt x="95212" y="793895"/>
                    <a:pt x="91636" y="767432"/>
                    <a:pt x="91636" y="736390"/>
                  </a:cubicBezTo>
                  <a:lnTo>
                    <a:pt x="91636" y="364897"/>
                  </a:lnTo>
                  <a:lnTo>
                    <a:pt x="0" y="364897"/>
                  </a:lnTo>
                  <a:lnTo>
                    <a:pt x="0" y="250042"/>
                  </a:lnTo>
                  <a:lnTo>
                    <a:pt x="91636" y="250042"/>
                  </a:lnTo>
                  <a:lnTo>
                    <a:pt x="91636" y="66430"/>
                  </a:lnTo>
                  <a:lnTo>
                    <a:pt x="215606" y="0"/>
                  </a:lnTo>
                  <a:lnTo>
                    <a:pt x="215606" y="250042"/>
                  </a:lnTo>
                  <a:lnTo>
                    <a:pt x="375018" y="250042"/>
                  </a:lnTo>
                  <a:lnTo>
                    <a:pt x="375018" y="364897"/>
                  </a:lnTo>
                  <a:lnTo>
                    <a:pt x="215606" y="364897"/>
                  </a:lnTo>
                  <a:lnTo>
                    <a:pt x="215606" y="714195"/>
                  </a:lnTo>
                  <a:cubicBezTo>
                    <a:pt x="215606" y="729328"/>
                    <a:pt x="216927" y="741822"/>
                    <a:pt x="219493" y="751601"/>
                  </a:cubicBezTo>
                  <a:cubicBezTo>
                    <a:pt x="222058" y="761379"/>
                    <a:pt x="226099" y="769217"/>
                    <a:pt x="231462" y="775192"/>
                  </a:cubicBezTo>
                  <a:cubicBezTo>
                    <a:pt x="236825" y="781168"/>
                    <a:pt x="243742" y="785359"/>
                    <a:pt x="252137" y="787764"/>
                  </a:cubicBezTo>
                  <a:cubicBezTo>
                    <a:pt x="260531" y="790170"/>
                    <a:pt x="270479" y="791412"/>
                    <a:pt x="282060" y="791412"/>
                  </a:cubicBezTo>
                  <a:cubicBezTo>
                    <a:pt x="298460" y="791412"/>
                    <a:pt x="315093" y="788851"/>
                    <a:pt x="332115" y="783651"/>
                  </a:cubicBezTo>
                  <a:cubicBezTo>
                    <a:pt x="349058" y="778452"/>
                    <a:pt x="363360" y="772476"/>
                    <a:pt x="374941" y="765725"/>
                  </a:cubicBezTo>
                  <a:lnTo>
                    <a:pt x="360561" y="877010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1354FC2-6B3B-8E88-7531-C88FCE953AB5}"/>
                </a:ext>
              </a:extLst>
            </p:cNvPr>
            <p:cNvSpPr/>
            <p:nvPr/>
          </p:nvSpPr>
          <p:spPr bwMode="invGray">
            <a:xfrm>
              <a:off x="6038988" y="2955368"/>
              <a:ext cx="517642" cy="893073"/>
            </a:xfrm>
            <a:custGeom>
              <a:avLst/>
              <a:gdLst>
                <a:gd name="connsiteX0" fmla="*/ 391185 w 517642"/>
                <a:gd name="connsiteY0" fmla="*/ 893074 h 893073"/>
                <a:gd name="connsiteX1" fmla="*/ 391185 w 517642"/>
                <a:gd name="connsiteY1" fmla="*/ 529419 h 893073"/>
                <a:gd name="connsiteX2" fmla="*/ 359396 w 517642"/>
                <a:gd name="connsiteY2" fmla="*/ 396637 h 893073"/>
                <a:gd name="connsiteX3" fmla="*/ 258744 w 517642"/>
                <a:gd name="connsiteY3" fmla="*/ 352946 h 893073"/>
                <a:gd name="connsiteX4" fmla="*/ 204492 w 517642"/>
                <a:gd name="connsiteY4" fmla="*/ 362491 h 893073"/>
                <a:gd name="connsiteX5" fmla="*/ 161977 w 517642"/>
                <a:gd name="connsiteY5" fmla="*/ 394154 h 893073"/>
                <a:gd name="connsiteX6" fmla="*/ 135318 w 517642"/>
                <a:gd name="connsiteY6" fmla="*/ 446227 h 893073"/>
                <a:gd name="connsiteX7" fmla="*/ 126379 w 517642"/>
                <a:gd name="connsiteY7" fmla="*/ 516847 h 893073"/>
                <a:gd name="connsiteX8" fmla="*/ 126379 w 517642"/>
                <a:gd name="connsiteY8" fmla="*/ 893074 h 893073"/>
                <a:gd name="connsiteX9" fmla="*/ 0 w 517642"/>
                <a:gd name="connsiteY9" fmla="*/ 893074 h 893073"/>
                <a:gd name="connsiteX10" fmla="*/ 0 w 517642"/>
                <a:gd name="connsiteY10" fmla="*/ 66430 h 893073"/>
                <a:gd name="connsiteX11" fmla="*/ 126379 w 517642"/>
                <a:gd name="connsiteY11" fmla="*/ 0 h 893073"/>
                <a:gd name="connsiteX12" fmla="*/ 126379 w 517642"/>
                <a:gd name="connsiteY12" fmla="*/ 311039 h 893073"/>
                <a:gd name="connsiteX13" fmla="*/ 155759 w 517642"/>
                <a:gd name="connsiteY13" fmla="*/ 279687 h 893073"/>
                <a:gd name="connsiteX14" fmla="*/ 194155 w 517642"/>
                <a:gd name="connsiteY14" fmla="*/ 256095 h 893073"/>
                <a:gd name="connsiteX15" fmla="*/ 239079 w 517642"/>
                <a:gd name="connsiteY15" fmla="*/ 241428 h 893073"/>
                <a:gd name="connsiteX16" fmla="*/ 288201 w 517642"/>
                <a:gd name="connsiteY16" fmla="*/ 236306 h 893073"/>
                <a:gd name="connsiteX17" fmla="*/ 388853 w 517642"/>
                <a:gd name="connsiteY17" fmla="*/ 254854 h 893073"/>
                <a:gd name="connsiteX18" fmla="*/ 460437 w 517642"/>
                <a:gd name="connsiteY18" fmla="*/ 309565 h 893073"/>
                <a:gd name="connsiteX19" fmla="*/ 503574 w 517642"/>
                <a:gd name="connsiteY19" fmla="*/ 401682 h 893073"/>
                <a:gd name="connsiteX20" fmla="*/ 517642 w 517642"/>
                <a:gd name="connsiteY20" fmla="*/ 524607 h 893073"/>
                <a:gd name="connsiteX21" fmla="*/ 517642 w 517642"/>
                <a:gd name="connsiteY21" fmla="*/ 893074 h 893073"/>
                <a:gd name="connsiteX22" fmla="*/ 391263 w 517642"/>
                <a:gd name="connsiteY22" fmla="*/ 893074 h 893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2" h="893073">
                  <a:moveTo>
                    <a:pt x="391185" y="893074"/>
                  </a:moveTo>
                  <a:lnTo>
                    <a:pt x="391185" y="529419"/>
                  </a:lnTo>
                  <a:cubicBezTo>
                    <a:pt x="391185" y="469974"/>
                    <a:pt x="380615" y="425739"/>
                    <a:pt x="359396" y="396637"/>
                  </a:cubicBezTo>
                  <a:cubicBezTo>
                    <a:pt x="338255" y="367535"/>
                    <a:pt x="304678" y="352946"/>
                    <a:pt x="258744" y="352946"/>
                  </a:cubicBezTo>
                  <a:cubicBezTo>
                    <a:pt x="239157" y="352946"/>
                    <a:pt x="221125" y="356128"/>
                    <a:pt x="204492" y="362491"/>
                  </a:cubicBezTo>
                  <a:cubicBezTo>
                    <a:pt x="187937" y="368855"/>
                    <a:pt x="173713" y="379409"/>
                    <a:pt x="161977" y="394154"/>
                  </a:cubicBezTo>
                  <a:cubicBezTo>
                    <a:pt x="150163" y="408899"/>
                    <a:pt x="141303" y="426282"/>
                    <a:pt x="135318" y="446227"/>
                  </a:cubicBezTo>
                  <a:cubicBezTo>
                    <a:pt x="129333" y="466171"/>
                    <a:pt x="126379" y="489685"/>
                    <a:pt x="126379" y="516847"/>
                  </a:cubicBezTo>
                  <a:lnTo>
                    <a:pt x="126379" y="893074"/>
                  </a:lnTo>
                  <a:lnTo>
                    <a:pt x="0" y="893074"/>
                  </a:lnTo>
                  <a:lnTo>
                    <a:pt x="0" y="66430"/>
                  </a:lnTo>
                  <a:lnTo>
                    <a:pt x="126379" y="0"/>
                  </a:lnTo>
                  <a:lnTo>
                    <a:pt x="126379" y="311039"/>
                  </a:lnTo>
                  <a:cubicBezTo>
                    <a:pt x="134385" y="299476"/>
                    <a:pt x="144178" y="289000"/>
                    <a:pt x="155759" y="279687"/>
                  </a:cubicBezTo>
                  <a:cubicBezTo>
                    <a:pt x="167340" y="270297"/>
                    <a:pt x="180087" y="262459"/>
                    <a:pt x="194155" y="256095"/>
                  </a:cubicBezTo>
                  <a:cubicBezTo>
                    <a:pt x="208067" y="249732"/>
                    <a:pt x="223068" y="244843"/>
                    <a:pt x="239079" y="241428"/>
                  </a:cubicBezTo>
                  <a:cubicBezTo>
                    <a:pt x="255012" y="238013"/>
                    <a:pt x="271413" y="236306"/>
                    <a:pt x="288201" y="236306"/>
                  </a:cubicBezTo>
                  <a:cubicBezTo>
                    <a:pt x="326907" y="236306"/>
                    <a:pt x="360484" y="242514"/>
                    <a:pt x="388853" y="254854"/>
                  </a:cubicBezTo>
                  <a:cubicBezTo>
                    <a:pt x="417223" y="267193"/>
                    <a:pt x="441084" y="285430"/>
                    <a:pt x="460437" y="309565"/>
                  </a:cubicBezTo>
                  <a:cubicBezTo>
                    <a:pt x="479791" y="333700"/>
                    <a:pt x="494169" y="364431"/>
                    <a:pt x="503574" y="401682"/>
                  </a:cubicBezTo>
                  <a:cubicBezTo>
                    <a:pt x="512978" y="439009"/>
                    <a:pt x="517642" y="479985"/>
                    <a:pt x="517642" y="524607"/>
                  </a:cubicBezTo>
                  <a:lnTo>
                    <a:pt x="517642" y="893074"/>
                  </a:lnTo>
                  <a:lnTo>
                    <a:pt x="391263" y="893074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88AE8B7-7213-E563-C121-09AD35595A38}"/>
                </a:ext>
              </a:extLst>
            </p:cNvPr>
            <p:cNvSpPr/>
            <p:nvPr/>
          </p:nvSpPr>
          <p:spPr bwMode="invGray">
            <a:xfrm>
              <a:off x="6650598" y="3191674"/>
              <a:ext cx="553550" cy="670581"/>
            </a:xfrm>
            <a:custGeom>
              <a:avLst/>
              <a:gdLst>
                <a:gd name="connsiteX0" fmla="*/ 425850 w 553550"/>
                <a:gd name="connsiteY0" fmla="*/ 275729 h 670581"/>
                <a:gd name="connsiteX1" fmla="*/ 414192 w 553550"/>
                <a:gd name="connsiteY1" fmla="*/ 213568 h 670581"/>
                <a:gd name="connsiteX2" fmla="*/ 386600 w 553550"/>
                <a:gd name="connsiteY2" fmla="*/ 162116 h 670581"/>
                <a:gd name="connsiteX3" fmla="*/ 340509 w 553550"/>
                <a:gd name="connsiteY3" fmla="*/ 127116 h 670581"/>
                <a:gd name="connsiteX4" fmla="*/ 273666 w 553550"/>
                <a:gd name="connsiteY4" fmla="*/ 114234 h 670581"/>
                <a:gd name="connsiteX5" fmla="*/ 214907 w 553550"/>
                <a:gd name="connsiteY5" fmla="*/ 125331 h 670581"/>
                <a:gd name="connsiteX6" fmla="*/ 171770 w 553550"/>
                <a:gd name="connsiteY6" fmla="*/ 156761 h 670581"/>
                <a:gd name="connsiteX7" fmla="*/ 142080 w 553550"/>
                <a:gd name="connsiteY7" fmla="*/ 206739 h 670581"/>
                <a:gd name="connsiteX8" fmla="*/ 126224 w 553550"/>
                <a:gd name="connsiteY8" fmla="*/ 275807 h 670581"/>
                <a:gd name="connsiteX9" fmla="*/ 425772 w 553550"/>
                <a:gd name="connsiteY9" fmla="*/ 275807 h 670581"/>
                <a:gd name="connsiteX10" fmla="*/ 553473 w 553550"/>
                <a:gd name="connsiteY10" fmla="*/ 322447 h 670581"/>
                <a:gd name="connsiteX11" fmla="*/ 552229 w 553550"/>
                <a:gd name="connsiteY11" fmla="*/ 354731 h 670581"/>
                <a:gd name="connsiteX12" fmla="*/ 549820 w 553550"/>
                <a:gd name="connsiteY12" fmla="*/ 379797 h 670581"/>
                <a:gd name="connsiteX13" fmla="*/ 123892 w 553550"/>
                <a:gd name="connsiteY13" fmla="*/ 379797 h 670581"/>
                <a:gd name="connsiteX14" fmla="*/ 144256 w 553550"/>
                <a:gd name="connsiteY14" fmla="*/ 459652 h 670581"/>
                <a:gd name="connsiteX15" fmla="*/ 180786 w 553550"/>
                <a:gd name="connsiteY15" fmla="*/ 514363 h 670581"/>
                <a:gd name="connsiteX16" fmla="*/ 229675 w 553550"/>
                <a:gd name="connsiteY16" fmla="*/ 546104 h 670581"/>
                <a:gd name="connsiteX17" fmla="*/ 286258 w 553550"/>
                <a:gd name="connsiteY17" fmla="*/ 556270 h 670581"/>
                <a:gd name="connsiteX18" fmla="*/ 325819 w 553550"/>
                <a:gd name="connsiteY18" fmla="*/ 552700 h 670581"/>
                <a:gd name="connsiteX19" fmla="*/ 361494 w 553550"/>
                <a:gd name="connsiteY19" fmla="*/ 541913 h 670581"/>
                <a:gd name="connsiteX20" fmla="*/ 391807 w 553550"/>
                <a:gd name="connsiteY20" fmla="*/ 527246 h 670581"/>
                <a:gd name="connsiteX21" fmla="*/ 425928 w 553550"/>
                <a:gd name="connsiteY21" fmla="*/ 504818 h 670581"/>
                <a:gd name="connsiteX22" fmla="*/ 500853 w 553550"/>
                <a:gd name="connsiteY22" fmla="*/ 585604 h 670581"/>
                <a:gd name="connsiteX23" fmla="*/ 454997 w 553550"/>
                <a:gd name="connsiteY23" fmla="*/ 622389 h 670581"/>
                <a:gd name="connsiteX24" fmla="*/ 407662 w 553550"/>
                <a:gd name="connsiteY24" fmla="*/ 647533 h 670581"/>
                <a:gd name="connsiteX25" fmla="*/ 349836 w 553550"/>
                <a:gd name="connsiteY25" fmla="*/ 664606 h 670581"/>
                <a:gd name="connsiteX26" fmla="*/ 278563 w 553550"/>
                <a:gd name="connsiteY26" fmla="*/ 670581 h 670581"/>
                <a:gd name="connsiteX27" fmla="*/ 200062 w 553550"/>
                <a:gd name="connsiteY27" fmla="*/ 658941 h 670581"/>
                <a:gd name="connsiteX28" fmla="*/ 135396 w 553550"/>
                <a:gd name="connsiteY28" fmla="*/ 628442 h 670581"/>
                <a:gd name="connsiteX29" fmla="*/ 84797 w 553550"/>
                <a:gd name="connsiteY29" fmla="*/ 585372 h 670581"/>
                <a:gd name="connsiteX30" fmla="*/ 41971 w 553550"/>
                <a:gd name="connsiteY30" fmla="*/ 523133 h 670581"/>
                <a:gd name="connsiteX31" fmla="*/ 10804 w 553550"/>
                <a:gd name="connsiteY31" fmla="*/ 438233 h 670581"/>
                <a:gd name="connsiteX32" fmla="*/ 0 w 553550"/>
                <a:gd name="connsiteY32" fmla="*/ 335640 h 670581"/>
                <a:gd name="connsiteX33" fmla="*/ 20675 w 553550"/>
                <a:gd name="connsiteY33" fmla="*/ 191450 h 670581"/>
                <a:gd name="connsiteX34" fmla="*/ 78502 w 553550"/>
                <a:gd name="connsiteY34" fmla="*/ 86141 h 670581"/>
                <a:gd name="connsiteX35" fmla="*/ 167729 w 553550"/>
                <a:gd name="connsiteY35" fmla="*/ 21884 h 670581"/>
                <a:gd name="connsiteX36" fmla="*/ 282139 w 553550"/>
                <a:gd name="connsiteY36" fmla="*/ 0 h 670581"/>
                <a:gd name="connsiteX37" fmla="*/ 401989 w 553550"/>
                <a:gd name="connsiteY37" fmla="*/ 26075 h 670581"/>
                <a:gd name="connsiteX38" fmla="*/ 486475 w 553550"/>
                <a:gd name="connsiteY38" fmla="*/ 96074 h 670581"/>
                <a:gd name="connsiteX39" fmla="*/ 536762 w 553550"/>
                <a:gd name="connsiteY39" fmla="*/ 198668 h 670581"/>
                <a:gd name="connsiteX40" fmla="*/ 553551 w 553550"/>
                <a:gd name="connsiteY40" fmla="*/ 322447 h 67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53550" h="670581">
                  <a:moveTo>
                    <a:pt x="425850" y="275729"/>
                  </a:moveTo>
                  <a:cubicBezTo>
                    <a:pt x="424218" y="253767"/>
                    <a:pt x="420332" y="233047"/>
                    <a:pt x="414192" y="213568"/>
                  </a:cubicBezTo>
                  <a:cubicBezTo>
                    <a:pt x="407974" y="194012"/>
                    <a:pt x="398802" y="176861"/>
                    <a:pt x="386600" y="162116"/>
                  </a:cubicBezTo>
                  <a:cubicBezTo>
                    <a:pt x="374397" y="147371"/>
                    <a:pt x="359085" y="135730"/>
                    <a:pt x="340509" y="127116"/>
                  </a:cubicBezTo>
                  <a:cubicBezTo>
                    <a:pt x="321933" y="118580"/>
                    <a:pt x="299626" y="114234"/>
                    <a:pt x="273666" y="114234"/>
                  </a:cubicBezTo>
                  <a:cubicBezTo>
                    <a:pt x="251282" y="114234"/>
                    <a:pt x="231773" y="117959"/>
                    <a:pt x="214907" y="125331"/>
                  </a:cubicBezTo>
                  <a:cubicBezTo>
                    <a:pt x="198196" y="132704"/>
                    <a:pt x="183740" y="143180"/>
                    <a:pt x="171770" y="156761"/>
                  </a:cubicBezTo>
                  <a:cubicBezTo>
                    <a:pt x="159801" y="170342"/>
                    <a:pt x="149930" y="187027"/>
                    <a:pt x="142080" y="206739"/>
                  </a:cubicBezTo>
                  <a:cubicBezTo>
                    <a:pt x="134307" y="226528"/>
                    <a:pt x="129022" y="249499"/>
                    <a:pt x="126224" y="275807"/>
                  </a:cubicBezTo>
                  <a:lnTo>
                    <a:pt x="425772" y="275807"/>
                  </a:lnTo>
                  <a:close/>
                  <a:moveTo>
                    <a:pt x="553473" y="322447"/>
                  </a:moveTo>
                  <a:cubicBezTo>
                    <a:pt x="553473" y="334010"/>
                    <a:pt x="553084" y="344797"/>
                    <a:pt x="552229" y="354731"/>
                  </a:cubicBezTo>
                  <a:cubicBezTo>
                    <a:pt x="551452" y="364742"/>
                    <a:pt x="550597" y="373045"/>
                    <a:pt x="549820" y="379797"/>
                  </a:cubicBezTo>
                  <a:lnTo>
                    <a:pt x="123892" y="379797"/>
                  </a:lnTo>
                  <a:cubicBezTo>
                    <a:pt x="127468" y="410916"/>
                    <a:pt x="134307" y="437535"/>
                    <a:pt x="144256" y="459652"/>
                  </a:cubicBezTo>
                  <a:cubicBezTo>
                    <a:pt x="154205" y="481769"/>
                    <a:pt x="166407" y="500006"/>
                    <a:pt x="180786" y="514363"/>
                  </a:cubicBezTo>
                  <a:cubicBezTo>
                    <a:pt x="195165" y="528720"/>
                    <a:pt x="211487" y="539274"/>
                    <a:pt x="229675" y="546104"/>
                  </a:cubicBezTo>
                  <a:cubicBezTo>
                    <a:pt x="247862" y="552933"/>
                    <a:pt x="266671" y="556270"/>
                    <a:pt x="286258" y="556270"/>
                  </a:cubicBezTo>
                  <a:cubicBezTo>
                    <a:pt x="300248" y="556270"/>
                    <a:pt x="313383" y="555106"/>
                    <a:pt x="325819" y="552700"/>
                  </a:cubicBezTo>
                  <a:cubicBezTo>
                    <a:pt x="338177" y="550294"/>
                    <a:pt x="350069" y="546724"/>
                    <a:pt x="361494" y="541913"/>
                  </a:cubicBezTo>
                  <a:cubicBezTo>
                    <a:pt x="372920" y="537101"/>
                    <a:pt x="382946" y="532290"/>
                    <a:pt x="391807" y="527246"/>
                  </a:cubicBezTo>
                  <a:cubicBezTo>
                    <a:pt x="400590" y="522279"/>
                    <a:pt x="411937" y="514751"/>
                    <a:pt x="425928" y="504818"/>
                  </a:cubicBezTo>
                  <a:lnTo>
                    <a:pt x="500853" y="585604"/>
                  </a:lnTo>
                  <a:cubicBezTo>
                    <a:pt x="484842" y="600737"/>
                    <a:pt x="469609" y="612999"/>
                    <a:pt x="454997" y="622389"/>
                  </a:cubicBezTo>
                  <a:cubicBezTo>
                    <a:pt x="440384" y="631779"/>
                    <a:pt x="424684" y="640160"/>
                    <a:pt x="407662" y="647533"/>
                  </a:cubicBezTo>
                  <a:cubicBezTo>
                    <a:pt x="390719" y="654905"/>
                    <a:pt x="371443" y="660570"/>
                    <a:pt x="349836" y="664606"/>
                  </a:cubicBezTo>
                  <a:cubicBezTo>
                    <a:pt x="328307" y="668564"/>
                    <a:pt x="304445" y="670581"/>
                    <a:pt x="278563" y="670581"/>
                  </a:cubicBezTo>
                  <a:cubicBezTo>
                    <a:pt x="250583" y="670581"/>
                    <a:pt x="224467" y="666701"/>
                    <a:pt x="200062" y="658941"/>
                  </a:cubicBezTo>
                  <a:cubicBezTo>
                    <a:pt x="175734" y="651180"/>
                    <a:pt x="154127" y="641014"/>
                    <a:pt x="135396" y="628442"/>
                  </a:cubicBezTo>
                  <a:cubicBezTo>
                    <a:pt x="116586" y="615870"/>
                    <a:pt x="99720" y="601513"/>
                    <a:pt x="84797" y="585372"/>
                  </a:cubicBezTo>
                  <a:cubicBezTo>
                    <a:pt x="69796" y="569230"/>
                    <a:pt x="55573" y="548509"/>
                    <a:pt x="41971" y="523133"/>
                  </a:cubicBezTo>
                  <a:cubicBezTo>
                    <a:pt x="28369" y="497834"/>
                    <a:pt x="18032" y="469508"/>
                    <a:pt x="10804" y="438233"/>
                  </a:cubicBezTo>
                  <a:cubicBezTo>
                    <a:pt x="3575" y="406959"/>
                    <a:pt x="0" y="372735"/>
                    <a:pt x="0" y="335640"/>
                  </a:cubicBezTo>
                  <a:cubicBezTo>
                    <a:pt x="0" y="281394"/>
                    <a:pt x="6918" y="233357"/>
                    <a:pt x="20675" y="191450"/>
                  </a:cubicBezTo>
                  <a:cubicBezTo>
                    <a:pt x="34432" y="149622"/>
                    <a:pt x="53708" y="114467"/>
                    <a:pt x="78502" y="86141"/>
                  </a:cubicBezTo>
                  <a:cubicBezTo>
                    <a:pt x="103296" y="57815"/>
                    <a:pt x="132986" y="36396"/>
                    <a:pt x="167729" y="21884"/>
                  </a:cubicBezTo>
                  <a:cubicBezTo>
                    <a:pt x="202549" y="7295"/>
                    <a:pt x="240634" y="0"/>
                    <a:pt x="282139" y="0"/>
                  </a:cubicBezTo>
                  <a:cubicBezTo>
                    <a:pt x="328073" y="0"/>
                    <a:pt x="368023" y="8692"/>
                    <a:pt x="401989" y="26075"/>
                  </a:cubicBezTo>
                  <a:cubicBezTo>
                    <a:pt x="435954" y="43381"/>
                    <a:pt x="464090" y="66740"/>
                    <a:pt x="486475" y="96074"/>
                  </a:cubicBezTo>
                  <a:cubicBezTo>
                    <a:pt x="508859" y="125409"/>
                    <a:pt x="525570" y="159633"/>
                    <a:pt x="536762" y="198668"/>
                  </a:cubicBezTo>
                  <a:cubicBezTo>
                    <a:pt x="547954" y="237780"/>
                    <a:pt x="553551" y="278988"/>
                    <a:pt x="553551" y="322447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878B89C-5586-92DA-4A7A-9CF51ABE7FAF}"/>
                </a:ext>
              </a:extLst>
            </p:cNvPr>
            <p:cNvSpPr/>
            <p:nvPr/>
          </p:nvSpPr>
          <p:spPr bwMode="invGray">
            <a:xfrm>
              <a:off x="7297884" y="3191752"/>
              <a:ext cx="517719" cy="656845"/>
            </a:xfrm>
            <a:custGeom>
              <a:avLst/>
              <a:gdLst>
                <a:gd name="connsiteX0" fmla="*/ 391262 w 517719"/>
                <a:gd name="connsiteY0" fmla="*/ 656690 h 656845"/>
                <a:gd name="connsiteX1" fmla="*/ 391262 w 517719"/>
                <a:gd name="connsiteY1" fmla="*/ 293035 h 656845"/>
                <a:gd name="connsiteX2" fmla="*/ 360095 w 517719"/>
                <a:gd name="connsiteY2" fmla="*/ 161107 h 656845"/>
                <a:gd name="connsiteX3" fmla="*/ 258821 w 517719"/>
                <a:gd name="connsiteY3" fmla="*/ 116562 h 656845"/>
                <a:gd name="connsiteX4" fmla="*/ 202471 w 517719"/>
                <a:gd name="connsiteY4" fmla="*/ 127349 h 656845"/>
                <a:gd name="connsiteX5" fmla="*/ 159334 w 517719"/>
                <a:gd name="connsiteY5" fmla="*/ 160874 h 656845"/>
                <a:gd name="connsiteX6" fmla="*/ 134152 w 517719"/>
                <a:gd name="connsiteY6" fmla="*/ 214421 h 656845"/>
                <a:gd name="connsiteX7" fmla="*/ 126379 w 517719"/>
                <a:gd name="connsiteY7" fmla="*/ 280541 h 656845"/>
                <a:gd name="connsiteX8" fmla="*/ 126379 w 517719"/>
                <a:gd name="connsiteY8" fmla="*/ 656768 h 656845"/>
                <a:gd name="connsiteX9" fmla="*/ 0 w 517719"/>
                <a:gd name="connsiteY9" fmla="*/ 656768 h 656845"/>
                <a:gd name="connsiteX10" fmla="*/ 0 w 517719"/>
                <a:gd name="connsiteY10" fmla="*/ 13736 h 656845"/>
                <a:gd name="connsiteX11" fmla="*/ 126379 w 517719"/>
                <a:gd name="connsiteY11" fmla="*/ 13736 h 656845"/>
                <a:gd name="connsiteX12" fmla="*/ 126379 w 517719"/>
                <a:gd name="connsiteY12" fmla="*/ 74733 h 656845"/>
                <a:gd name="connsiteX13" fmla="*/ 155759 w 517719"/>
                <a:gd name="connsiteY13" fmla="*/ 43381 h 656845"/>
                <a:gd name="connsiteX14" fmla="*/ 194154 w 517719"/>
                <a:gd name="connsiteY14" fmla="*/ 19789 h 656845"/>
                <a:gd name="connsiteX15" fmla="*/ 239079 w 517719"/>
                <a:gd name="connsiteY15" fmla="*/ 5122 h 656845"/>
                <a:gd name="connsiteX16" fmla="*/ 288201 w 517719"/>
                <a:gd name="connsiteY16" fmla="*/ 0 h 656845"/>
                <a:gd name="connsiteX17" fmla="*/ 389164 w 517719"/>
                <a:gd name="connsiteY17" fmla="*/ 18858 h 656845"/>
                <a:gd name="connsiteX18" fmla="*/ 460515 w 517719"/>
                <a:gd name="connsiteY18" fmla="*/ 73026 h 656845"/>
                <a:gd name="connsiteX19" fmla="*/ 503341 w 517719"/>
                <a:gd name="connsiteY19" fmla="*/ 162194 h 656845"/>
                <a:gd name="connsiteX20" fmla="*/ 517719 w 517719"/>
                <a:gd name="connsiteY20" fmla="*/ 288379 h 656845"/>
                <a:gd name="connsiteX21" fmla="*/ 517719 w 517719"/>
                <a:gd name="connsiteY21" fmla="*/ 656845 h 656845"/>
                <a:gd name="connsiteX22" fmla="*/ 391262 w 517719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719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471" y="127349"/>
                  </a:cubicBezTo>
                  <a:cubicBezTo>
                    <a:pt x="185294" y="134566"/>
                    <a:pt x="170915" y="145664"/>
                    <a:pt x="159334" y="160874"/>
                  </a:cubicBezTo>
                  <a:cubicBezTo>
                    <a:pt x="147753" y="176007"/>
                    <a:pt x="139359" y="193856"/>
                    <a:pt x="134152" y="214421"/>
                  </a:cubicBezTo>
                  <a:cubicBezTo>
                    <a:pt x="128944" y="234987"/>
                    <a:pt x="126379" y="257027"/>
                    <a:pt x="126379" y="280541"/>
                  </a:cubicBezTo>
                  <a:lnTo>
                    <a:pt x="126379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379" y="13736"/>
                  </a:lnTo>
                  <a:lnTo>
                    <a:pt x="126379" y="74733"/>
                  </a:lnTo>
                  <a:cubicBezTo>
                    <a:pt x="134385" y="63170"/>
                    <a:pt x="144178" y="52693"/>
                    <a:pt x="155759" y="43381"/>
                  </a:cubicBezTo>
                  <a:cubicBezTo>
                    <a:pt x="167340" y="33991"/>
                    <a:pt x="180086" y="26153"/>
                    <a:pt x="194154" y="19789"/>
                  </a:cubicBezTo>
                  <a:cubicBezTo>
                    <a:pt x="208067" y="13426"/>
                    <a:pt x="223068" y="8537"/>
                    <a:pt x="239079" y="5122"/>
                  </a:cubicBezTo>
                  <a:cubicBezTo>
                    <a:pt x="255090" y="1707"/>
                    <a:pt x="271412" y="0"/>
                    <a:pt x="288201" y="0"/>
                  </a:cubicBezTo>
                  <a:cubicBezTo>
                    <a:pt x="326907" y="0"/>
                    <a:pt x="360562" y="6286"/>
                    <a:pt x="389164" y="18858"/>
                  </a:cubicBezTo>
                  <a:cubicBezTo>
                    <a:pt x="417767" y="31430"/>
                    <a:pt x="441472" y="49434"/>
                    <a:pt x="460515" y="73026"/>
                  </a:cubicBezTo>
                  <a:cubicBezTo>
                    <a:pt x="479479" y="96540"/>
                    <a:pt x="493703" y="126263"/>
                    <a:pt x="503341" y="162194"/>
                  </a:cubicBezTo>
                  <a:cubicBezTo>
                    <a:pt x="512901" y="198125"/>
                    <a:pt x="517719" y="240186"/>
                    <a:pt x="517719" y="288379"/>
                  </a:cubicBezTo>
                  <a:lnTo>
                    <a:pt x="517719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32AE85B-5832-008B-27F3-617BC2739109}"/>
                </a:ext>
              </a:extLst>
            </p:cNvPr>
            <p:cNvSpPr/>
            <p:nvPr/>
          </p:nvSpPr>
          <p:spPr bwMode="invGray">
            <a:xfrm>
              <a:off x="7909572" y="3191752"/>
              <a:ext cx="574457" cy="670503"/>
            </a:xfrm>
            <a:custGeom>
              <a:avLst/>
              <a:gdLst>
                <a:gd name="connsiteX0" fmla="*/ 446913 w 574457"/>
                <a:gd name="connsiteY0" fmla="*/ 335485 h 670503"/>
                <a:gd name="connsiteX1" fmla="*/ 435487 w 574457"/>
                <a:gd name="connsiteY1" fmla="*/ 246628 h 670503"/>
                <a:gd name="connsiteX2" fmla="*/ 402843 w 574457"/>
                <a:gd name="connsiteY2" fmla="*/ 178724 h 670503"/>
                <a:gd name="connsiteX3" fmla="*/ 351001 w 574457"/>
                <a:gd name="connsiteY3" fmla="*/ 135342 h 670503"/>
                <a:gd name="connsiteX4" fmla="*/ 282138 w 574457"/>
                <a:gd name="connsiteY4" fmla="*/ 120132 h 670503"/>
                <a:gd name="connsiteX5" fmla="*/ 217705 w 574457"/>
                <a:gd name="connsiteY5" fmla="*/ 135342 h 670503"/>
                <a:gd name="connsiteX6" fmla="*/ 169205 w 574457"/>
                <a:gd name="connsiteY6" fmla="*/ 178413 h 670503"/>
                <a:gd name="connsiteX7" fmla="*/ 138349 w 574457"/>
                <a:gd name="connsiteY7" fmla="*/ 245153 h 670503"/>
                <a:gd name="connsiteX8" fmla="*/ 127623 w 574457"/>
                <a:gd name="connsiteY8" fmla="*/ 331837 h 670503"/>
                <a:gd name="connsiteX9" fmla="*/ 139281 w 574457"/>
                <a:gd name="connsiteY9" fmla="*/ 425739 h 670503"/>
                <a:gd name="connsiteX10" fmla="*/ 172236 w 574457"/>
                <a:gd name="connsiteY10" fmla="*/ 493953 h 670503"/>
                <a:gd name="connsiteX11" fmla="*/ 223145 w 574457"/>
                <a:gd name="connsiteY11" fmla="*/ 535782 h 670503"/>
                <a:gd name="connsiteX12" fmla="*/ 288744 w 574457"/>
                <a:gd name="connsiteY12" fmla="*/ 550139 h 670503"/>
                <a:gd name="connsiteX13" fmla="*/ 353722 w 574457"/>
                <a:gd name="connsiteY13" fmla="*/ 533066 h 670503"/>
                <a:gd name="connsiteX14" fmla="*/ 403465 w 574457"/>
                <a:gd name="connsiteY14" fmla="*/ 486969 h 670503"/>
                <a:gd name="connsiteX15" fmla="*/ 435487 w 574457"/>
                <a:gd name="connsiteY15" fmla="*/ 418755 h 670503"/>
                <a:gd name="connsiteX16" fmla="*/ 446913 w 574457"/>
                <a:gd name="connsiteY16" fmla="*/ 335330 h 670503"/>
                <a:gd name="connsiteX17" fmla="*/ 574458 w 574457"/>
                <a:gd name="connsiteY17" fmla="*/ 331915 h 670503"/>
                <a:gd name="connsiteX18" fmla="*/ 552307 w 574457"/>
                <a:gd name="connsiteY18" fmla="*/ 474863 h 670503"/>
                <a:gd name="connsiteX19" fmla="*/ 491216 w 574457"/>
                <a:gd name="connsiteY19" fmla="*/ 581336 h 670503"/>
                <a:gd name="connsiteX20" fmla="*/ 398957 w 574457"/>
                <a:gd name="connsiteY20" fmla="*/ 647766 h 670503"/>
                <a:gd name="connsiteX21" fmla="*/ 283926 w 574457"/>
                <a:gd name="connsiteY21" fmla="*/ 670504 h 670503"/>
                <a:gd name="connsiteX22" fmla="*/ 170993 w 574457"/>
                <a:gd name="connsiteY22" fmla="*/ 646602 h 670503"/>
                <a:gd name="connsiteX23" fmla="*/ 81144 w 574457"/>
                <a:gd name="connsiteY23" fmla="*/ 578698 h 670503"/>
                <a:gd name="connsiteX24" fmla="*/ 21529 w 574457"/>
                <a:gd name="connsiteY24" fmla="*/ 472845 h 670503"/>
                <a:gd name="connsiteX25" fmla="*/ 0 w 574457"/>
                <a:gd name="connsiteY25" fmla="*/ 335562 h 670503"/>
                <a:gd name="connsiteX26" fmla="*/ 22151 w 574457"/>
                <a:gd name="connsiteY26" fmla="*/ 194400 h 670503"/>
                <a:gd name="connsiteX27" fmla="*/ 82931 w 574457"/>
                <a:gd name="connsiteY27" fmla="*/ 88857 h 670503"/>
                <a:gd name="connsiteX28" fmla="*/ 174024 w 574457"/>
                <a:gd name="connsiteY28" fmla="*/ 22738 h 670503"/>
                <a:gd name="connsiteX29" fmla="*/ 287579 w 574457"/>
                <a:gd name="connsiteY29" fmla="*/ 0 h 670503"/>
                <a:gd name="connsiteX30" fmla="*/ 401678 w 574457"/>
                <a:gd name="connsiteY30" fmla="*/ 23669 h 670503"/>
                <a:gd name="connsiteX31" fmla="*/ 492459 w 574457"/>
                <a:gd name="connsiteY31" fmla="*/ 90642 h 670503"/>
                <a:gd name="connsiteX32" fmla="*/ 552617 w 574457"/>
                <a:gd name="connsiteY32" fmla="*/ 195331 h 670503"/>
                <a:gd name="connsiteX33" fmla="*/ 574458 w 574457"/>
                <a:gd name="connsiteY33" fmla="*/ 33199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74457" h="670503">
                  <a:moveTo>
                    <a:pt x="446913" y="335485"/>
                  </a:moveTo>
                  <a:cubicBezTo>
                    <a:pt x="446913" y="302813"/>
                    <a:pt x="443105" y="273168"/>
                    <a:pt x="435487" y="246628"/>
                  </a:cubicBezTo>
                  <a:cubicBezTo>
                    <a:pt x="427871" y="220164"/>
                    <a:pt x="416989" y="197504"/>
                    <a:pt x="402843" y="178724"/>
                  </a:cubicBezTo>
                  <a:cubicBezTo>
                    <a:pt x="388698" y="160021"/>
                    <a:pt x="371365" y="145509"/>
                    <a:pt x="351001" y="135342"/>
                  </a:cubicBezTo>
                  <a:cubicBezTo>
                    <a:pt x="330638" y="125176"/>
                    <a:pt x="307631" y="120132"/>
                    <a:pt x="282138" y="120132"/>
                  </a:cubicBezTo>
                  <a:cubicBezTo>
                    <a:pt x="258199" y="120132"/>
                    <a:pt x="236670" y="125176"/>
                    <a:pt x="217705" y="135342"/>
                  </a:cubicBezTo>
                  <a:cubicBezTo>
                    <a:pt x="198740" y="145509"/>
                    <a:pt x="182574" y="159866"/>
                    <a:pt x="169205" y="178413"/>
                  </a:cubicBezTo>
                  <a:cubicBezTo>
                    <a:pt x="155837" y="196960"/>
                    <a:pt x="145577" y="219233"/>
                    <a:pt x="138349" y="245153"/>
                  </a:cubicBezTo>
                  <a:cubicBezTo>
                    <a:pt x="131120" y="271073"/>
                    <a:pt x="127623" y="300019"/>
                    <a:pt x="127623" y="331837"/>
                  </a:cubicBezTo>
                  <a:cubicBezTo>
                    <a:pt x="127623" y="367303"/>
                    <a:pt x="131509" y="398655"/>
                    <a:pt x="139281" y="425739"/>
                  </a:cubicBezTo>
                  <a:cubicBezTo>
                    <a:pt x="147054" y="452901"/>
                    <a:pt x="158013" y="475561"/>
                    <a:pt x="172236" y="493953"/>
                  </a:cubicBezTo>
                  <a:cubicBezTo>
                    <a:pt x="186382" y="512268"/>
                    <a:pt x="203404" y="526237"/>
                    <a:pt x="223145" y="535782"/>
                  </a:cubicBezTo>
                  <a:cubicBezTo>
                    <a:pt x="242888" y="545328"/>
                    <a:pt x="264728" y="550139"/>
                    <a:pt x="288744" y="550139"/>
                  </a:cubicBezTo>
                  <a:cubicBezTo>
                    <a:pt x="312761" y="550139"/>
                    <a:pt x="334368" y="544474"/>
                    <a:pt x="353722" y="533066"/>
                  </a:cubicBezTo>
                  <a:cubicBezTo>
                    <a:pt x="373075" y="521658"/>
                    <a:pt x="389708" y="506293"/>
                    <a:pt x="403465" y="486969"/>
                  </a:cubicBezTo>
                  <a:cubicBezTo>
                    <a:pt x="417222" y="467645"/>
                    <a:pt x="427948" y="444907"/>
                    <a:pt x="435487" y="418755"/>
                  </a:cubicBezTo>
                  <a:cubicBezTo>
                    <a:pt x="443027" y="392602"/>
                    <a:pt x="446913" y="364819"/>
                    <a:pt x="446913" y="335330"/>
                  </a:cubicBezTo>
                  <a:moveTo>
                    <a:pt x="574458" y="331915"/>
                  </a:moveTo>
                  <a:cubicBezTo>
                    <a:pt x="574458" y="385384"/>
                    <a:pt x="567074" y="433034"/>
                    <a:pt x="552307" y="474863"/>
                  </a:cubicBezTo>
                  <a:cubicBezTo>
                    <a:pt x="537539" y="516769"/>
                    <a:pt x="517175" y="552234"/>
                    <a:pt x="491216" y="581336"/>
                  </a:cubicBezTo>
                  <a:cubicBezTo>
                    <a:pt x="465256" y="610438"/>
                    <a:pt x="434477" y="632555"/>
                    <a:pt x="398957" y="647766"/>
                  </a:cubicBezTo>
                  <a:cubicBezTo>
                    <a:pt x="363438" y="662899"/>
                    <a:pt x="325042" y="670504"/>
                    <a:pt x="283926" y="670504"/>
                  </a:cubicBezTo>
                  <a:cubicBezTo>
                    <a:pt x="242810" y="670504"/>
                    <a:pt x="205502" y="662511"/>
                    <a:pt x="170993" y="646602"/>
                  </a:cubicBezTo>
                  <a:cubicBezTo>
                    <a:pt x="136483" y="630693"/>
                    <a:pt x="106482" y="608032"/>
                    <a:pt x="81144" y="578698"/>
                  </a:cubicBezTo>
                  <a:cubicBezTo>
                    <a:pt x="55728" y="549363"/>
                    <a:pt x="35908" y="514130"/>
                    <a:pt x="21529" y="472845"/>
                  </a:cubicBezTo>
                  <a:cubicBezTo>
                    <a:pt x="7150" y="431559"/>
                    <a:pt x="0" y="385850"/>
                    <a:pt x="0" y="335562"/>
                  </a:cubicBezTo>
                  <a:cubicBezTo>
                    <a:pt x="0" y="285275"/>
                    <a:pt x="7384" y="235840"/>
                    <a:pt x="22151" y="194400"/>
                  </a:cubicBezTo>
                  <a:cubicBezTo>
                    <a:pt x="36919" y="152959"/>
                    <a:pt x="57205" y="117726"/>
                    <a:pt x="82931" y="88857"/>
                  </a:cubicBezTo>
                  <a:cubicBezTo>
                    <a:pt x="108658" y="59988"/>
                    <a:pt x="139048" y="37949"/>
                    <a:pt x="174024" y="22738"/>
                  </a:cubicBezTo>
                  <a:cubicBezTo>
                    <a:pt x="208999" y="7605"/>
                    <a:pt x="246774" y="0"/>
                    <a:pt x="287579" y="0"/>
                  </a:cubicBezTo>
                  <a:cubicBezTo>
                    <a:pt x="328384" y="0"/>
                    <a:pt x="366702" y="7916"/>
                    <a:pt x="401678" y="23669"/>
                  </a:cubicBezTo>
                  <a:cubicBezTo>
                    <a:pt x="436653" y="39423"/>
                    <a:pt x="466888" y="61773"/>
                    <a:pt x="492459" y="90642"/>
                  </a:cubicBezTo>
                  <a:cubicBezTo>
                    <a:pt x="518030" y="119589"/>
                    <a:pt x="538083" y="154433"/>
                    <a:pt x="552617" y="195331"/>
                  </a:cubicBezTo>
                  <a:cubicBezTo>
                    <a:pt x="567152" y="236151"/>
                    <a:pt x="574458" y="281782"/>
                    <a:pt x="574458" y="331993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CA93827-55BD-24F4-6DB4-DE14072E1628}"/>
                </a:ext>
              </a:extLst>
            </p:cNvPr>
            <p:cNvSpPr/>
            <p:nvPr/>
          </p:nvSpPr>
          <p:spPr bwMode="invGray">
            <a:xfrm>
              <a:off x="8577920" y="3191752"/>
              <a:ext cx="517641" cy="656845"/>
            </a:xfrm>
            <a:custGeom>
              <a:avLst/>
              <a:gdLst>
                <a:gd name="connsiteX0" fmla="*/ 391262 w 517641"/>
                <a:gd name="connsiteY0" fmla="*/ 656690 h 656845"/>
                <a:gd name="connsiteX1" fmla="*/ 391262 w 517641"/>
                <a:gd name="connsiteY1" fmla="*/ 293035 h 656845"/>
                <a:gd name="connsiteX2" fmla="*/ 360095 w 517641"/>
                <a:gd name="connsiteY2" fmla="*/ 161107 h 656845"/>
                <a:gd name="connsiteX3" fmla="*/ 258821 w 517641"/>
                <a:gd name="connsiteY3" fmla="*/ 116562 h 656845"/>
                <a:gd name="connsiteX4" fmla="*/ 202549 w 517641"/>
                <a:gd name="connsiteY4" fmla="*/ 127349 h 656845"/>
                <a:gd name="connsiteX5" fmla="*/ 159412 w 517641"/>
                <a:gd name="connsiteY5" fmla="*/ 160874 h 656845"/>
                <a:gd name="connsiteX6" fmla="*/ 134230 w 517641"/>
                <a:gd name="connsiteY6" fmla="*/ 214421 h 656845"/>
                <a:gd name="connsiteX7" fmla="*/ 126457 w 517641"/>
                <a:gd name="connsiteY7" fmla="*/ 280541 h 656845"/>
                <a:gd name="connsiteX8" fmla="*/ 126457 w 517641"/>
                <a:gd name="connsiteY8" fmla="*/ 656768 h 656845"/>
                <a:gd name="connsiteX9" fmla="*/ 0 w 517641"/>
                <a:gd name="connsiteY9" fmla="*/ 656768 h 656845"/>
                <a:gd name="connsiteX10" fmla="*/ 0 w 517641"/>
                <a:gd name="connsiteY10" fmla="*/ 13736 h 656845"/>
                <a:gd name="connsiteX11" fmla="*/ 126457 w 517641"/>
                <a:gd name="connsiteY11" fmla="*/ 13736 h 656845"/>
                <a:gd name="connsiteX12" fmla="*/ 126457 w 517641"/>
                <a:gd name="connsiteY12" fmla="*/ 74733 h 656845"/>
                <a:gd name="connsiteX13" fmla="*/ 155837 w 517641"/>
                <a:gd name="connsiteY13" fmla="*/ 43381 h 656845"/>
                <a:gd name="connsiteX14" fmla="*/ 194154 w 517641"/>
                <a:gd name="connsiteY14" fmla="*/ 19789 h 656845"/>
                <a:gd name="connsiteX15" fmla="*/ 239079 w 517641"/>
                <a:gd name="connsiteY15" fmla="*/ 5122 h 656845"/>
                <a:gd name="connsiteX16" fmla="*/ 288201 w 517641"/>
                <a:gd name="connsiteY16" fmla="*/ 0 h 656845"/>
                <a:gd name="connsiteX17" fmla="*/ 389164 w 517641"/>
                <a:gd name="connsiteY17" fmla="*/ 18858 h 656845"/>
                <a:gd name="connsiteX18" fmla="*/ 460437 w 517641"/>
                <a:gd name="connsiteY18" fmla="*/ 73026 h 656845"/>
                <a:gd name="connsiteX19" fmla="*/ 503263 w 517641"/>
                <a:gd name="connsiteY19" fmla="*/ 162194 h 656845"/>
                <a:gd name="connsiteX20" fmla="*/ 517642 w 517641"/>
                <a:gd name="connsiteY20" fmla="*/ 288379 h 656845"/>
                <a:gd name="connsiteX21" fmla="*/ 517642 w 517641"/>
                <a:gd name="connsiteY21" fmla="*/ 656845 h 656845"/>
                <a:gd name="connsiteX22" fmla="*/ 391262 w 517641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1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549" y="127349"/>
                  </a:cubicBezTo>
                  <a:cubicBezTo>
                    <a:pt x="185372" y="134566"/>
                    <a:pt x="170993" y="145664"/>
                    <a:pt x="159412" y="160874"/>
                  </a:cubicBezTo>
                  <a:cubicBezTo>
                    <a:pt x="147831" y="176007"/>
                    <a:pt x="139437" y="193856"/>
                    <a:pt x="134230" y="214421"/>
                  </a:cubicBezTo>
                  <a:cubicBezTo>
                    <a:pt x="129022" y="234987"/>
                    <a:pt x="126457" y="257027"/>
                    <a:pt x="126457" y="280541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4462" y="63170"/>
                    <a:pt x="144178" y="52693"/>
                    <a:pt x="155837" y="43381"/>
                  </a:cubicBezTo>
                  <a:cubicBezTo>
                    <a:pt x="167417" y="33991"/>
                    <a:pt x="180164" y="26153"/>
                    <a:pt x="194154" y="19789"/>
                  </a:cubicBezTo>
                  <a:cubicBezTo>
                    <a:pt x="208145" y="13426"/>
                    <a:pt x="223146" y="8537"/>
                    <a:pt x="239079" y="5122"/>
                  </a:cubicBezTo>
                  <a:cubicBezTo>
                    <a:pt x="255012" y="1707"/>
                    <a:pt x="271412" y="0"/>
                    <a:pt x="288201" y="0"/>
                  </a:cubicBezTo>
                  <a:cubicBezTo>
                    <a:pt x="326985" y="0"/>
                    <a:pt x="360562" y="6286"/>
                    <a:pt x="389164" y="18858"/>
                  </a:cubicBezTo>
                  <a:cubicBezTo>
                    <a:pt x="417689" y="31430"/>
                    <a:pt x="441472" y="49434"/>
                    <a:pt x="460437" y="73026"/>
                  </a:cubicBezTo>
                  <a:cubicBezTo>
                    <a:pt x="479402" y="96540"/>
                    <a:pt x="493703" y="126263"/>
                    <a:pt x="503263" y="162194"/>
                  </a:cubicBezTo>
                  <a:cubicBezTo>
                    <a:pt x="512823" y="198125"/>
                    <a:pt x="517642" y="240186"/>
                    <a:pt x="517642" y="288379"/>
                  </a:cubicBezTo>
                  <a:lnTo>
                    <a:pt x="517642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6ED98CC6-6E54-7195-32C3-4D3A3DD18743}"/>
                </a:ext>
              </a:extLst>
            </p:cNvPr>
            <p:cNvSpPr/>
            <p:nvPr/>
          </p:nvSpPr>
          <p:spPr bwMode="invGray">
            <a:xfrm>
              <a:off x="1333500" y="1365250"/>
              <a:ext cx="2432217" cy="886244"/>
            </a:xfrm>
            <a:custGeom>
              <a:avLst/>
              <a:gdLst>
                <a:gd name="connsiteX0" fmla="*/ 2431984 w 2432217"/>
                <a:gd name="connsiteY0" fmla="*/ 0 h 886244"/>
                <a:gd name="connsiteX1" fmla="*/ 0 w 2432217"/>
                <a:gd name="connsiteY1" fmla="*/ 886245 h 886244"/>
                <a:gd name="connsiteX2" fmla="*/ 2432217 w 2432217"/>
                <a:gd name="connsiteY2" fmla="*/ 457246 h 886244"/>
                <a:gd name="connsiteX3" fmla="*/ 2432217 w 2432217"/>
                <a:gd name="connsiteY3" fmla="*/ 0 h 886244"/>
                <a:gd name="connsiteX4" fmla="*/ 2431984 w 2432217"/>
                <a:gd name="connsiteY4" fmla="*/ 0 h 886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2217" h="886244">
                  <a:moveTo>
                    <a:pt x="2431984" y="0"/>
                  </a:moveTo>
                  <a:lnTo>
                    <a:pt x="0" y="886245"/>
                  </a:lnTo>
                  <a:lnTo>
                    <a:pt x="2432217" y="457246"/>
                  </a:lnTo>
                  <a:lnTo>
                    <a:pt x="2432217" y="0"/>
                  </a:lnTo>
                  <a:lnTo>
                    <a:pt x="2431984" y="0"/>
                  </a:lnTo>
                  <a:close/>
                </a:path>
              </a:pathLst>
            </a:custGeom>
            <a:solidFill>
              <a:srgbClr val="FFE600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30C6F69F-FF96-3B19-BE7A-467DCF66055C}"/>
                </a:ext>
              </a:extLst>
            </p:cNvPr>
            <p:cNvSpPr/>
            <p:nvPr/>
          </p:nvSpPr>
          <p:spPr bwMode="invGray">
            <a:xfrm>
              <a:off x="1354718" y="2619961"/>
              <a:ext cx="2042042" cy="1228558"/>
            </a:xfrm>
            <a:custGeom>
              <a:avLst/>
              <a:gdLst>
                <a:gd name="connsiteX0" fmla="*/ 1639277 w 2042042"/>
                <a:gd name="connsiteY0" fmla="*/ 78 h 1228558"/>
                <a:gd name="connsiteX1" fmla="*/ 1430277 w 2042042"/>
                <a:gd name="connsiteY1" fmla="*/ 400983 h 1228558"/>
                <a:gd name="connsiteX2" fmla="*/ 1221821 w 2042042"/>
                <a:gd name="connsiteY2" fmla="*/ 78 h 1228558"/>
                <a:gd name="connsiteX3" fmla="*/ 813848 w 2042042"/>
                <a:gd name="connsiteY3" fmla="*/ 78 h 1228558"/>
                <a:gd name="connsiteX4" fmla="*/ 1243662 w 2042042"/>
                <a:gd name="connsiteY4" fmla="*/ 743297 h 1228558"/>
                <a:gd name="connsiteX5" fmla="*/ 1243662 w 2042042"/>
                <a:gd name="connsiteY5" fmla="*/ 1228559 h 1228558"/>
                <a:gd name="connsiteX6" fmla="*/ 1611607 w 2042042"/>
                <a:gd name="connsiteY6" fmla="*/ 1228559 h 1228558"/>
                <a:gd name="connsiteX7" fmla="*/ 1611607 w 2042042"/>
                <a:gd name="connsiteY7" fmla="*/ 743297 h 1228558"/>
                <a:gd name="connsiteX8" fmla="*/ 2042043 w 2042042"/>
                <a:gd name="connsiteY8" fmla="*/ 78 h 1228558"/>
                <a:gd name="connsiteX9" fmla="*/ 1639277 w 2042042"/>
                <a:gd name="connsiteY9" fmla="*/ 78 h 1228558"/>
                <a:gd name="connsiteX10" fmla="*/ 0 w 2042042"/>
                <a:gd name="connsiteY10" fmla="*/ 78 h 1228558"/>
                <a:gd name="connsiteX11" fmla="*/ 0 w 2042042"/>
                <a:gd name="connsiteY11" fmla="*/ 1228481 h 1228558"/>
                <a:gd name="connsiteX12" fmla="*/ 984219 w 2042042"/>
                <a:gd name="connsiteY12" fmla="*/ 1228481 h 1228558"/>
                <a:gd name="connsiteX13" fmla="*/ 984219 w 2042042"/>
                <a:gd name="connsiteY13" fmla="*/ 945923 h 1228558"/>
                <a:gd name="connsiteX14" fmla="*/ 369034 w 2042042"/>
                <a:gd name="connsiteY14" fmla="*/ 945923 h 1228558"/>
                <a:gd name="connsiteX15" fmla="*/ 369034 w 2042042"/>
                <a:gd name="connsiteY15" fmla="*/ 743220 h 1228558"/>
                <a:gd name="connsiteX16" fmla="*/ 813848 w 2042042"/>
                <a:gd name="connsiteY16" fmla="*/ 743220 h 1228558"/>
                <a:gd name="connsiteX17" fmla="*/ 813848 w 2042042"/>
                <a:gd name="connsiteY17" fmla="*/ 485339 h 1228558"/>
                <a:gd name="connsiteX18" fmla="*/ 369034 w 2042042"/>
                <a:gd name="connsiteY18" fmla="*/ 485339 h 1228558"/>
                <a:gd name="connsiteX19" fmla="*/ 369034 w 2042042"/>
                <a:gd name="connsiteY19" fmla="*/ 282558 h 1228558"/>
                <a:gd name="connsiteX20" fmla="*/ 861182 w 2042042"/>
                <a:gd name="connsiteY20" fmla="*/ 282558 h 1228558"/>
                <a:gd name="connsiteX21" fmla="*/ 697884 w 2042042"/>
                <a:gd name="connsiteY21" fmla="*/ 0 h 1228558"/>
                <a:gd name="connsiteX22" fmla="*/ 0 w 2042042"/>
                <a:gd name="connsiteY22" fmla="*/ 0 h 122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2042" h="1228558">
                  <a:moveTo>
                    <a:pt x="1639277" y="78"/>
                  </a:moveTo>
                  <a:lnTo>
                    <a:pt x="1430277" y="400983"/>
                  </a:lnTo>
                  <a:lnTo>
                    <a:pt x="1221821" y="78"/>
                  </a:lnTo>
                  <a:lnTo>
                    <a:pt x="813848" y="78"/>
                  </a:lnTo>
                  <a:lnTo>
                    <a:pt x="1243662" y="743297"/>
                  </a:lnTo>
                  <a:lnTo>
                    <a:pt x="1243662" y="1228559"/>
                  </a:lnTo>
                  <a:lnTo>
                    <a:pt x="1611607" y="1228559"/>
                  </a:lnTo>
                  <a:lnTo>
                    <a:pt x="1611607" y="743297"/>
                  </a:lnTo>
                  <a:lnTo>
                    <a:pt x="2042043" y="78"/>
                  </a:lnTo>
                  <a:lnTo>
                    <a:pt x="1639277" y="78"/>
                  </a:lnTo>
                  <a:close/>
                  <a:moveTo>
                    <a:pt x="0" y="78"/>
                  </a:moveTo>
                  <a:lnTo>
                    <a:pt x="0" y="1228481"/>
                  </a:lnTo>
                  <a:lnTo>
                    <a:pt x="984219" y="1228481"/>
                  </a:lnTo>
                  <a:lnTo>
                    <a:pt x="984219" y="945923"/>
                  </a:lnTo>
                  <a:lnTo>
                    <a:pt x="369034" y="945923"/>
                  </a:lnTo>
                  <a:lnTo>
                    <a:pt x="369034" y="743220"/>
                  </a:lnTo>
                  <a:lnTo>
                    <a:pt x="813848" y="743220"/>
                  </a:lnTo>
                  <a:lnTo>
                    <a:pt x="813848" y="485339"/>
                  </a:lnTo>
                  <a:lnTo>
                    <a:pt x="369034" y="485339"/>
                  </a:lnTo>
                  <a:lnTo>
                    <a:pt x="369034" y="282558"/>
                  </a:lnTo>
                  <a:lnTo>
                    <a:pt x="861182" y="282558"/>
                  </a:lnTo>
                  <a:lnTo>
                    <a:pt x="6978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3860A86-4506-9DD2-B526-623EAE23BD17}"/>
                </a:ext>
              </a:extLst>
            </p:cNvPr>
            <p:cNvSpPr/>
            <p:nvPr/>
          </p:nvSpPr>
          <p:spPr bwMode="invGray">
            <a:xfrm>
              <a:off x="5925900" y="4251210"/>
              <a:ext cx="200839" cy="388178"/>
            </a:xfrm>
            <a:custGeom>
              <a:avLst/>
              <a:gdLst>
                <a:gd name="connsiteX0" fmla="*/ 119151 w 200839"/>
                <a:gd name="connsiteY0" fmla="*/ 286749 h 388178"/>
                <a:gd name="connsiteX1" fmla="*/ 119151 w 200839"/>
                <a:gd name="connsiteY1" fmla="*/ 173679 h 388178"/>
                <a:gd name="connsiteX2" fmla="*/ 199751 w 200839"/>
                <a:gd name="connsiteY2" fmla="*/ 173679 h 388178"/>
                <a:gd name="connsiteX3" fmla="*/ 199751 w 200839"/>
                <a:gd name="connsiteY3" fmla="*/ 107250 h 388178"/>
                <a:gd name="connsiteX4" fmla="*/ 119151 w 200839"/>
                <a:gd name="connsiteY4" fmla="*/ 107250 h 388178"/>
                <a:gd name="connsiteX5" fmla="*/ 119151 w 200839"/>
                <a:gd name="connsiteY5" fmla="*/ 0 h 388178"/>
                <a:gd name="connsiteX6" fmla="*/ 47878 w 200839"/>
                <a:gd name="connsiteY6" fmla="*/ 35543 h 388178"/>
                <a:gd name="connsiteX7" fmla="*/ 47878 w 200839"/>
                <a:gd name="connsiteY7" fmla="*/ 107250 h 388178"/>
                <a:gd name="connsiteX8" fmla="*/ 0 w 200839"/>
                <a:gd name="connsiteY8" fmla="*/ 107250 h 388178"/>
                <a:gd name="connsiteX9" fmla="*/ 0 w 200839"/>
                <a:gd name="connsiteY9" fmla="*/ 173679 h 388178"/>
                <a:gd name="connsiteX10" fmla="*/ 47878 w 200839"/>
                <a:gd name="connsiteY10" fmla="*/ 173679 h 388178"/>
                <a:gd name="connsiteX11" fmla="*/ 47878 w 200839"/>
                <a:gd name="connsiteY11" fmla="*/ 305995 h 388178"/>
                <a:gd name="connsiteX12" fmla="*/ 122027 w 200839"/>
                <a:gd name="connsiteY12" fmla="*/ 388178 h 388178"/>
                <a:gd name="connsiteX13" fmla="*/ 190346 w 200839"/>
                <a:gd name="connsiteY13" fmla="*/ 371260 h 388178"/>
                <a:gd name="connsiteX14" fmla="*/ 200839 w 200839"/>
                <a:gd name="connsiteY14" fmla="*/ 299554 h 388178"/>
                <a:gd name="connsiteX15" fmla="*/ 145344 w 200839"/>
                <a:gd name="connsiteY15" fmla="*/ 319964 h 388178"/>
                <a:gd name="connsiteX16" fmla="*/ 119073 w 200839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9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1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10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A5EA1C20-BE07-BD29-6BF8-303A03246FB5}"/>
                </a:ext>
              </a:extLst>
            </p:cNvPr>
            <p:cNvSpPr/>
            <p:nvPr/>
          </p:nvSpPr>
          <p:spPr bwMode="invGray">
            <a:xfrm>
              <a:off x="4293307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8FAA4D4-B57C-0C60-DE62-434A2531A50D}"/>
                </a:ext>
              </a:extLst>
            </p:cNvPr>
            <p:cNvSpPr/>
            <p:nvPr/>
          </p:nvSpPr>
          <p:spPr bwMode="invGray">
            <a:xfrm>
              <a:off x="617057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2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79 w 238379"/>
                <a:gd name="connsiteY10" fmla="*/ 382436 h 382435"/>
                <a:gd name="connsiteX11" fmla="*/ 238379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2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79" y="382436"/>
                  </a:lnTo>
                  <a:lnTo>
                    <a:pt x="238379" y="226761"/>
                  </a:lnTo>
                  <a:cubicBezTo>
                    <a:pt x="238379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2829F476-ED09-20E6-5EAA-02E2902A236C}"/>
                </a:ext>
              </a:extLst>
            </p:cNvPr>
            <p:cNvSpPr/>
            <p:nvPr/>
          </p:nvSpPr>
          <p:spPr bwMode="invGray">
            <a:xfrm>
              <a:off x="167820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F46DAB7D-75B0-E582-B883-6488760AC5CC}"/>
                </a:ext>
              </a:extLst>
            </p:cNvPr>
            <p:cNvSpPr/>
            <p:nvPr/>
          </p:nvSpPr>
          <p:spPr bwMode="invGray">
            <a:xfrm>
              <a:off x="2898939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8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A4AEDB42-E6E1-08D5-817F-EEE3830FEC41}"/>
                </a:ext>
              </a:extLst>
            </p:cNvPr>
            <p:cNvSpPr/>
            <p:nvPr/>
          </p:nvSpPr>
          <p:spPr bwMode="invGray">
            <a:xfrm>
              <a:off x="3143614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A2E082AA-9029-4544-AD0C-D45D85B63BDD}"/>
                </a:ext>
              </a:extLst>
            </p:cNvPr>
            <p:cNvSpPr/>
            <p:nvPr/>
          </p:nvSpPr>
          <p:spPr bwMode="invGray">
            <a:xfrm>
              <a:off x="2242171" y="4352251"/>
              <a:ext cx="237602" cy="382513"/>
            </a:xfrm>
            <a:custGeom>
              <a:avLst/>
              <a:gdLst>
                <a:gd name="connsiteX0" fmla="*/ 131354 w 237602"/>
                <a:gd name="connsiteY0" fmla="*/ 0 h 382513"/>
                <a:gd name="connsiteX1" fmla="*/ 68863 w 237602"/>
                <a:gd name="connsiteY1" fmla="*/ 24523 h 382513"/>
                <a:gd name="connsiteX2" fmla="*/ 68863 w 237602"/>
                <a:gd name="connsiteY2" fmla="*/ 5898 h 382513"/>
                <a:gd name="connsiteX3" fmla="*/ 0 w 237602"/>
                <a:gd name="connsiteY3" fmla="*/ 5898 h 382513"/>
                <a:gd name="connsiteX4" fmla="*/ 0 w 237602"/>
                <a:gd name="connsiteY4" fmla="*/ 382513 h 382513"/>
                <a:gd name="connsiteX5" fmla="*/ 68863 w 237602"/>
                <a:gd name="connsiteY5" fmla="*/ 348134 h 382513"/>
                <a:gd name="connsiteX6" fmla="*/ 68863 w 237602"/>
                <a:gd name="connsiteY6" fmla="*/ 264166 h 382513"/>
                <a:gd name="connsiteX7" fmla="*/ 130188 w 237602"/>
                <a:gd name="connsiteY7" fmla="*/ 286904 h 382513"/>
                <a:gd name="connsiteX8" fmla="*/ 237602 w 237602"/>
                <a:gd name="connsiteY8" fmla="*/ 144034 h 382513"/>
                <a:gd name="connsiteX9" fmla="*/ 131354 w 237602"/>
                <a:gd name="connsiteY9" fmla="*/ 0 h 382513"/>
                <a:gd name="connsiteX10" fmla="*/ 118529 w 237602"/>
                <a:gd name="connsiteY10" fmla="*/ 220940 h 382513"/>
                <a:gd name="connsiteX11" fmla="*/ 68863 w 237602"/>
                <a:gd name="connsiteY11" fmla="*/ 195874 h 382513"/>
                <a:gd name="connsiteX12" fmla="*/ 68863 w 237602"/>
                <a:gd name="connsiteY12" fmla="*/ 90953 h 382513"/>
                <a:gd name="connsiteX13" fmla="*/ 114410 w 237602"/>
                <a:gd name="connsiteY13" fmla="*/ 66430 h 382513"/>
                <a:gd name="connsiteX14" fmla="*/ 166407 w 237602"/>
                <a:gd name="connsiteY14" fmla="*/ 147449 h 382513"/>
                <a:gd name="connsiteX15" fmla="*/ 118529 w 237602"/>
                <a:gd name="connsiteY15" fmla="*/ 220940 h 382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7602" h="382513">
                  <a:moveTo>
                    <a:pt x="131354" y="0"/>
                  </a:moveTo>
                  <a:cubicBezTo>
                    <a:pt x="105627" y="0"/>
                    <a:pt x="86973" y="8149"/>
                    <a:pt x="68863" y="24523"/>
                  </a:cubicBezTo>
                  <a:lnTo>
                    <a:pt x="68863" y="5898"/>
                  </a:lnTo>
                  <a:lnTo>
                    <a:pt x="0" y="5898"/>
                  </a:lnTo>
                  <a:lnTo>
                    <a:pt x="0" y="382513"/>
                  </a:lnTo>
                  <a:lnTo>
                    <a:pt x="68863" y="348134"/>
                  </a:lnTo>
                  <a:lnTo>
                    <a:pt x="68863" y="264166"/>
                  </a:lnTo>
                  <a:cubicBezTo>
                    <a:pt x="81144" y="275807"/>
                    <a:pt x="99798" y="286904"/>
                    <a:pt x="130188" y="286904"/>
                  </a:cubicBezTo>
                  <a:cubicBezTo>
                    <a:pt x="208456" y="286904"/>
                    <a:pt x="237602" y="214577"/>
                    <a:pt x="237602" y="144034"/>
                  </a:cubicBezTo>
                  <a:cubicBezTo>
                    <a:pt x="237602" y="70000"/>
                    <a:pt x="205502" y="0"/>
                    <a:pt x="131354" y="0"/>
                  </a:cubicBezTo>
                  <a:close/>
                  <a:moveTo>
                    <a:pt x="118529" y="220940"/>
                  </a:moveTo>
                  <a:cubicBezTo>
                    <a:pt x="98709" y="220940"/>
                    <a:pt x="79978" y="211628"/>
                    <a:pt x="68863" y="195874"/>
                  </a:cubicBezTo>
                  <a:lnTo>
                    <a:pt x="68863" y="90953"/>
                  </a:lnTo>
                  <a:cubicBezTo>
                    <a:pt x="79978" y="75199"/>
                    <a:pt x="95134" y="66430"/>
                    <a:pt x="114410" y="66430"/>
                  </a:cubicBezTo>
                  <a:cubicBezTo>
                    <a:pt x="155837" y="66430"/>
                    <a:pt x="166407" y="107250"/>
                    <a:pt x="166407" y="147449"/>
                  </a:cubicBezTo>
                  <a:cubicBezTo>
                    <a:pt x="166407" y="187648"/>
                    <a:pt x="157080" y="220940"/>
                    <a:pt x="118529" y="22094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0A768A12-8ACD-5636-1B6F-805DECB22504}"/>
                </a:ext>
              </a:extLst>
            </p:cNvPr>
            <p:cNvSpPr/>
            <p:nvPr/>
          </p:nvSpPr>
          <p:spPr bwMode="invGray">
            <a:xfrm>
              <a:off x="1958323" y="4352251"/>
              <a:ext cx="230063" cy="286826"/>
            </a:xfrm>
            <a:custGeom>
              <a:avLst/>
              <a:gdLst>
                <a:gd name="connsiteX0" fmla="*/ 230063 w 230063"/>
                <a:gd name="connsiteY0" fmla="*/ 281006 h 286826"/>
                <a:gd name="connsiteX1" fmla="*/ 230063 w 230063"/>
                <a:gd name="connsiteY1" fmla="*/ 96230 h 286826"/>
                <a:gd name="connsiteX2" fmla="*/ 117985 w 230063"/>
                <a:gd name="connsiteY2" fmla="*/ 0 h 286826"/>
                <a:gd name="connsiteX3" fmla="*/ 22773 w 230063"/>
                <a:gd name="connsiteY3" fmla="*/ 28015 h 286826"/>
                <a:gd name="connsiteX4" fmla="*/ 50210 w 230063"/>
                <a:gd name="connsiteY4" fmla="*/ 76984 h 286826"/>
                <a:gd name="connsiteX5" fmla="*/ 113866 w 230063"/>
                <a:gd name="connsiteY5" fmla="*/ 58902 h 286826"/>
                <a:gd name="connsiteX6" fmla="*/ 161122 w 230063"/>
                <a:gd name="connsiteY6" fmla="*/ 95066 h 286826"/>
                <a:gd name="connsiteX7" fmla="*/ 161122 w 230063"/>
                <a:gd name="connsiteY7" fmla="*/ 109655 h 286826"/>
                <a:gd name="connsiteX8" fmla="*/ 107415 w 230063"/>
                <a:gd name="connsiteY8" fmla="*/ 98558 h 286826"/>
                <a:gd name="connsiteX9" fmla="*/ 0 w 230063"/>
                <a:gd name="connsiteY9" fmla="*/ 191218 h 286826"/>
                <a:gd name="connsiteX10" fmla="*/ 96922 w 230063"/>
                <a:gd name="connsiteY10" fmla="*/ 286827 h 286826"/>
                <a:gd name="connsiteX11" fmla="*/ 161122 w 230063"/>
                <a:gd name="connsiteY11" fmla="*/ 261760 h 286826"/>
                <a:gd name="connsiteX12" fmla="*/ 161122 w 230063"/>
                <a:gd name="connsiteY12" fmla="*/ 281006 h 286826"/>
                <a:gd name="connsiteX13" fmla="*/ 229985 w 230063"/>
                <a:gd name="connsiteY13" fmla="*/ 281006 h 286826"/>
                <a:gd name="connsiteX14" fmla="*/ 109202 w 230063"/>
                <a:gd name="connsiteY14" fmla="*/ 227382 h 286826"/>
                <a:gd name="connsiteX15" fmla="*/ 70107 w 230063"/>
                <a:gd name="connsiteY15" fmla="*/ 189511 h 286826"/>
                <a:gd name="connsiteX16" fmla="*/ 115032 w 230063"/>
                <a:gd name="connsiteY16" fmla="*/ 153968 h 286826"/>
                <a:gd name="connsiteX17" fmla="*/ 161122 w 230063"/>
                <a:gd name="connsiteY17" fmla="*/ 165608 h 286826"/>
                <a:gd name="connsiteX18" fmla="*/ 161122 w 230063"/>
                <a:gd name="connsiteY18" fmla="*/ 200608 h 286826"/>
                <a:gd name="connsiteX19" fmla="*/ 109125 w 230063"/>
                <a:gd name="connsiteY19" fmla="*/ 22745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0063" h="286826">
                  <a:moveTo>
                    <a:pt x="230063" y="281006"/>
                  </a:moveTo>
                  <a:lnTo>
                    <a:pt x="230063" y="96230"/>
                  </a:lnTo>
                  <a:cubicBezTo>
                    <a:pt x="230063" y="33836"/>
                    <a:pt x="187470" y="0"/>
                    <a:pt x="117985" y="0"/>
                  </a:cubicBezTo>
                  <a:cubicBezTo>
                    <a:pt x="81222" y="0"/>
                    <a:pt x="52619" y="9313"/>
                    <a:pt x="22773" y="28015"/>
                  </a:cubicBezTo>
                  <a:lnTo>
                    <a:pt x="50210" y="76984"/>
                  </a:lnTo>
                  <a:cubicBezTo>
                    <a:pt x="71817" y="64179"/>
                    <a:pt x="92258" y="58902"/>
                    <a:pt x="113866" y="58902"/>
                  </a:cubicBezTo>
                  <a:cubicBezTo>
                    <a:pt x="144256" y="58902"/>
                    <a:pt x="161122" y="69379"/>
                    <a:pt x="161122" y="95066"/>
                  </a:cubicBezTo>
                  <a:lnTo>
                    <a:pt x="161122" y="109655"/>
                  </a:lnTo>
                  <a:cubicBezTo>
                    <a:pt x="143012" y="100886"/>
                    <a:pt x="124902" y="98558"/>
                    <a:pt x="107415" y="98558"/>
                  </a:cubicBezTo>
                  <a:cubicBezTo>
                    <a:pt x="41427" y="98558"/>
                    <a:pt x="0" y="131229"/>
                    <a:pt x="0" y="191218"/>
                  </a:cubicBezTo>
                  <a:cubicBezTo>
                    <a:pt x="0" y="251206"/>
                    <a:pt x="42593" y="286827"/>
                    <a:pt x="96922" y="286827"/>
                  </a:cubicBezTo>
                  <a:cubicBezTo>
                    <a:pt x="123814" y="286827"/>
                    <a:pt x="144800" y="278057"/>
                    <a:pt x="161122" y="261760"/>
                  </a:cubicBezTo>
                  <a:lnTo>
                    <a:pt x="161122" y="281006"/>
                  </a:lnTo>
                  <a:lnTo>
                    <a:pt x="229985" y="281006"/>
                  </a:lnTo>
                  <a:close/>
                  <a:moveTo>
                    <a:pt x="109202" y="227382"/>
                  </a:moveTo>
                  <a:cubicBezTo>
                    <a:pt x="83476" y="227382"/>
                    <a:pt x="70107" y="210464"/>
                    <a:pt x="70107" y="189511"/>
                  </a:cubicBezTo>
                  <a:cubicBezTo>
                    <a:pt x="70107" y="167393"/>
                    <a:pt x="84719" y="153968"/>
                    <a:pt x="115032" y="153968"/>
                  </a:cubicBezTo>
                  <a:cubicBezTo>
                    <a:pt x="129022" y="153968"/>
                    <a:pt x="147132" y="156917"/>
                    <a:pt x="161122" y="165608"/>
                  </a:cubicBezTo>
                  <a:lnTo>
                    <a:pt x="161122" y="200608"/>
                  </a:lnTo>
                  <a:cubicBezTo>
                    <a:pt x="145966" y="222725"/>
                    <a:pt x="122571" y="227459"/>
                    <a:pt x="109125" y="22745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C7D746F5-02C8-DEB6-FC68-72DF92EAAF27}"/>
                </a:ext>
              </a:extLst>
            </p:cNvPr>
            <p:cNvSpPr/>
            <p:nvPr/>
          </p:nvSpPr>
          <p:spPr bwMode="invGray">
            <a:xfrm>
              <a:off x="1340728" y="4260755"/>
              <a:ext cx="284392" cy="378322"/>
            </a:xfrm>
            <a:custGeom>
              <a:avLst/>
              <a:gdLst>
                <a:gd name="connsiteX0" fmla="*/ 144800 w 284392"/>
                <a:gd name="connsiteY0" fmla="*/ 308944 h 378322"/>
                <a:gd name="connsiteX1" fmla="*/ 51376 w 284392"/>
                <a:gd name="connsiteY1" fmla="*/ 266960 h 378322"/>
                <a:gd name="connsiteX2" fmla="*/ 0 w 284392"/>
                <a:gd name="connsiteY2" fmla="*/ 312436 h 378322"/>
                <a:gd name="connsiteX3" fmla="*/ 146587 w 284392"/>
                <a:gd name="connsiteY3" fmla="*/ 378322 h 378322"/>
                <a:gd name="connsiteX4" fmla="*/ 284392 w 284392"/>
                <a:gd name="connsiteY4" fmla="*/ 262304 h 378322"/>
                <a:gd name="connsiteX5" fmla="*/ 251126 w 284392"/>
                <a:gd name="connsiteY5" fmla="*/ 185941 h 378322"/>
                <a:gd name="connsiteX6" fmla="*/ 161821 w 284392"/>
                <a:gd name="connsiteY6" fmla="*/ 149234 h 378322"/>
                <a:gd name="connsiteX7" fmla="*/ 102829 w 284392"/>
                <a:gd name="connsiteY7" fmla="*/ 129988 h 378322"/>
                <a:gd name="connsiteX8" fmla="*/ 87673 w 284392"/>
                <a:gd name="connsiteY8" fmla="*/ 104922 h 378322"/>
                <a:gd name="connsiteX9" fmla="*/ 141380 w 284392"/>
                <a:gd name="connsiteY9" fmla="*/ 69379 h 378322"/>
                <a:gd name="connsiteX10" fmla="*/ 224856 w 284392"/>
                <a:gd name="connsiteY10" fmla="*/ 106706 h 378322"/>
                <a:gd name="connsiteX11" fmla="*/ 276231 w 284392"/>
                <a:gd name="connsiteY11" fmla="*/ 56574 h 378322"/>
                <a:gd name="connsiteX12" fmla="*/ 146043 w 284392"/>
                <a:gd name="connsiteY12" fmla="*/ 0 h 378322"/>
                <a:gd name="connsiteX13" fmla="*/ 14068 w 284392"/>
                <a:gd name="connsiteY13" fmla="*/ 109035 h 378322"/>
                <a:gd name="connsiteX14" fmla="*/ 45624 w 284392"/>
                <a:gd name="connsiteY14" fmla="*/ 182526 h 378322"/>
                <a:gd name="connsiteX15" fmla="*/ 129100 w 284392"/>
                <a:gd name="connsiteY15" fmla="*/ 216362 h 378322"/>
                <a:gd name="connsiteX16" fmla="*/ 188636 w 284392"/>
                <a:gd name="connsiteY16" fmla="*/ 234444 h 378322"/>
                <a:gd name="connsiteX17" fmla="*/ 210243 w 284392"/>
                <a:gd name="connsiteY17" fmla="*/ 264166 h 378322"/>
                <a:gd name="connsiteX18" fmla="*/ 144878 w 284392"/>
                <a:gd name="connsiteY18" fmla="*/ 309022 h 378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84392" h="378322">
                  <a:moveTo>
                    <a:pt x="144800" y="308944"/>
                  </a:moveTo>
                  <a:cubicBezTo>
                    <a:pt x="109746" y="308944"/>
                    <a:pt x="75315" y="295518"/>
                    <a:pt x="51376" y="266960"/>
                  </a:cubicBezTo>
                  <a:lnTo>
                    <a:pt x="0" y="312436"/>
                  </a:lnTo>
                  <a:cubicBezTo>
                    <a:pt x="33266" y="361405"/>
                    <a:pt x="92802" y="378322"/>
                    <a:pt x="146587" y="378322"/>
                  </a:cubicBezTo>
                  <a:cubicBezTo>
                    <a:pt x="221358" y="378322"/>
                    <a:pt x="284392" y="345108"/>
                    <a:pt x="284392" y="262304"/>
                  </a:cubicBezTo>
                  <a:cubicBezTo>
                    <a:pt x="284392" y="227925"/>
                    <a:pt x="273278" y="204023"/>
                    <a:pt x="251126" y="185941"/>
                  </a:cubicBezTo>
                  <a:cubicBezTo>
                    <a:pt x="226021" y="165531"/>
                    <a:pt x="195087" y="157925"/>
                    <a:pt x="161821" y="149234"/>
                  </a:cubicBezTo>
                  <a:cubicBezTo>
                    <a:pt x="133763" y="142249"/>
                    <a:pt x="115731" y="136972"/>
                    <a:pt x="102829" y="129988"/>
                  </a:cubicBezTo>
                  <a:cubicBezTo>
                    <a:pt x="91714" y="123547"/>
                    <a:pt x="87673" y="116019"/>
                    <a:pt x="87673" y="104922"/>
                  </a:cubicBezTo>
                  <a:cubicBezTo>
                    <a:pt x="87673" y="79234"/>
                    <a:pt x="110446" y="69379"/>
                    <a:pt x="141380" y="69379"/>
                  </a:cubicBezTo>
                  <a:cubicBezTo>
                    <a:pt x="177599" y="69379"/>
                    <a:pt x="200917" y="82804"/>
                    <a:pt x="224856" y="106706"/>
                  </a:cubicBezTo>
                  <a:lnTo>
                    <a:pt x="276231" y="56574"/>
                  </a:lnTo>
                  <a:cubicBezTo>
                    <a:pt x="243509" y="23359"/>
                    <a:pt x="202626" y="0"/>
                    <a:pt x="146043" y="0"/>
                  </a:cubicBezTo>
                  <a:cubicBezTo>
                    <a:pt x="80678" y="0"/>
                    <a:pt x="14068" y="31508"/>
                    <a:pt x="14068" y="109035"/>
                  </a:cubicBezTo>
                  <a:cubicBezTo>
                    <a:pt x="14068" y="134101"/>
                    <a:pt x="21063" y="162659"/>
                    <a:pt x="45624" y="182526"/>
                  </a:cubicBezTo>
                  <a:cubicBezTo>
                    <a:pt x="70185" y="202315"/>
                    <a:pt x="109824" y="211706"/>
                    <a:pt x="129100" y="216362"/>
                  </a:cubicBezTo>
                  <a:cubicBezTo>
                    <a:pt x="160034" y="223967"/>
                    <a:pt x="175812" y="228002"/>
                    <a:pt x="188636" y="234444"/>
                  </a:cubicBezTo>
                  <a:cubicBezTo>
                    <a:pt x="206124" y="243213"/>
                    <a:pt x="210243" y="253689"/>
                    <a:pt x="210243" y="264166"/>
                  </a:cubicBezTo>
                  <a:cubicBezTo>
                    <a:pt x="210243" y="290397"/>
                    <a:pt x="186304" y="309022"/>
                    <a:pt x="144878" y="309022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1B8F581E-F7B5-747E-BA45-DFE5786E455B}"/>
                </a:ext>
              </a:extLst>
            </p:cNvPr>
            <p:cNvSpPr/>
            <p:nvPr/>
          </p:nvSpPr>
          <p:spPr bwMode="invGray">
            <a:xfrm>
              <a:off x="4818877" y="4352329"/>
              <a:ext cx="177521" cy="281006"/>
            </a:xfrm>
            <a:custGeom>
              <a:avLst/>
              <a:gdLst>
                <a:gd name="connsiteX0" fmla="*/ 68864 w 177521"/>
                <a:gd name="connsiteY0" fmla="*/ 131074 h 281006"/>
                <a:gd name="connsiteX1" fmla="*/ 109669 w 177521"/>
                <a:gd name="connsiteY1" fmla="*/ 70465 h 281006"/>
                <a:gd name="connsiteX2" fmla="*/ 149386 w 177521"/>
                <a:gd name="connsiteY2" fmla="*/ 87383 h 281006"/>
                <a:gd name="connsiteX3" fmla="*/ 177522 w 177521"/>
                <a:gd name="connsiteY3" fmla="*/ 18625 h 281006"/>
                <a:gd name="connsiteX4" fmla="*/ 126690 w 177521"/>
                <a:gd name="connsiteY4" fmla="*/ 0 h 281006"/>
                <a:gd name="connsiteX5" fmla="*/ 68864 w 177521"/>
                <a:gd name="connsiteY5" fmla="*/ 25066 h 281006"/>
                <a:gd name="connsiteX6" fmla="*/ 68864 w 177521"/>
                <a:gd name="connsiteY6" fmla="*/ 5820 h 281006"/>
                <a:gd name="connsiteX7" fmla="*/ 0 w 177521"/>
                <a:gd name="connsiteY7" fmla="*/ 5820 h 281006"/>
                <a:gd name="connsiteX8" fmla="*/ 0 w 177521"/>
                <a:gd name="connsiteY8" fmla="*/ 281006 h 281006"/>
                <a:gd name="connsiteX9" fmla="*/ 68864 w 177521"/>
                <a:gd name="connsiteY9" fmla="*/ 281006 h 281006"/>
                <a:gd name="connsiteX10" fmla="*/ 68864 w 177521"/>
                <a:gd name="connsiteY10" fmla="*/ 131152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7521" h="281006">
                  <a:moveTo>
                    <a:pt x="68864" y="131074"/>
                  </a:moveTo>
                  <a:cubicBezTo>
                    <a:pt x="68864" y="97859"/>
                    <a:pt x="76947" y="70465"/>
                    <a:pt x="109669" y="70465"/>
                  </a:cubicBezTo>
                  <a:cubicBezTo>
                    <a:pt x="126612" y="70465"/>
                    <a:pt x="138893" y="77449"/>
                    <a:pt x="149386" y="87383"/>
                  </a:cubicBezTo>
                  <a:lnTo>
                    <a:pt x="177522" y="18625"/>
                  </a:lnTo>
                  <a:cubicBezTo>
                    <a:pt x="162910" y="5820"/>
                    <a:pt x="145966" y="0"/>
                    <a:pt x="126690" y="0"/>
                  </a:cubicBezTo>
                  <a:cubicBezTo>
                    <a:pt x="104539" y="0"/>
                    <a:pt x="84642" y="9312"/>
                    <a:pt x="68864" y="25066"/>
                  </a:cubicBezTo>
                  <a:lnTo>
                    <a:pt x="68864" y="5820"/>
                  </a:lnTo>
                  <a:lnTo>
                    <a:pt x="0" y="5820"/>
                  </a:lnTo>
                  <a:lnTo>
                    <a:pt x="0" y="281006"/>
                  </a:lnTo>
                  <a:lnTo>
                    <a:pt x="68864" y="281006"/>
                  </a:lnTo>
                  <a:lnTo>
                    <a:pt x="68864" y="131152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0BB5ED1F-904A-DE94-58CE-D62DD45439ED}"/>
                </a:ext>
              </a:extLst>
            </p:cNvPr>
            <p:cNvSpPr/>
            <p:nvPr/>
          </p:nvSpPr>
          <p:spPr bwMode="invGray">
            <a:xfrm>
              <a:off x="5810324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556B24DC-01A3-D72D-39C8-0B651574C655}"/>
                </a:ext>
              </a:extLst>
            </p:cNvPr>
            <p:cNvSpPr/>
            <p:nvPr/>
          </p:nvSpPr>
          <p:spPr bwMode="invGray">
            <a:xfrm>
              <a:off x="5379966" y="4358382"/>
              <a:ext cx="398257" cy="275185"/>
            </a:xfrm>
            <a:custGeom>
              <a:avLst/>
              <a:gdLst>
                <a:gd name="connsiteX0" fmla="*/ 279107 w 398257"/>
                <a:gd name="connsiteY0" fmla="*/ 159710 h 275185"/>
                <a:gd name="connsiteX1" fmla="*/ 232395 w 398257"/>
                <a:gd name="connsiteY1" fmla="*/ 0 h 275185"/>
                <a:gd name="connsiteX2" fmla="*/ 167651 w 398257"/>
                <a:gd name="connsiteY2" fmla="*/ 0 h 275185"/>
                <a:gd name="connsiteX3" fmla="*/ 120939 w 398257"/>
                <a:gd name="connsiteY3" fmla="*/ 159710 h 275185"/>
                <a:gd name="connsiteX4" fmla="*/ 79434 w 398257"/>
                <a:gd name="connsiteY4" fmla="*/ 0 h 275185"/>
                <a:gd name="connsiteX5" fmla="*/ 0 w 398257"/>
                <a:gd name="connsiteY5" fmla="*/ 0 h 275185"/>
                <a:gd name="connsiteX6" fmla="*/ 86429 w 398257"/>
                <a:gd name="connsiteY6" fmla="*/ 275186 h 275185"/>
                <a:gd name="connsiteX7" fmla="*/ 151873 w 398257"/>
                <a:gd name="connsiteY7" fmla="*/ 275186 h 275185"/>
                <a:gd name="connsiteX8" fmla="*/ 199129 w 398257"/>
                <a:gd name="connsiteY8" fmla="*/ 107870 h 275185"/>
                <a:gd name="connsiteX9" fmla="*/ 245841 w 398257"/>
                <a:gd name="connsiteY9" fmla="*/ 275186 h 275185"/>
                <a:gd name="connsiteX10" fmla="*/ 311285 w 398257"/>
                <a:gd name="connsiteY10" fmla="*/ 275186 h 275185"/>
                <a:gd name="connsiteX11" fmla="*/ 398258 w 398257"/>
                <a:gd name="connsiteY11" fmla="*/ 0 h 275185"/>
                <a:gd name="connsiteX12" fmla="*/ 321156 w 398257"/>
                <a:gd name="connsiteY12" fmla="*/ 0 h 275185"/>
                <a:gd name="connsiteX13" fmla="*/ 279107 w 398257"/>
                <a:gd name="connsiteY13" fmla="*/ 159710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8257" h="275185">
                  <a:moveTo>
                    <a:pt x="279107" y="159710"/>
                  </a:moveTo>
                  <a:lnTo>
                    <a:pt x="232395" y="0"/>
                  </a:lnTo>
                  <a:lnTo>
                    <a:pt x="167651" y="0"/>
                  </a:lnTo>
                  <a:lnTo>
                    <a:pt x="120939" y="159710"/>
                  </a:lnTo>
                  <a:lnTo>
                    <a:pt x="79434" y="0"/>
                  </a:lnTo>
                  <a:lnTo>
                    <a:pt x="0" y="0"/>
                  </a:lnTo>
                  <a:lnTo>
                    <a:pt x="86429" y="275186"/>
                  </a:lnTo>
                  <a:lnTo>
                    <a:pt x="151873" y="275186"/>
                  </a:lnTo>
                  <a:lnTo>
                    <a:pt x="199129" y="107870"/>
                  </a:lnTo>
                  <a:lnTo>
                    <a:pt x="245841" y="275186"/>
                  </a:lnTo>
                  <a:lnTo>
                    <a:pt x="311285" y="275186"/>
                  </a:lnTo>
                  <a:lnTo>
                    <a:pt x="398258" y="0"/>
                  </a:lnTo>
                  <a:lnTo>
                    <a:pt x="321156" y="0"/>
                  </a:lnTo>
                  <a:lnTo>
                    <a:pt x="279107" y="15971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64EC2C0-338C-6DCC-57CC-84FE43219704}"/>
                </a:ext>
              </a:extLst>
            </p:cNvPr>
            <p:cNvSpPr/>
            <p:nvPr/>
          </p:nvSpPr>
          <p:spPr bwMode="invGray">
            <a:xfrm>
              <a:off x="5815609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30F792F8-DC52-F681-A72A-A143D509AF9E}"/>
                </a:ext>
              </a:extLst>
            </p:cNvPr>
            <p:cNvSpPr/>
            <p:nvPr/>
          </p:nvSpPr>
          <p:spPr bwMode="invGray">
            <a:xfrm>
              <a:off x="6582279" y="4352561"/>
              <a:ext cx="240555" cy="286904"/>
            </a:xfrm>
            <a:custGeom>
              <a:avLst/>
              <a:gdLst>
                <a:gd name="connsiteX0" fmla="*/ 131975 w 240555"/>
                <a:gd name="connsiteY0" fmla="*/ 218069 h 286904"/>
                <a:gd name="connsiteX1" fmla="*/ 73605 w 240555"/>
                <a:gd name="connsiteY1" fmla="*/ 142870 h 286904"/>
                <a:gd name="connsiteX2" fmla="*/ 131431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5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5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5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1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19" y="0"/>
                    <a:pt x="131975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5" y="204721"/>
                    <a:pt x="157080" y="218146"/>
                    <a:pt x="131975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3AE51D1D-3427-54B0-194C-12E2D8AFB79C}"/>
                </a:ext>
              </a:extLst>
            </p:cNvPr>
            <p:cNvSpPr/>
            <p:nvPr/>
          </p:nvSpPr>
          <p:spPr bwMode="invGray">
            <a:xfrm>
              <a:off x="7751870" y="4251132"/>
              <a:ext cx="247007" cy="388255"/>
            </a:xfrm>
            <a:custGeom>
              <a:avLst/>
              <a:gdLst>
                <a:gd name="connsiteX0" fmla="*/ 175734 w 247007"/>
                <a:gd name="connsiteY0" fmla="*/ 123547 h 388255"/>
                <a:gd name="connsiteX1" fmla="*/ 111534 w 247007"/>
                <a:gd name="connsiteY1" fmla="*/ 101429 h 388255"/>
                <a:gd name="connsiteX2" fmla="*/ 0 w 247007"/>
                <a:gd name="connsiteY2" fmla="*/ 242514 h 388255"/>
                <a:gd name="connsiteX3" fmla="*/ 113244 w 247007"/>
                <a:gd name="connsiteY3" fmla="*/ 388256 h 388255"/>
                <a:gd name="connsiteX4" fmla="*/ 175734 w 247007"/>
                <a:gd name="connsiteY4" fmla="*/ 364354 h 388255"/>
                <a:gd name="connsiteX5" fmla="*/ 175734 w 247007"/>
                <a:gd name="connsiteY5" fmla="*/ 382436 h 388255"/>
                <a:gd name="connsiteX6" fmla="*/ 247007 w 247007"/>
                <a:gd name="connsiteY6" fmla="*/ 382436 h 388255"/>
                <a:gd name="connsiteX7" fmla="*/ 247007 w 247007"/>
                <a:gd name="connsiteY7" fmla="*/ 0 h 388255"/>
                <a:gd name="connsiteX8" fmla="*/ 175734 w 247007"/>
                <a:gd name="connsiteY8" fmla="*/ 35543 h 388255"/>
                <a:gd name="connsiteX9" fmla="*/ 175734 w 247007"/>
                <a:gd name="connsiteY9" fmla="*/ 123547 h 388255"/>
                <a:gd name="connsiteX10" fmla="*/ 175734 w 247007"/>
                <a:gd name="connsiteY10" fmla="*/ 297303 h 388255"/>
                <a:gd name="connsiteX11" fmla="*/ 127856 w 247007"/>
                <a:gd name="connsiteY11" fmla="*/ 321206 h 388255"/>
                <a:gd name="connsiteX12" fmla="*/ 74693 w 247007"/>
                <a:gd name="connsiteY12" fmla="*/ 240186 h 388255"/>
                <a:gd name="connsiteX13" fmla="*/ 126069 w 247007"/>
                <a:gd name="connsiteY13" fmla="*/ 168480 h 388255"/>
                <a:gd name="connsiteX14" fmla="*/ 175734 w 247007"/>
                <a:gd name="connsiteY14" fmla="*/ 192382 h 388255"/>
                <a:gd name="connsiteX15" fmla="*/ 175734 w 247007"/>
                <a:gd name="connsiteY15" fmla="*/ 297303 h 388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7007" h="388255">
                  <a:moveTo>
                    <a:pt x="175734" y="123547"/>
                  </a:moveTo>
                  <a:cubicBezTo>
                    <a:pt x="158246" y="107793"/>
                    <a:pt x="135473" y="101429"/>
                    <a:pt x="111534" y="101429"/>
                  </a:cubicBezTo>
                  <a:cubicBezTo>
                    <a:pt x="39717" y="101429"/>
                    <a:pt x="0" y="159167"/>
                    <a:pt x="0" y="242514"/>
                  </a:cubicBezTo>
                  <a:cubicBezTo>
                    <a:pt x="0" y="319498"/>
                    <a:pt x="33888" y="388256"/>
                    <a:pt x="113244" y="388256"/>
                  </a:cubicBezTo>
                  <a:cubicBezTo>
                    <a:pt x="138349" y="388256"/>
                    <a:pt x="152339" y="381271"/>
                    <a:pt x="175734" y="364354"/>
                  </a:cubicBezTo>
                  <a:lnTo>
                    <a:pt x="175734" y="382436"/>
                  </a:lnTo>
                  <a:lnTo>
                    <a:pt x="247007" y="382436"/>
                  </a:lnTo>
                  <a:lnTo>
                    <a:pt x="247007" y="0"/>
                  </a:lnTo>
                  <a:lnTo>
                    <a:pt x="175734" y="35543"/>
                  </a:lnTo>
                  <a:lnTo>
                    <a:pt x="175734" y="123547"/>
                  </a:lnTo>
                  <a:close/>
                  <a:moveTo>
                    <a:pt x="175734" y="297303"/>
                  </a:moveTo>
                  <a:cubicBezTo>
                    <a:pt x="161744" y="312436"/>
                    <a:pt x="147676" y="321206"/>
                    <a:pt x="127856" y="321206"/>
                  </a:cubicBezTo>
                  <a:cubicBezTo>
                    <a:pt x="87595" y="321206"/>
                    <a:pt x="74693" y="284499"/>
                    <a:pt x="74693" y="240186"/>
                  </a:cubicBezTo>
                  <a:cubicBezTo>
                    <a:pt x="74693" y="201151"/>
                    <a:pt x="84642" y="168480"/>
                    <a:pt x="126069" y="168480"/>
                  </a:cubicBezTo>
                  <a:cubicBezTo>
                    <a:pt x="145888" y="168480"/>
                    <a:pt x="160500" y="176085"/>
                    <a:pt x="175734" y="192382"/>
                  </a:cubicBezTo>
                  <a:lnTo>
                    <a:pt x="175734" y="297303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53D794FB-7C32-86AD-65ED-5E0396788666}"/>
                </a:ext>
              </a:extLst>
            </p:cNvPr>
            <p:cNvSpPr/>
            <p:nvPr/>
          </p:nvSpPr>
          <p:spPr bwMode="invGray">
            <a:xfrm>
              <a:off x="8325162" y="4352561"/>
              <a:ext cx="237757" cy="281083"/>
            </a:xfrm>
            <a:custGeom>
              <a:avLst/>
              <a:gdLst>
                <a:gd name="connsiteX0" fmla="*/ 138426 w 237757"/>
                <a:gd name="connsiteY0" fmla="*/ 0 h 281083"/>
                <a:gd name="connsiteX1" fmla="*/ 71273 w 237757"/>
                <a:gd name="connsiteY1" fmla="*/ 24523 h 281083"/>
                <a:gd name="connsiteX2" fmla="*/ 71273 w 237757"/>
                <a:gd name="connsiteY2" fmla="*/ 5898 h 281083"/>
                <a:gd name="connsiteX3" fmla="*/ 0 w 237757"/>
                <a:gd name="connsiteY3" fmla="*/ 5898 h 281083"/>
                <a:gd name="connsiteX4" fmla="*/ 0 w 237757"/>
                <a:gd name="connsiteY4" fmla="*/ 281084 h 281083"/>
                <a:gd name="connsiteX5" fmla="*/ 71273 w 237757"/>
                <a:gd name="connsiteY5" fmla="*/ 281084 h 281083"/>
                <a:gd name="connsiteX6" fmla="*/ 71273 w 237757"/>
                <a:gd name="connsiteY6" fmla="*/ 129522 h 281083"/>
                <a:gd name="connsiteX7" fmla="*/ 119151 w 237757"/>
                <a:gd name="connsiteY7" fmla="*/ 67128 h 281083"/>
                <a:gd name="connsiteX8" fmla="*/ 166485 w 237757"/>
                <a:gd name="connsiteY8" fmla="*/ 131229 h 281083"/>
                <a:gd name="connsiteX9" fmla="*/ 166485 w 237757"/>
                <a:gd name="connsiteY9" fmla="*/ 281084 h 281083"/>
                <a:gd name="connsiteX10" fmla="*/ 237758 w 237757"/>
                <a:gd name="connsiteY10" fmla="*/ 281084 h 281083"/>
                <a:gd name="connsiteX11" fmla="*/ 237758 w 237757"/>
                <a:gd name="connsiteY11" fmla="*/ 125409 h 281083"/>
                <a:gd name="connsiteX12" fmla="*/ 138504 w 237757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757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85" y="92815"/>
                    <a:pt x="166485" y="131229"/>
                  </a:cubicBezTo>
                  <a:lnTo>
                    <a:pt x="166485" y="281084"/>
                  </a:lnTo>
                  <a:lnTo>
                    <a:pt x="237758" y="281084"/>
                  </a:lnTo>
                  <a:lnTo>
                    <a:pt x="237758" y="125409"/>
                  </a:lnTo>
                  <a:cubicBezTo>
                    <a:pt x="237758" y="57816"/>
                    <a:pt x="213197" y="78"/>
                    <a:pt x="138504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7BE0A5E6-82E3-96B6-1238-09B206888AEC}"/>
                </a:ext>
              </a:extLst>
            </p:cNvPr>
            <p:cNvSpPr/>
            <p:nvPr/>
          </p:nvSpPr>
          <p:spPr bwMode="invGray">
            <a:xfrm>
              <a:off x="8041469" y="4352561"/>
              <a:ext cx="238846" cy="286904"/>
            </a:xfrm>
            <a:custGeom>
              <a:avLst/>
              <a:gdLst>
                <a:gd name="connsiteX0" fmla="*/ 122027 w 238846"/>
                <a:gd name="connsiteY0" fmla="*/ 0 h 286904"/>
                <a:gd name="connsiteX1" fmla="*/ 0 w 238846"/>
                <a:gd name="connsiteY1" fmla="*/ 144034 h 286904"/>
                <a:gd name="connsiteX2" fmla="*/ 126690 w 238846"/>
                <a:gd name="connsiteY2" fmla="*/ 286904 h 286904"/>
                <a:gd name="connsiteX3" fmla="*/ 226566 w 238846"/>
                <a:gd name="connsiteY3" fmla="*/ 243213 h 286904"/>
                <a:gd name="connsiteX4" fmla="*/ 177522 w 238846"/>
                <a:gd name="connsiteY4" fmla="*/ 201850 h 286904"/>
                <a:gd name="connsiteX5" fmla="*/ 129644 w 238846"/>
                <a:gd name="connsiteY5" fmla="*/ 221095 h 286904"/>
                <a:gd name="connsiteX6" fmla="*/ 70651 w 238846"/>
                <a:gd name="connsiteY6" fmla="*/ 166850 h 286904"/>
                <a:gd name="connsiteX7" fmla="*/ 237680 w 238846"/>
                <a:gd name="connsiteY7" fmla="*/ 166850 h 286904"/>
                <a:gd name="connsiteX8" fmla="*/ 238846 w 238846"/>
                <a:gd name="connsiteY8" fmla="*/ 142948 h 286904"/>
                <a:gd name="connsiteX9" fmla="*/ 122027 w 238846"/>
                <a:gd name="connsiteY9" fmla="*/ 78 h 286904"/>
                <a:gd name="connsiteX10" fmla="*/ 71817 w 238846"/>
                <a:gd name="connsiteY10" fmla="*/ 113070 h 286904"/>
                <a:gd name="connsiteX11" fmla="*/ 119695 w 238846"/>
                <a:gd name="connsiteY11" fmla="*/ 61152 h 286904"/>
                <a:gd name="connsiteX12" fmla="*/ 169905 w 238846"/>
                <a:gd name="connsiteY12" fmla="*/ 113070 h 286904"/>
                <a:gd name="connsiteX13" fmla="*/ 71817 w 238846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6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2" y="215818"/>
                    <a:pt x="147131" y="221095"/>
                    <a:pt x="129644" y="221095"/>
                  </a:cubicBezTo>
                  <a:cubicBezTo>
                    <a:pt x="99876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6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291C46A3-5285-F849-D92C-29B7D775ACA8}"/>
                </a:ext>
              </a:extLst>
            </p:cNvPr>
            <p:cNvSpPr/>
            <p:nvPr/>
          </p:nvSpPr>
          <p:spPr bwMode="invGray">
            <a:xfrm>
              <a:off x="8867054" y="4352561"/>
              <a:ext cx="238845" cy="286904"/>
            </a:xfrm>
            <a:custGeom>
              <a:avLst/>
              <a:gdLst>
                <a:gd name="connsiteX0" fmla="*/ 122026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1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6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6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1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4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6" y="78"/>
                  </a:cubicBezTo>
                  <a:close/>
                  <a:moveTo>
                    <a:pt x="71817" y="113070"/>
                  </a:moveTo>
                  <a:cubicBezTo>
                    <a:pt x="73604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EE71C2FB-682A-E8A6-4DBA-5DAACCCEAEE9}"/>
                </a:ext>
              </a:extLst>
            </p:cNvPr>
            <p:cNvSpPr/>
            <p:nvPr/>
          </p:nvSpPr>
          <p:spPr bwMode="invGray">
            <a:xfrm>
              <a:off x="4999974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8CFE479C-6652-1B5B-863E-20D29B4F8637}"/>
                </a:ext>
              </a:extLst>
            </p:cNvPr>
            <p:cNvSpPr/>
            <p:nvPr/>
          </p:nvSpPr>
          <p:spPr bwMode="invGray">
            <a:xfrm>
              <a:off x="3424508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BBBC540A-1209-3901-B493-0F16D36C440A}"/>
                </a:ext>
              </a:extLst>
            </p:cNvPr>
            <p:cNvSpPr/>
            <p:nvPr/>
          </p:nvSpPr>
          <p:spPr bwMode="invGray">
            <a:xfrm>
              <a:off x="2512417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6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1" y="215818"/>
                    <a:pt x="147132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AE6B84BF-F7B4-627F-3108-6ABF085401DA}"/>
                </a:ext>
              </a:extLst>
            </p:cNvPr>
            <p:cNvSpPr/>
            <p:nvPr/>
          </p:nvSpPr>
          <p:spPr bwMode="invGray">
            <a:xfrm>
              <a:off x="4536739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DCD1FC46-A743-02F1-609A-B8014DCCB138}"/>
                </a:ext>
              </a:extLst>
            </p:cNvPr>
            <p:cNvSpPr/>
            <p:nvPr/>
          </p:nvSpPr>
          <p:spPr bwMode="invGray">
            <a:xfrm>
              <a:off x="4026014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79EBA918-8567-062E-84F7-E4F3485BCC6D}"/>
                </a:ext>
              </a:extLst>
            </p:cNvPr>
            <p:cNvSpPr/>
            <p:nvPr/>
          </p:nvSpPr>
          <p:spPr bwMode="invGray">
            <a:xfrm>
              <a:off x="8604890" y="4352561"/>
              <a:ext cx="240555" cy="286904"/>
            </a:xfrm>
            <a:custGeom>
              <a:avLst/>
              <a:gdLst>
                <a:gd name="connsiteX0" fmla="*/ 131976 w 240555"/>
                <a:gd name="connsiteY0" fmla="*/ 218069 h 286904"/>
                <a:gd name="connsiteX1" fmla="*/ 73605 w 240555"/>
                <a:gd name="connsiteY1" fmla="*/ 142870 h 286904"/>
                <a:gd name="connsiteX2" fmla="*/ 131432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6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6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6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2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20" y="0"/>
                    <a:pt x="131976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6" y="204721"/>
                    <a:pt x="157080" y="218146"/>
                    <a:pt x="131976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82D0BB62-97B9-02E7-E16D-DBDA1D04B596}"/>
                </a:ext>
              </a:extLst>
            </p:cNvPr>
            <p:cNvSpPr/>
            <p:nvPr/>
          </p:nvSpPr>
          <p:spPr bwMode="invGray">
            <a:xfrm>
              <a:off x="6846230" y="4352561"/>
              <a:ext cx="258043" cy="286826"/>
            </a:xfrm>
            <a:custGeom>
              <a:avLst/>
              <a:gdLst>
                <a:gd name="connsiteX0" fmla="*/ 129022 w 258043"/>
                <a:gd name="connsiteY0" fmla="*/ 0 h 286826"/>
                <a:gd name="connsiteX1" fmla="*/ 0 w 258043"/>
                <a:gd name="connsiteY1" fmla="*/ 143413 h 286826"/>
                <a:gd name="connsiteX2" fmla="*/ 129022 w 258043"/>
                <a:gd name="connsiteY2" fmla="*/ 286827 h 286826"/>
                <a:gd name="connsiteX3" fmla="*/ 258043 w 258043"/>
                <a:gd name="connsiteY3" fmla="*/ 143413 h 286826"/>
                <a:gd name="connsiteX4" fmla="*/ 129022 w 258043"/>
                <a:gd name="connsiteY4" fmla="*/ 0 h 286826"/>
                <a:gd name="connsiteX5" fmla="*/ 129022 w 258043"/>
                <a:gd name="connsiteY5" fmla="*/ 218069 h 286826"/>
                <a:gd name="connsiteX6" fmla="*/ 73527 w 258043"/>
                <a:gd name="connsiteY6" fmla="*/ 143413 h 286826"/>
                <a:gd name="connsiteX7" fmla="*/ 129022 w 258043"/>
                <a:gd name="connsiteY7" fmla="*/ 68215 h 286826"/>
                <a:gd name="connsiteX8" fmla="*/ 184517 w 258043"/>
                <a:gd name="connsiteY8" fmla="*/ 143413 h 286826"/>
                <a:gd name="connsiteX9" fmla="*/ 129022 w 258043"/>
                <a:gd name="connsiteY9" fmla="*/ 21806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8043" h="286826">
                  <a:moveTo>
                    <a:pt x="129022" y="0"/>
                  </a:moveTo>
                  <a:cubicBezTo>
                    <a:pt x="49588" y="0"/>
                    <a:pt x="0" y="62394"/>
                    <a:pt x="0" y="143413"/>
                  </a:cubicBezTo>
                  <a:cubicBezTo>
                    <a:pt x="0" y="228546"/>
                    <a:pt x="54329" y="286827"/>
                    <a:pt x="129022" y="286827"/>
                  </a:cubicBezTo>
                  <a:cubicBezTo>
                    <a:pt x="203714" y="286827"/>
                    <a:pt x="258043" y="228546"/>
                    <a:pt x="258043" y="143413"/>
                  </a:cubicBezTo>
                  <a:cubicBezTo>
                    <a:pt x="258043" y="58281"/>
                    <a:pt x="208378" y="0"/>
                    <a:pt x="129022" y="0"/>
                  </a:cubicBezTo>
                  <a:close/>
                  <a:moveTo>
                    <a:pt x="129022" y="218069"/>
                  </a:moveTo>
                  <a:cubicBezTo>
                    <a:pt x="83476" y="218069"/>
                    <a:pt x="73527" y="174378"/>
                    <a:pt x="73527" y="143413"/>
                  </a:cubicBezTo>
                  <a:cubicBezTo>
                    <a:pt x="73527" y="100886"/>
                    <a:pt x="91015" y="68215"/>
                    <a:pt x="129022" y="68215"/>
                  </a:cubicBezTo>
                  <a:cubicBezTo>
                    <a:pt x="167029" y="68215"/>
                    <a:pt x="184517" y="100886"/>
                    <a:pt x="184517" y="143413"/>
                  </a:cubicBezTo>
                  <a:cubicBezTo>
                    <a:pt x="184517" y="174300"/>
                    <a:pt x="174568" y="218069"/>
                    <a:pt x="129022" y="21806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33A27B94-9527-3D61-81CC-1D2F778436D5}"/>
                </a:ext>
              </a:extLst>
            </p:cNvPr>
            <p:cNvSpPr/>
            <p:nvPr/>
          </p:nvSpPr>
          <p:spPr bwMode="invGray">
            <a:xfrm>
              <a:off x="7419599" y="4252917"/>
              <a:ext cx="174646" cy="380573"/>
            </a:xfrm>
            <a:custGeom>
              <a:avLst/>
              <a:gdLst>
                <a:gd name="connsiteX0" fmla="*/ 38551 w 174646"/>
                <a:gd name="connsiteY0" fmla="*/ 72250 h 380573"/>
                <a:gd name="connsiteX1" fmla="*/ 38551 w 174646"/>
                <a:gd name="connsiteY1" fmla="*/ 105465 h 380573"/>
                <a:gd name="connsiteX2" fmla="*/ 0 w 174646"/>
                <a:gd name="connsiteY2" fmla="*/ 105465 h 380573"/>
                <a:gd name="connsiteX3" fmla="*/ 0 w 174646"/>
                <a:gd name="connsiteY3" fmla="*/ 171894 h 380573"/>
                <a:gd name="connsiteX4" fmla="*/ 38551 w 174646"/>
                <a:gd name="connsiteY4" fmla="*/ 171894 h 380573"/>
                <a:gd name="connsiteX5" fmla="*/ 38551 w 174646"/>
                <a:gd name="connsiteY5" fmla="*/ 380573 h 380573"/>
                <a:gd name="connsiteX6" fmla="*/ 109824 w 174646"/>
                <a:gd name="connsiteY6" fmla="*/ 380573 h 380573"/>
                <a:gd name="connsiteX7" fmla="*/ 109824 w 174646"/>
                <a:gd name="connsiteY7" fmla="*/ 171894 h 380573"/>
                <a:gd name="connsiteX8" fmla="*/ 168817 w 174646"/>
                <a:gd name="connsiteY8" fmla="*/ 171894 h 380573"/>
                <a:gd name="connsiteX9" fmla="*/ 168817 w 174646"/>
                <a:gd name="connsiteY9" fmla="*/ 105465 h 380573"/>
                <a:gd name="connsiteX10" fmla="*/ 109824 w 174646"/>
                <a:gd name="connsiteY10" fmla="*/ 105465 h 380573"/>
                <a:gd name="connsiteX11" fmla="*/ 109824 w 174646"/>
                <a:gd name="connsiteY11" fmla="*/ 83347 h 380573"/>
                <a:gd name="connsiteX12" fmla="*/ 139592 w 174646"/>
                <a:gd name="connsiteY12" fmla="*/ 59445 h 380573"/>
                <a:gd name="connsiteX13" fmla="*/ 174646 w 174646"/>
                <a:gd name="connsiteY13" fmla="*/ 64722 h 380573"/>
                <a:gd name="connsiteX14" fmla="*/ 174646 w 174646"/>
                <a:gd name="connsiteY14" fmla="*/ 7605 h 380573"/>
                <a:gd name="connsiteX15" fmla="*/ 122649 w 174646"/>
                <a:gd name="connsiteY15" fmla="*/ 0 h 380573"/>
                <a:gd name="connsiteX16" fmla="*/ 38551 w 174646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6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3" y="0"/>
                    <a:pt x="122649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2AA64D03-1651-4A5F-72A8-CC69EB2EB39D}"/>
                </a:ext>
              </a:extLst>
            </p:cNvPr>
            <p:cNvSpPr/>
            <p:nvPr/>
          </p:nvSpPr>
          <p:spPr bwMode="invGray">
            <a:xfrm>
              <a:off x="3814838" y="4252917"/>
              <a:ext cx="174645" cy="380573"/>
            </a:xfrm>
            <a:custGeom>
              <a:avLst/>
              <a:gdLst>
                <a:gd name="connsiteX0" fmla="*/ 38551 w 174645"/>
                <a:gd name="connsiteY0" fmla="*/ 72250 h 380573"/>
                <a:gd name="connsiteX1" fmla="*/ 38551 w 174645"/>
                <a:gd name="connsiteY1" fmla="*/ 105465 h 380573"/>
                <a:gd name="connsiteX2" fmla="*/ 0 w 174645"/>
                <a:gd name="connsiteY2" fmla="*/ 105465 h 380573"/>
                <a:gd name="connsiteX3" fmla="*/ 0 w 174645"/>
                <a:gd name="connsiteY3" fmla="*/ 171894 h 380573"/>
                <a:gd name="connsiteX4" fmla="*/ 38551 w 174645"/>
                <a:gd name="connsiteY4" fmla="*/ 171894 h 380573"/>
                <a:gd name="connsiteX5" fmla="*/ 38551 w 174645"/>
                <a:gd name="connsiteY5" fmla="*/ 380573 h 380573"/>
                <a:gd name="connsiteX6" fmla="*/ 109824 w 174645"/>
                <a:gd name="connsiteY6" fmla="*/ 380573 h 380573"/>
                <a:gd name="connsiteX7" fmla="*/ 109824 w 174645"/>
                <a:gd name="connsiteY7" fmla="*/ 171894 h 380573"/>
                <a:gd name="connsiteX8" fmla="*/ 168817 w 174645"/>
                <a:gd name="connsiteY8" fmla="*/ 171894 h 380573"/>
                <a:gd name="connsiteX9" fmla="*/ 168817 w 174645"/>
                <a:gd name="connsiteY9" fmla="*/ 105465 h 380573"/>
                <a:gd name="connsiteX10" fmla="*/ 109824 w 174645"/>
                <a:gd name="connsiteY10" fmla="*/ 105465 h 380573"/>
                <a:gd name="connsiteX11" fmla="*/ 109824 w 174645"/>
                <a:gd name="connsiteY11" fmla="*/ 83347 h 380573"/>
                <a:gd name="connsiteX12" fmla="*/ 139592 w 174645"/>
                <a:gd name="connsiteY12" fmla="*/ 59445 h 380573"/>
                <a:gd name="connsiteX13" fmla="*/ 174646 w 174645"/>
                <a:gd name="connsiteY13" fmla="*/ 64722 h 380573"/>
                <a:gd name="connsiteX14" fmla="*/ 174646 w 174645"/>
                <a:gd name="connsiteY14" fmla="*/ 7605 h 380573"/>
                <a:gd name="connsiteX15" fmla="*/ 122648 w 174645"/>
                <a:gd name="connsiteY15" fmla="*/ 0 h 380573"/>
                <a:gd name="connsiteX16" fmla="*/ 38551 w 174645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5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2" y="0"/>
                    <a:pt x="122648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90127C62-8B0E-D44E-D97D-81D570EB91E0}"/>
                </a:ext>
              </a:extLst>
            </p:cNvPr>
            <p:cNvSpPr/>
            <p:nvPr/>
          </p:nvSpPr>
          <p:spPr bwMode="invGray">
            <a:xfrm>
              <a:off x="7146866" y="4352561"/>
              <a:ext cx="237680" cy="281083"/>
            </a:xfrm>
            <a:custGeom>
              <a:avLst/>
              <a:gdLst>
                <a:gd name="connsiteX0" fmla="*/ 138426 w 237680"/>
                <a:gd name="connsiteY0" fmla="*/ 0 h 281083"/>
                <a:gd name="connsiteX1" fmla="*/ 71273 w 237680"/>
                <a:gd name="connsiteY1" fmla="*/ 24523 h 281083"/>
                <a:gd name="connsiteX2" fmla="*/ 71273 w 237680"/>
                <a:gd name="connsiteY2" fmla="*/ 5898 h 281083"/>
                <a:gd name="connsiteX3" fmla="*/ 0 w 237680"/>
                <a:gd name="connsiteY3" fmla="*/ 5898 h 281083"/>
                <a:gd name="connsiteX4" fmla="*/ 0 w 237680"/>
                <a:gd name="connsiteY4" fmla="*/ 281084 h 281083"/>
                <a:gd name="connsiteX5" fmla="*/ 71273 w 237680"/>
                <a:gd name="connsiteY5" fmla="*/ 281084 h 281083"/>
                <a:gd name="connsiteX6" fmla="*/ 71273 w 237680"/>
                <a:gd name="connsiteY6" fmla="*/ 129522 h 281083"/>
                <a:gd name="connsiteX7" fmla="*/ 119151 w 237680"/>
                <a:gd name="connsiteY7" fmla="*/ 67128 h 281083"/>
                <a:gd name="connsiteX8" fmla="*/ 166407 w 237680"/>
                <a:gd name="connsiteY8" fmla="*/ 131229 h 281083"/>
                <a:gd name="connsiteX9" fmla="*/ 166407 w 237680"/>
                <a:gd name="connsiteY9" fmla="*/ 281084 h 281083"/>
                <a:gd name="connsiteX10" fmla="*/ 237680 w 237680"/>
                <a:gd name="connsiteY10" fmla="*/ 281084 h 281083"/>
                <a:gd name="connsiteX11" fmla="*/ 237680 w 237680"/>
                <a:gd name="connsiteY11" fmla="*/ 125409 h 281083"/>
                <a:gd name="connsiteX12" fmla="*/ 138426 w 237680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680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07" y="92815"/>
                    <a:pt x="166407" y="131229"/>
                  </a:cubicBezTo>
                  <a:lnTo>
                    <a:pt x="166407" y="281084"/>
                  </a:lnTo>
                  <a:lnTo>
                    <a:pt x="237680" y="281084"/>
                  </a:lnTo>
                  <a:lnTo>
                    <a:pt x="237680" y="125409"/>
                  </a:lnTo>
                  <a:cubicBezTo>
                    <a:pt x="237680" y="57816"/>
                    <a:pt x="213119" y="78"/>
                    <a:pt x="138426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4DB0106F-8A24-0010-CE7A-EE5ED5760AC6}"/>
                </a:ext>
              </a:extLst>
            </p:cNvPr>
            <p:cNvSpPr/>
            <p:nvPr/>
          </p:nvSpPr>
          <p:spPr bwMode="invGray">
            <a:xfrm>
              <a:off x="7635595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552803CF-0432-23DD-2F8B-9EC2429821D6}"/>
                </a:ext>
              </a:extLst>
            </p:cNvPr>
            <p:cNvSpPr/>
            <p:nvPr/>
          </p:nvSpPr>
          <p:spPr bwMode="invGray">
            <a:xfrm>
              <a:off x="7630931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82CE306-E61A-923E-80E0-77174AA308EC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6" name="Freeform 25">
              <a:extLst>
                <a:ext uri="{FF2B5EF4-FFF2-40B4-BE49-F238E27FC236}">
                  <a16:creationId xmlns:a16="http://schemas.microsoft.com/office/drawing/2014/main" id="{A3BE74D9-8944-FC80-254E-9804F1A62AAB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A9AFA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EE7ADBF8-7DC8-E7E1-3CFB-0964B45D2348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1A9AFA"/>
                </a:gs>
                <a:gs pos="63000">
                  <a:srgbClr val="4EBEEB"/>
                </a:gs>
                <a:gs pos="100000">
                  <a:srgbClr val="32FFFF"/>
                </a:gs>
              </a:gsLst>
              <a:lin ang="195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365000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5E0C7-6CC4-C4E1-946D-4BAC78CC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200" b="1" i="0" kern="1200" dirty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F6D4135-5FE8-30C3-61D3-C9440144A8C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E889186D-7CBE-2753-5AFA-96D1A173AB56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1A9AFA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1AFEB7F-ED2C-F1E2-F624-1BC68FB3108F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326AC2D-87C9-2765-A950-55B7BB620B2D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9345224" y="5422966"/>
            <a:ext cx="2437200" cy="1056582"/>
            <a:chOff x="1333500" y="1365250"/>
            <a:chExt cx="7772399" cy="336951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6B80A80-DCDD-879E-0E49-8205823E14FE}"/>
                </a:ext>
              </a:extLst>
            </p:cNvPr>
            <p:cNvSpPr/>
            <p:nvPr/>
          </p:nvSpPr>
          <p:spPr bwMode="invGray">
            <a:xfrm>
              <a:off x="3765639" y="2990756"/>
              <a:ext cx="635704" cy="857763"/>
            </a:xfrm>
            <a:custGeom>
              <a:avLst/>
              <a:gdLst>
                <a:gd name="connsiteX0" fmla="*/ 504506 w 635704"/>
                <a:gd name="connsiteY0" fmla="*/ 268512 h 857763"/>
                <a:gd name="connsiteX1" fmla="*/ 494014 w 635704"/>
                <a:gd name="connsiteY1" fmla="*/ 205730 h 857763"/>
                <a:gd name="connsiteX2" fmla="*/ 464323 w 635704"/>
                <a:gd name="connsiteY2" fmla="*/ 159400 h 857763"/>
                <a:gd name="connsiteX3" fmla="*/ 417922 w 635704"/>
                <a:gd name="connsiteY3" fmla="*/ 130997 h 857763"/>
                <a:gd name="connsiteX4" fmla="*/ 357142 w 635704"/>
                <a:gd name="connsiteY4" fmla="*/ 121374 h 857763"/>
                <a:gd name="connsiteX5" fmla="*/ 126457 w 635704"/>
                <a:gd name="connsiteY5" fmla="*/ 121374 h 857763"/>
                <a:gd name="connsiteX6" fmla="*/ 126457 w 635704"/>
                <a:gd name="connsiteY6" fmla="*/ 416892 h 857763"/>
                <a:gd name="connsiteX7" fmla="*/ 357142 w 635704"/>
                <a:gd name="connsiteY7" fmla="*/ 416892 h 857763"/>
                <a:gd name="connsiteX8" fmla="*/ 467976 w 635704"/>
                <a:gd name="connsiteY8" fmla="*/ 377391 h 857763"/>
                <a:gd name="connsiteX9" fmla="*/ 504506 w 635704"/>
                <a:gd name="connsiteY9" fmla="*/ 268512 h 857763"/>
                <a:gd name="connsiteX10" fmla="*/ 635704 w 635704"/>
                <a:gd name="connsiteY10" fmla="*/ 268512 h 857763"/>
                <a:gd name="connsiteX11" fmla="*/ 614719 w 635704"/>
                <a:gd name="connsiteY11" fmla="*/ 385152 h 857763"/>
                <a:gd name="connsiteX12" fmla="*/ 556037 w 635704"/>
                <a:gd name="connsiteY12" fmla="*/ 469198 h 857763"/>
                <a:gd name="connsiteX13" fmla="*/ 466111 w 635704"/>
                <a:gd name="connsiteY13" fmla="*/ 520339 h 857763"/>
                <a:gd name="connsiteX14" fmla="*/ 351079 w 635704"/>
                <a:gd name="connsiteY14" fmla="*/ 537722 h 857763"/>
                <a:gd name="connsiteX15" fmla="*/ 126379 w 635704"/>
                <a:gd name="connsiteY15" fmla="*/ 537722 h 857763"/>
                <a:gd name="connsiteX16" fmla="*/ 126379 w 635704"/>
                <a:gd name="connsiteY16" fmla="*/ 857764 h 857763"/>
                <a:gd name="connsiteX17" fmla="*/ 0 w 635704"/>
                <a:gd name="connsiteY17" fmla="*/ 857764 h 857763"/>
                <a:gd name="connsiteX18" fmla="*/ 0 w 635704"/>
                <a:gd name="connsiteY18" fmla="*/ 0 h 857763"/>
                <a:gd name="connsiteX19" fmla="*/ 359474 w 635704"/>
                <a:gd name="connsiteY19" fmla="*/ 0 h 857763"/>
                <a:gd name="connsiteX20" fmla="*/ 469375 w 635704"/>
                <a:gd name="connsiteY20" fmla="*/ 17073 h 857763"/>
                <a:gd name="connsiteX21" fmla="*/ 556815 w 635704"/>
                <a:gd name="connsiteY21" fmla="*/ 67594 h 857763"/>
                <a:gd name="connsiteX22" fmla="*/ 614641 w 635704"/>
                <a:gd name="connsiteY22" fmla="*/ 151639 h 857763"/>
                <a:gd name="connsiteX23" fmla="*/ 635627 w 635704"/>
                <a:gd name="connsiteY23" fmla="*/ 268590 h 857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35704" h="857763">
                  <a:moveTo>
                    <a:pt x="504506" y="268512"/>
                  </a:moveTo>
                  <a:cubicBezTo>
                    <a:pt x="504506" y="244998"/>
                    <a:pt x="501009" y="224044"/>
                    <a:pt x="494014" y="205730"/>
                  </a:cubicBezTo>
                  <a:cubicBezTo>
                    <a:pt x="487018" y="187415"/>
                    <a:pt x="477148" y="171972"/>
                    <a:pt x="464323" y="159400"/>
                  </a:cubicBezTo>
                  <a:cubicBezTo>
                    <a:pt x="451576" y="146828"/>
                    <a:pt x="436031" y="137360"/>
                    <a:pt x="417922" y="130997"/>
                  </a:cubicBezTo>
                  <a:cubicBezTo>
                    <a:pt x="399734" y="124633"/>
                    <a:pt x="379448" y="121374"/>
                    <a:pt x="357142" y="121374"/>
                  </a:cubicBezTo>
                  <a:lnTo>
                    <a:pt x="126457" y="121374"/>
                  </a:lnTo>
                  <a:lnTo>
                    <a:pt x="126457" y="416892"/>
                  </a:lnTo>
                  <a:lnTo>
                    <a:pt x="357142" y="416892"/>
                  </a:lnTo>
                  <a:cubicBezTo>
                    <a:pt x="406652" y="416892"/>
                    <a:pt x="443571" y="403699"/>
                    <a:pt x="467976" y="377391"/>
                  </a:cubicBezTo>
                  <a:cubicBezTo>
                    <a:pt x="492304" y="351083"/>
                    <a:pt x="504506" y="314764"/>
                    <a:pt x="504506" y="268512"/>
                  </a:cubicBezTo>
                  <a:moveTo>
                    <a:pt x="635704" y="268512"/>
                  </a:moveTo>
                  <a:cubicBezTo>
                    <a:pt x="635704" y="312746"/>
                    <a:pt x="628709" y="351626"/>
                    <a:pt x="614719" y="385152"/>
                  </a:cubicBezTo>
                  <a:cubicBezTo>
                    <a:pt x="600729" y="418677"/>
                    <a:pt x="581220" y="446692"/>
                    <a:pt x="556037" y="469198"/>
                  </a:cubicBezTo>
                  <a:cubicBezTo>
                    <a:pt x="530855" y="491703"/>
                    <a:pt x="500931" y="508776"/>
                    <a:pt x="466111" y="520339"/>
                  </a:cubicBezTo>
                  <a:cubicBezTo>
                    <a:pt x="431368" y="531902"/>
                    <a:pt x="393050" y="537722"/>
                    <a:pt x="351079" y="537722"/>
                  </a:cubicBezTo>
                  <a:lnTo>
                    <a:pt x="126379" y="537722"/>
                  </a:lnTo>
                  <a:lnTo>
                    <a:pt x="126379" y="857764"/>
                  </a:lnTo>
                  <a:lnTo>
                    <a:pt x="0" y="857764"/>
                  </a:lnTo>
                  <a:lnTo>
                    <a:pt x="0" y="0"/>
                  </a:lnTo>
                  <a:lnTo>
                    <a:pt x="359474" y="0"/>
                  </a:lnTo>
                  <a:cubicBezTo>
                    <a:pt x="398957" y="0"/>
                    <a:pt x="435643" y="5665"/>
                    <a:pt x="469375" y="17073"/>
                  </a:cubicBezTo>
                  <a:cubicBezTo>
                    <a:pt x="503107" y="28481"/>
                    <a:pt x="532254" y="45321"/>
                    <a:pt x="556815" y="67594"/>
                  </a:cubicBezTo>
                  <a:cubicBezTo>
                    <a:pt x="581375" y="89944"/>
                    <a:pt x="600651" y="117959"/>
                    <a:pt x="614641" y="151639"/>
                  </a:cubicBezTo>
                  <a:cubicBezTo>
                    <a:pt x="628632" y="185320"/>
                    <a:pt x="635627" y="224277"/>
                    <a:pt x="635627" y="268590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C31174F-DD9F-46CC-963F-8C8EC23E55FD}"/>
                </a:ext>
              </a:extLst>
            </p:cNvPr>
            <p:cNvSpPr/>
            <p:nvPr/>
          </p:nvSpPr>
          <p:spPr bwMode="invGray">
            <a:xfrm>
              <a:off x="4442770" y="3191752"/>
              <a:ext cx="524092" cy="670503"/>
            </a:xfrm>
            <a:custGeom>
              <a:avLst/>
              <a:gdLst>
                <a:gd name="connsiteX0" fmla="*/ 400201 w 524092"/>
                <a:gd name="connsiteY0" fmla="*/ 382125 h 670503"/>
                <a:gd name="connsiteX1" fmla="*/ 367868 w 524092"/>
                <a:gd name="connsiteY1" fmla="*/ 369243 h 670503"/>
                <a:gd name="connsiteX2" fmla="*/ 337944 w 524092"/>
                <a:gd name="connsiteY2" fmla="*/ 361482 h 670503"/>
                <a:gd name="connsiteX3" fmla="*/ 300559 w 524092"/>
                <a:gd name="connsiteY3" fmla="*/ 356128 h 670503"/>
                <a:gd name="connsiteX4" fmla="*/ 252914 w 524092"/>
                <a:gd name="connsiteY4" fmla="*/ 354032 h 670503"/>
                <a:gd name="connsiteX5" fmla="*/ 156225 w 524092"/>
                <a:gd name="connsiteY5" fmla="*/ 379719 h 670503"/>
                <a:gd name="connsiteX6" fmla="*/ 120550 w 524092"/>
                <a:gd name="connsiteY6" fmla="*/ 449719 h 670503"/>
                <a:gd name="connsiteX7" fmla="*/ 130732 w 524092"/>
                <a:gd name="connsiteY7" fmla="*/ 498454 h 670503"/>
                <a:gd name="connsiteX8" fmla="*/ 156458 w 524092"/>
                <a:gd name="connsiteY8" fmla="*/ 531048 h 670503"/>
                <a:gd name="connsiteX9" fmla="*/ 193300 w 524092"/>
                <a:gd name="connsiteY9" fmla="*/ 549906 h 670503"/>
                <a:gd name="connsiteX10" fmla="*/ 244520 w 524092"/>
                <a:gd name="connsiteY10" fmla="*/ 556192 h 670503"/>
                <a:gd name="connsiteX11" fmla="*/ 293019 w 524092"/>
                <a:gd name="connsiteY11" fmla="*/ 548975 h 670503"/>
                <a:gd name="connsiteX12" fmla="*/ 336778 w 524092"/>
                <a:gd name="connsiteY12" fmla="*/ 530117 h 670503"/>
                <a:gd name="connsiteX13" fmla="*/ 373308 w 524092"/>
                <a:gd name="connsiteY13" fmla="*/ 503809 h 670503"/>
                <a:gd name="connsiteX14" fmla="*/ 400279 w 524092"/>
                <a:gd name="connsiteY14" fmla="*/ 474164 h 670503"/>
                <a:gd name="connsiteX15" fmla="*/ 400279 w 524092"/>
                <a:gd name="connsiteY15" fmla="*/ 382047 h 670503"/>
                <a:gd name="connsiteX16" fmla="*/ 400201 w 524092"/>
                <a:gd name="connsiteY16" fmla="*/ 656690 h 670503"/>
                <a:gd name="connsiteX17" fmla="*/ 400201 w 524092"/>
                <a:gd name="connsiteY17" fmla="*/ 593287 h 670503"/>
                <a:gd name="connsiteX18" fmla="*/ 359474 w 524092"/>
                <a:gd name="connsiteY18" fmla="*/ 626502 h 670503"/>
                <a:gd name="connsiteX19" fmla="*/ 325897 w 524092"/>
                <a:gd name="connsiteY19" fmla="*/ 646291 h 670503"/>
                <a:gd name="connsiteX20" fmla="*/ 281905 w 524092"/>
                <a:gd name="connsiteY20" fmla="*/ 663054 h 670503"/>
                <a:gd name="connsiteX21" fmla="*/ 223534 w 524092"/>
                <a:gd name="connsiteY21" fmla="*/ 670504 h 670503"/>
                <a:gd name="connsiteX22" fmla="*/ 144722 w 524092"/>
                <a:gd name="connsiteY22" fmla="*/ 658863 h 670503"/>
                <a:gd name="connsiteX23" fmla="*/ 72827 w 524092"/>
                <a:gd name="connsiteY23" fmla="*/ 621225 h 670503"/>
                <a:gd name="connsiteX24" fmla="*/ 20364 w 524092"/>
                <a:gd name="connsiteY24" fmla="*/ 553942 h 670503"/>
                <a:gd name="connsiteX25" fmla="*/ 0 w 524092"/>
                <a:gd name="connsiteY25" fmla="*/ 453444 h 670503"/>
                <a:gd name="connsiteX26" fmla="*/ 19431 w 524092"/>
                <a:gd name="connsiteY26" fmla="*/ 360473 h 670503"/>
                <a:gd name="connsiteX27" fmla="*/ 73371 w 524092"/>
                <a:gd name="connsiteY27" fmla="*/ 295596 h 670503"/>
                <a:gd name="connsiteX28" fmla="*/ 154826 w 524092"/>
                <a:gd name="connsiteY28" fmla="*/ 257570 h 670503"/>
                <a:gd name="connsiteX29" fmla="*/ 256334 w 524092"/>
                <a:gd name="connsiteY29" fmla="*/ 245308 h 670503"/>
                <a:gd name="connsiteX30" fmla="*/ 341986 w 524092"/>
                <a:gd name="connsiteY30" fmla="*/ 252215 h 670503"/>
                <a:gd name="connsiteX31" fmla="*/ 400123 w 524092"/>
                <a:gd name="connsiteY31" fmla="*/ 269831 h 670503"/>
                <a:gd name="connsiteX32" fmla="*/ 400123 w 524092"/>
                <a:gd name="connsiteY32" fmla="*/ 221949 h 670503"/>
                <a:gd name="connsiteX33" fmla="*/ 368956 w 524092"/>
                <a:gd name="connsiteY33" fmla="*/ 141240 h 670503"/>
                <a:gd name="connsiteX34" fmla="*/ 278485 w 524092"/>
                <a:gd name="connsiteY34" fmla="*/ 113148 h 670503"/>
                <a:gd name="connsiteX35" fmla="*/ 188636 w 524092"/>
                <a:gd name="connsiteY35" fmla="*/ 122693 h 670503"/>
                <a:gd name="connsiteX36" fmla="*/ 110757 w 524092"/>
                <a:gd name="connsiteY36" fmla="*/ 153192 h 670503"/>
                <a:gd name="connsiteX37" fmla="*/ 61635 w 524092"/>
                <a:gd name="connsiteY37" fmla="*/ 58048 h 670503"/>
                <a:gd name="connsiteX38" fmla="*/ 160733 w 524092"/>
                <a:gd name="connsiteY38" fmla="*/ 14667 h 670503"/>
                <a:gd name="connsiteX39" fmla="*/ 282060 w 524092"/>
                <a:gd name="connsiteY39" fmla="*/ 0 h 670503"/>
                <a:gd name="connsiteX40" fmla="*/ 380614 w 524092"/>
                <a:gd name="connsiteY40" fmla="*/ 13193 h 670503"/>
                <a:gd name="connsiteX41" fmla="*/ 457017 w 524092"/>
                <a:gd name="connsiteY41" fmla="*/ 53314 h 670503"/>
                <a:gd name="connsiteX42" fmla="*/ 506450 w 524092"/>
                <a:gd name="connsiteY42" fmla="*/ 120908 h 670503"/>
                <a:gd name="connsiteX43" fmla="*/ 524093 w 524092"/>
                <a:gd name="connsiteY43" fmla="*/ 216051 h 670503"/>
                <a:gd name="connsiteX44" fmla="*/ 524093 w 524092"/>
                <a:gd name="connsiteY44" fmla="*/ 656923 h 670503"/>
                <a:gd name="connsiteX45" fmla="*/ 400123 w 524092"/>
                <a:gd name="connsiteY45" fmla="*/ 65692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24092" h="670503">
                  <a:moveTo>
                    <a:pt x="400201" y="382125"/>
                  </a:moveTo>
                  <a:cubicBezTo>
                    <a:pt x="388231" y="376538"/>
                    <a:pt x="377428" y="372269"/>
                    <a:pt x="367868" y="369243"/>
                  </a:cubicBezTo>
                  <a:cubicBezTo>
                    <a:pt x="358308" y="366216"/>
                    <a:pt x="348359" y="363655"/>
                    <a:pt x="337944" y="361482"/>
                  </a:cubicBezTo>
                  <a:cubicBezTo>
                    <a:pt x="327607" y="359309"/>
                    <a:pt x="315093" y="357524"/>
                    <a:pt x="300559" y="356128"/>
                  </a:cubicBezTo>
                  <a:cubicBezTo>
                    <a:pt x="285946" y="354731"/>
                    <a:pt x="270091" y="354032"/>
                    <a:pt x="252914" y="354032"/>
                  </a:cubicBezTo>
                  <a:cubicBezTo>
                    <a:pt x="212186" y="354032"/>
                    <a:pt x="179931" y="362646"/>
                    <a:pt x="156225" y="379719"/>
                  </a:cubicBezTo>
                  <a:cubicBezTo>
                    <a:pt x="132442" y="396870"/>
                    <a:pt x="120550" y="420229"/>
                    <a:pt x="120550" y="449719"/>
                  </a:cubicBezTo>
                  <a:cubicBezTo>
                    <a:pt x="120550" y="468809"/>
                    <a:pt x="123892" y="485106"/>
                    <a:pt x="130732" y="498454"/>
                  </a:cubicBezTo>
                  <a:cubicBezTo>
                    <a:pt x="137494" y="511802"/>
                    <a:pt x="146121" y="522667"/>
                    <a:pt x="156458" y="531048"/>
                  </a:cubicBezTo>
                  <a:cubicBezTo>
                    <a:pt x="166796" y="539430"/>
                    <a:pt x="179154" y="545716"/>
                    <a:pt x="193300" y="549906"/>
                  </a:cubicBezTo>
                  <a:cubicBezTo>
                    <a:pt x="207523" y="554097"/>
                    <a:pt x="224545" y="556192"/>
                    <a:pt x="244520" y="556192"/>
                  </a:cubicBezTo>
                  <a:cubicBezTo>
                    <a:pt x="261308" y="556192"/>
                    <a:pt x="277475" y="553787"/>
                    <a:pt x="293019" y="548975"/>
                  </a:cubicBezTo>
                  <a:cubicBezTo>
                    <a:pt x="308642" y="544164"/>
                    <a:pt x="323176" y="537955"/>
                    <a:pt x="336778" y="530117"/>
                  </a:cubicBezTo>
                  <a:cubicBezTo>
                    <a:pt x="350380" y="522357"/>
                    <a:pt x="362505" y="513587"/>
                    <a:pt x="373308" y="503809"/>
                  </a:cubicBezTo>
                  <a:cubicBezTo>
                    <a:pt x="384112" y="494031"/>
                    <a:pt x="393050" y="484175"/>
                    <a:pt x="400279" y="474164"/>
                  </a:cubicBezTo>
                  <a:lnTo>
                    <a:pt x="400279" y="382047"/>
                  </a:lnTo>
                  <a:close/>
                  <a:moveTo>
                    <a:pt x="400201" y="656690"/>
                  </a:moveTo>
                  <a:lnTo>
                    <a:pt x="400201" y="593287"/>
                  </a:lnTo>
                  <a:cubicBezTo>
                    <a:pt x="383801" y="608498"/>
                    <a:pt x="370277" y="619518"/>
                    <a:pt x="359474" y="626502"/>
                  </a:cubicBezTo>
                  <a:cubicBezTo>
                    <a:pt x="348670" y="633486"/>
                    <a:pt x="337555" y="640083"/>
                    <a:pt x="325897" y="646291"/>
                  </a:cubicBezTo>
                  <a:cubicBezTo>
                    <a:pt x="314316" y="652422"/>
                    <a:pt x="299626" y="658009"/>
                    <a:pt x="281905" y="663054"/>
                  </a:cubicBezTo>
                  <a:cubicBezTo>
                    <a:pt x="264106" y="668021"/>
                    <a:pt x="244675" y="670504"/>
                    <a:pt x="223534" y="670504"/>
                  </a:cubicBezTo>
                  <a:cubicBezTo>
                    <a:pt x="197574" y="670504"/>
                    <a:pt x="171304" y="666624"/>
                    <a:pt x="144722" y="658863"/>
                  </a:cubicBezTo>
                  <a:cubicBezTo>
                    <a:pt x="118140" y="651103"/>
                    <a:pt x="94201" y="638531"/>
                    <a:pt x="72827" y="621225"/>
                  </a:cubicBezTo>
                  <a:cubicBezTo>
                    <a:pt x="51453" y="603842"/>
                    <a:pt x="33965" y="581414"/>
                    <a:pt x="20364" y="553942"/>
                  </a:cubicBezTo>
                  <a:cubicBezTo>
                    <a:pt x="6762" y="526470"/>
                    <a:pt x="0" y="492945"/>
                    <a:pt x="0" y="453444"/>
                  </a:cubicBezTo>
                  <a:cubicBezTo>
                    <a:pt x="0" y="417591"/>
                    <a:pt x="6451" y="386549"/>
                    <a:pt x="19431" y="360473"/>
                  </a:cubicBezTo>
                  <a:cubicBezTo>
                    <a:pt x="32411" y="334321"/>
                    <a:pt x="50365" y="312747"/>
                    <a:pt x="73371" y="295596"/>
                  </a:cubicBezTo>
                  <a:cubicBezTo>
                    <a:pt x="96378" y="278445"/>
                    <a:pt x="123503" y="265796"/>
                    <a:pt x="154826" y="257570"/>
                  </a:cubicBezTo>
                  <a:cubicBezTo>
                    <a:pt x="186149" y="249421"/>
                    <a:pt x="220037" y="245308"/>
                    <a:pt x="256334" y="245308"/>
                  </a:cubicBezTo>
                  <a:cubicBezTo>
                    <a:pt x="290299" y="245308"/>
                    <a:pt x="318824" y="247636"/>
                    <a:pt x="341986" y="252215"/>
                  </a:cubicBezTo>
                  <a:cubicBezTo>
                    <a:pt x="365147" y="256794"/>
                    <a:pt x="384501" y="262692"/>
                    <a:pt x="400123" y="269831"/>
                  </a:cubicBezTo>
                  <a:lnTo>
                    <a:pt x="400123" y="221949"/>
                  </a:lnTo>
                  <a:cubicBezTo>
                    <a:pt x="400123" y="186872"/>
                    <a:pt x="389786" y="159943"/>
                    <a:pt x="368956" y="141240"/>
                  </a:cubicBezTo>
                  <a:cubicBezTo>
                    <a:pt x="348203" y="122538"/>
                    <a:pt x="317969" y="113148"/>
                    <a:pt x="278485" y="113148"/>
                  </a:cubicBezTo>
                  <a:cubicBezTo>
                    <a:pt x="245297" y="113148"/>
                    <a:pt x="215373" y="116329"/>
                    <a:pt x="188636" y="122693"/>
                  </a:cubicBezTo>
                  <a:cubicBezTo>
                    <a:pt x="161899" y="129057"/>
                    <a:pt x="135939" y="139223"/>
                    <a:pt x="110757" y="153192"/>
                  </a:cubicBezTo>
                  <a:lnTo>
                    <a:pt x="61635" y="58048"/>
                  </a:lnTo>
                  <a:cubicBezTo>
                    <a:pt x="92414" y="38880"/>
                    <a:pt x="125446" y="24445"/>
                    <a:pt x="160733" y="14667"/>
                  </a:cubicBezTo>
                  <a:cubicBezTo>
                    <a:pt x="196098" y="4889"/>
                    <a:pt x="236514" y="0"/>
                    <a:pt x="282060" y="0"/>
                  </a:cubicBezTo>
                  <a:cubicBezTo>
                    <a:pt x="317969" y="0"/>
                    <a:pt x="350846" y="4423"/>
                    <a:pt x="380614" y="13193"/>
                  </a:cubicBezTo>
                  <a:cubicBezTo>
                    <a:pt x="410383" y="21962"/>
                    <a:pt x="435798" y="35310"/>
                    <a:pt x="457017" y="53314"/>
                  </a:cubicBezTo>
                  <a:cubicBezTo>
                    <a:pt x="478158" y="71241"/>
                    <a:pt x="494635" y="93746"/>
                    <a:pt x="506450" y="120908"/>
                  </a:cubicBezTo>
                  <a:cubicBezTo>
                    <a:pt x="518264" y="148070"/>
                    <a:pt x="524093" y="179732"/>
                    <a:pt x="524093" y="216051"/>
                  </a:cubicBezTo>
                  <a:lnTo>
                    <a:pt x="524093" y="656923"/>
                  </a:lnTo>
                  <a:lnTo>
                    <a:pt x="400123" y="656923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849F902-8BE0-FB43-7C9C-33AD551F9583}"/>
                </a:ext>
              </a:extLst>
            </p:cNvPr>
            <p:cNvSpPr/>
            <p:nvPr/>
          </p:nvSpPr>
          <p:spPr bwMode="invGray">
            <a:xfrm>
              <a:off x="5089745" y="3191596"/>
              <a:ext cx="382790" cy="656767"/>
            </a:xfrm>
            <a:custGeom>
              <a:avLst/>
              <a:gdLst>
                <a:gd name="connsiteX0" fmla="*/ 349369 w 382790"/>
                <a:gd name="connsiteY0" fmla="*/ 147216 h 656767"/>
                <a:gd name="connsiteX1" fmla="*/ 306543 w 382790"/>
                <a:gd name="connsiteY1" fmla="*/ 129833 h 656767"/>
                <a:gd name="connsiteX2" fmla="*/ 252914 w 382790"/>
                <a:gd name="connsiteY2" fmla="*/ 123857 h 656767"/>
                <a:gd name="connsiteX3" fmla="*/ 159412 w 382790"/>
                <a:gd name="connsiteY3" fmla="*/ 165375 h 656767"/>
                <a:gd name="connsiteX4" fmla="*/ 126457 w 382790"/>
                <a:gd name="connsiteY4" fmla="*/ 289465 h 656767"/>
                <a:gd name="connsiteX5" fmla="*/ 126457 w 382790"/>
                <a:gd name="connsiteY5" fmla="*/ 656768 h 656767"/>
                <a:gd name="connsiteX6" fmla="*/ 0 w 382790"/>
                <a:gd name="connsiteY6" fmla="*/ 656768 h 656767"/>
                <a:gd name="connsiteX7" fmla="*/ 0 w 382790"/>
                <a:gd name="connsiteY7" fmla="*/ 13736 h 656767"/>
                <a:gd name="connsiteX8" fmla="*/ 126457 w 382790"/>
                <a:gd name="connsiteY8" fmla="*/ 13736 h 656767"/>
                <a:gd name="connsiteX9" fmla="*/ 126457 w 382790"/>
                <a:gd name="connsiteY9" fmla="*/ 74733 h 656767"/>
                <a:gd name="connsiteX10" fmla="*/ 152805 w 382790"/>
                <a:gd name="connsiteY10" fmla="*/ 45088 h 656767"/>
                <a:gd name="connsiteX11" fmla="*/ 187237 w 382790"/>
                <a:gd name="connsiteY11" fmla="*/ 21497 h 656767"/>
                <a:gd name="connsiteX12" fmla="*/ 227654 w 382790"/>
                <a:gd name="connsiteY12" fmla="*/ 5665 h 656767"/>
                <a:gd name="connsiteX13" fmla="*/ 273200 w 382790"/>
                <a:gd name="connsiteY13" fmla="*/ 0 h 656767"/>
                <a:gd name="connsiteX14" fmla="*/ 337866 w 382790"/>
                <a:gd name="connsiteY14" fmla="*/ 7217 h 656767"/>
                <a:gd name="connsiteX15" fmla="*/ 382791 w 382790"/>
                <a:gd name="connsiteY15" fmla="*/ 26929 h 656767"/>
                <a:gd name="connsiteX16" fmla="*/ 349214 w 382790"/>
                <a:gd name="connsiteY16" fmla="*/ 147138 h 65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2790" h="656767">
                  <a:moveTo>
                    <a:pt x="349369" y="147216"/>
                  </a:moveTo>
                  <a:cubicBezTo>
                    <a:pt x="335768" y="139611"/>
                    <a:pt x="321467" y="133868"/>
                    <a:pt x="306543" y="129833"/>
                  </a:cubicBezTo>
                  <a:cubicBezTo>
                    <a:pt x="291543" y="125875"/>
                    <a:pt x="273666" y="123857"/>
                    <a:pt x="252914" y="123857"/>
                  </a:cubicBezTo>
                  <a:cubicBezTo>
                    <a:pt x="212575" y="123857"/>
                    <a:pt x="181408" y="137671"/>
                    <a:pt x="159412" y="165375"/>
                  </a:cubicBezTo>
                  <a:cubicBezTo>
                    <a:pt x="137416" y="193158"/>
                    <a:pt x="126457" y="234443"/>
                    <a:pt x="126457" y="289465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3608" y="63946"/>
                    <a:pt x="142390" y="54090"/>
                    <a:pt x="152805" y="45088"/>
                  </a:cubicBezTo>
                  <a:cubicBezTo>
                    <a:pt x="163220" y="36164"/>
                    <a:pt x="174646" y="28248"/>
                    <a:pt x="187237" y="21497"/>
                  </a:cubicBezTo>
                  <a:cubicBezTo>
                    <a:pt x="199828" y="14745"/>
                    <a:pt x="213275" y="9468"/>
                    <a:pt x="227654" y="5665"/>
                  </a:cubicBezTo>
                  <a:cubicBezTo>
                    <a:pt x="242032" y="1863"/>
                    <a:pt x="257189" y="0"/>
                    <a:pt x="273200" y="0"/>
                  </a:cubicBezTo>
                  <a:cubicBezTo>
                    <a:pt x="299160" y="0"/>
                    <a:pt x="320689" y="2406"/>
                    <a:pt x="337866" y="7217"/>
                  </a:cubicBezTo>
                  <a:cubicBezTo>
                    <a:pt x="355043" y="12029"/>
                    <a:pt x="370044" y="18547"/>
                    <a:pt x="382791" y="26929"/>
                  </a:cubicBezTo>
                  <a:lnTo>
                    <a:pt x="349214" y="147138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67BC69-07EF-D58D-44B9-18B884D184C7}"/>
                </a:ext>
              </a:extLst>
            </p:cNvPr>
            <p:cNvSpPr/>
            <p:nvPr/>
          </p:nvSpPr>
          <p:spPr bwMode="invGray">
            <a:xfrm>
              <a:off x="5546296" y="2955446"/>
              <a:ext cx="375018" cy="906809"/>
            </a:xfrm>
            <a:custGeom>
              <a:avLst/>
              <a:gdLst>
                <a:gd name="connsiteX0" fmla="*/ 360639 w 375018"/>
                <a:gd name="connsiteY0" fmla="*/ 876854 h 906809"/>
                <a:gd name="connsiteX1" fmla="*/ 305844 w 375018"/>
                <a:gd name="connsiteY1" fmla="*/ 898428 h 906809"/>
                <a:gd name="connsiteX2" fmla="*/ 236669 w 375018"/>
                <a:gd name="connsiteY2" fmla="*/ 906810 h 906809"/>
                <a:gd name="connsiteX3" fmla="*/ 178843 w 375018"/>
                <a:gd name="connsiteY3" fmla="*/ 897575 h 906809"/>
                <a:gd name="connsiteX4" fmla="*/ 133608 w 375018"/>
                <a:gd name="connsiteY4" fmla="*/ 868240 h 906809"/>
                <a:gd name="connsiteX5" fmla="*/ 102440 w 375018"/>
                <a:gd name="connsiteY5" fmla="*/ 815625 h 906809"/>
                <a:gd name="connsiteX6" fmla="*/ 91636 w 375018"/>
                <a:gd name="connsiteY6" fmla="*/ 736390 h 906809"/>
                <a:gd name="connsiteX7" fmla="*/ 91636 w 375018"/>
                <a:gd name="connsiteY7" fmla="*/ 364897 h 906809"/>
                <a:gd name="connsiteX8" fmla="*/ 0 w 375018"/>
                <a:gd name="connsiteY8" fmla="*/ 364897 h 906809"/>
                <a:gd name="connsiteX9" fmla="*/ 0 w 375018"/>
                <a:gd name="connsiteY9" fmla="*/ 250042 h 906809"/>
                <a:gd name="connsiteX10" fmla="*/ 91636 w 375018"/>
                <a:gd name="connsiteY10" fmla="*/ 250042 h 906809"/>
                <a:gd name="connsiteX11" fmla="*/ 91636 w 375018"/>
                <a:gd name="connsiteY11" fmla="*/ 66430 h 906809"/>
                <a:gd name="connsiteX12" fmla="*/ 215606 w 375018"/>
                <a:gd name="connsiteY12" fmla="*/ 0 h 906809"/>
                <a:gd name="connsiteX13" fmla="*/ 215606 w 375018"/>
                <a:gd name="connsiteY13" fmla="*/ 250042 h 906809"/>
                <a:gd name="connsiteX14" fmla="*/ 375018 w 375018"/>
                <a:gd name="connsiteY14" fmla="*/ 250042 h 906809"/>
                <a:gd name="connsiteX15" fmla="*/ 375018 w 375018"/>
                <a:gd name="connsiteY15" fmla="*/ 364897 h 906809"/>
                <a:gd name="connsiteX16" fmla="*/ 215606 w 375018"/>
                <a:gd name="connsiteY16" fmla="*/ 364897 h 906809"/>
                <a:gd name="connsiteX17" fmla="*/ 215606 w 375018"/>
                <a:gd name="connsiteY17" fmla="*/ 714195 h 906809"/>
                <a:gd name="connsiteX18" fmla="*/ 219493 w 375018"/>
                <a:gd name="connsiteY18" fmla="*/ 751601 h 906809"/>
                <a:gd name="connsiteX19" fmla="*/ 231462 w 375018"/>
                <a:gd name="connsiteY19" fmla="*/ 775192 h 906809"/>
                <a:gd name="connsiteX20" fmla="*/ 252137 w 375018"/>
                <a:gd name="connsiteY20" fmla="*/ 787764 h 906809"/>
                <a:gd name="connsiteX21" fmla="*/ 282060 w 375018"/>
                <a:gd name="connsiteY21" fmla="*/ 791412 h 906809"/>
                <a:gd name="connsiteX22" fmla="*/ 332115 w 375018"/>
                <a:gd name="connsiteY22" fmla="*/ 783651 h 906809"/>
                <a:gd name="connsiteX23" fmla="*/ 374941 w 375018"/>
                <a:gd name="connsiteY23" fmla="*/ 765725 h 906809"/>
                <a:gd name="connsiteX24" fmla="*/ 360561 w 375018"/>
                <a:gd name="connsiteY24" fmla="*/ 877010 h 90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5018" h="906809">
                  <a:moveTo>
                    <a:pt x="360639" y="876854"/>
                  </a:moveTo>
                  <a:cubicBezTo>
                    <a:pt x="345094" y="885624"/>
                    <a:pt x="326752" y="892841"/>
                    <a:pt x="305844" y="898428"/>
                  </a:cubicBezTo>
                  <a:cubicBezTo>
                    <a:pt x="284858" y="904016"/>
                    <a:pt x="261774" y="906810"/>
                    <a:pt x="236669" y="906810"/>
                  </a:cubicBezTo>
                  <a:cubicBezTo>
                    <a:pt x="214674" y="906810"/>
                    <a:pt x="195398" y="903706"/>
                    <a:pt x="178843" y="897575"/>
                  </a:cubicBezTo>
                  <a:cubicBezTo>
                    <a:pt x="162288" y="891366"/>
                    <a:pt x="147209" y="881588"/>
                    <a:pt x="133608" y="868240"/>
                  </a:cubicBezTo>
                  <a:cubicBezTo>
                    <a:pt x="120006" y="854892"/>
                    <a:pt x="109668" y="837354"/>
                    <a:pt x="102440" y="815625"/>
                  </a:cubicBezTo>
                  <a:cubicBezTo>
                    <a:pt x="95212" y="793895"/>
                    <a:pt x="91636" y="767432"/>
                    <a:pt x="91636" y="736390"/>
                  </a:cubicBezTo>
                  <a:lnTo>
                    <a:pt x="91636" y="364897"/>
                  </a:lnTo>
                  <a:lnTo>
                    <a:pt x="0" y="364897"/>
                  </a:lnTo>
                  <a:lnTo>
                    <a:pt x="0" y="250042"/>
                  </a:lnTo>
                  <a:lnTo>
                    <a:pt x="91636" y="250042"/>
                  </a:lnTo>
                  <a:lnTo>
                    <a:pt x="91636" y="66430"/>
                  </a:lnTo>
                  <a:lnTo>
                    <a:pt x="215606" y="0"/>
                  </a:lnTo>
                  <a:lnTo>
                    <a:pt x="215606" y="250042"/>
                  </a:lnTo>
                  <a:lnTo>
                    <a:pt x="375018" y="250042"/>
                  </a:lnTo>
                  <a:lnTo>
                    <a:pt x="375018" y="364897"/>
                  </a:lnTo>
                  <a:lnTo>
                    <a:pt x="215606" y="364897"/>
                  </a:lnTo>
                  <a:lnTo>
                    <a:pt x="215606" y="714195"/>
                  </a:lnTo>
                  <a:cubicBezTo>
                    <a:pt x="215606" y="729328"/>
                    <a:pt x="216927" y="741822"/>
                    <a:pt x="219493" y="751601"/>
                  </a:cubicBezTo>
                  <a:cubicBezTo>
                    <a:pt x="222058" y="761379"/>
                    <a:pt x="226099" y="769217"/>
                    <a:pt x="231462" y="775192"/>
                  </a:cubicBezTo>
                  <a:cubicBezTo>
                    <a:pt x="236825" y="781168"/>
                    <a:pt x="243742" y="785359"/>
                    <a:pt x="252137" y="787764"/>
                  </a:cubicBezTo>
                  <a:cubicBezTo>
                    <a:pt x="260531" y="790170"/>
                    <a:pt x="270479" y="791412"/>
                    <a:pt x="282060" y="791412"/>
                  </a:cubicBezTo>
                  <a:cubicBezTo>
                    <a:pt x="298460" y="791412"/>
                    <a:pt x="315093" y="788851"/>
                    <a:pt x="332115" y="783651"/>
                  </a:cubicBezTo>
                  <a:cubicBezTo>
                    <a:pt x="349058" y="778452"/>
                    <a:pt x="363360" y="772476"/>
                    <a:pt x="374941" y="765725"/>
                  </a:cubicBezTo>
                  <a:lnTo>
                    <a:pt x="360561" y="877010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7D2A8C-F662-CE32-9B44-AD2BBF6B4B70}"/>
                </a:ext>
              </a:extLst>
            </p:cNvPr>
            <p:cNvSpPr/>
            <p:nvPr/>
          </p:nvSpPr>
          <p:spPr bwMode="invGray">
            <a:xfrm>
              <a:off x="6038988" y="2955368"/>
              <a:ext cx="517642" cy="893073"/>
            </a:xfrm>
            <a:custGeom>
              <a:avLst/>
              <a:gdLst>
                <a:gd name="connsiteX0" fmla="*/ 391185 w 517642"/>
                <a:gd name="connsiteY0" fmla="*/ 893074 h 893073"/>
                <a:gd name="connsiteX1" fmla="*/ 391185 w 517642"/>
                <a:gd name="connsiteY1" fmla="*/ 529419 h 893073"/>
                <a:gd name="connsiteX2" fmla="*/ 359396 w 517642"/>
                <a:gd name="connsiteY2" fmla="*/ 396637 h 893073"/>
                <a:gd name="connsiteX3" fmla="*/ 258744 w 517642"/>
                <a:gd name="connsiteY3" fmla="*/ 352946 h 893073"/>
                <a:gd name="connsiteX4" fmla="*/ 204492 w 517642"/>
                <a:gd name="connsiteY4" fmla="*/ 362491 h 893073"/>
                <a:gd name="connsiteX5" fmla="*/ 161977 w 517642"/>
                <a:gd name="connsiteY5" fmla="*/ 394154 h 893073"/>
                <a:gd name="connsiteX6" fmla="*/ 135318 w 517642"/>
                <a:gd name="connsiteY6" fmla="*/ 446227 h 893073"/>
                <a:gd name="connsiteX7" fmla="*/ 126379 w 517642"/>
                <a:gd name="connsiteY7" fmla="*/ 516847 h 893073"/>
                <a:gd name="connsiteX8" fmla="*/ 126379 w 517642"/>
                <a:gd name="connsiteY8" fmla="*/ 893074 h 893073"/>
                <a:gd name="connsiteX9" fmla="*/ 0 w 517642"/>
                <a:gd name="connsiteY9" fmla="*/ 893074 h 893073"/>
                <a:gd name="connsiteX10" fmla="*/ 0 w 517642"/>
                <a:gd name="connsiteY10" fmla="*/ 66430 h 893073"/>
                <a:gd name="connsiteX11" fmla="*/ 126379 w 517642"/>
                <a:gd name="connsiteY11" fmla="*/ 0 h 893073"/>
                <a:gd name="connsiteX12" fmla="*/ 126379 w 517642"/>
                <a:gd name="connsiteY12" fmla="*/ 311039 h 893073"/>
                <a:gd name="connsiteX13" fmla="*/ 155759 w 517642"/>
                <a:gd name="connsiteY13" fmla="*/ 279687 h 893073"/>
                <a:gd name="connsiteX14" fmla="*/ 194155 w 517642"/>
                <a:gd name="connsiteY14" fmla="*/ 256095 h 893073"/>
                <a:gd name="connsiteX15" fmla="*/ 239079 w 517642"/>
                <a:gd name="connsiteY15" fmla="*/ 241428 h 893073"/>
                <a:gd name="connsiteX16" fmla="*/ 288201 w 517642"/>
                <a:gd name="connsiteY16" fmla="*/ 236306 h 893073"/>
                <a:gd name="connsiteX17" fmla="*/ 388853 w 517642"/>
                <a:gd name="connsiteY17" fmla="*/ 254854 h 893073"/>
                <a:gd name="connsiteX18" fmla="*/ 460437 w 517642"/>
                <a:gd name="connsiteY18" fmla="*/ 309565 h 893073"/>
                <a:gd name="connsiteX19" fmla="*/ 503574 w 517642"/>
                <a:gd name="connsiteY19" fmla="*/ 401682 h 893073"/>
                <a:gd name="connsiteX20" fmla="*/ 517642 w 517642"/>
                <a:gd name="connsiteY20" fmla="*/ 524607 h 893073"/>
                <a:gd name="connsiteX21" fmla="*/ 517642 w 517642"/>
                <a:gd name="connsiteY21" fmla="*/ 893074 h 893073"/>
                <a:gd name="connsiteX22" fmla="*/ 391263 w 517642"/>
                <a:gd name="connsiteY22" fmla="*/ 893074 h 893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2" h="893073">
                  <a:moveTo>
                    <a:pt x="391185" y="893074"/>
                  </a:moveTo>
                  <a:lnTo>
                    <a:pt x="391185" y="529419"/>
                  </a:lnTo>
                  <a:cubicBezTo>
                    <a:pt x="391185" y="469974"/>
                    <a:pt x="380615" y="425739"/>
                    <a:pt x="359396" y="396637"/>
                  </a:cubicBezTo>
                  <a:cubicBezTo>
                    <a:pt x="338255" y="367535"/>
                    <a:pt x="304678" y="352946"/>
                    <a:pt x="258744" y="352946"/>
                  </a:cubicBezTo>
                  <a:cubicBezTo>
                    <a:pt x="239157" y="352946"/>
                    <a:pt x="221125" y="356128"/>
                    <a:pt x="204492" y="362491"/>
                  </a:cubicBezTo>
                  <a:cubicBezTo>
                    <a:pt x="187937" y="368855"/>
                    <a:pt x="173713" y="379409"/>
                    <a:pt x="161977" y="394154"/>
                  </a:cubicBezTo>
                  <a:cubicBezTo>
                    <a:pt x="150163" y="408899"/>
                    <a:pt x="141303" y="426282"/>
                    <a:pt x="135318" y="446227"/>
                  </a:cubicBezTo>
                  <a:cubicBezTo>
                    <a:pt x="129333" y="466171"/>
                    <a:pt x="126379" y="489685"/>
                    <a:pt x="126379" y="516847"/>
                  </a:cubicBezTo>
                  <a:lnTo>
                    <a:pt x="126379" y="893074"/>
                  </a:lnTo>
                  <a:lnTo>
                    <a:pt x="0" y="893074"/>
                  </a:lnTo>
                  <a:lnTo>
                    <a:pt x="0" y="66430"/>
                  </a:lnTo>
                  <a:lnTo>
                    <a:pt x="126379" y="0"/>
                  </a:lnTo>
                  <a:lnTo>
                    <a:pt x="126379" y="311039"/>
                  </a:lnTo>
                  <a:cubicBezTo>
                    <a:pt x="134385" y="299476"/>
                    <a:pt x="144178" y="289000"/>
                    <a:pt x="155759" y="279687"/>
                  </a:cubicBezTo>
                  <a:cubicBezTo>
                    <a:pt x="167340" y="270297"/>
                    <a:pt x="180087" y="262459"/>
                    <a:pt x="194155" y="256095"/>
                  </a:cubicBezTo>
                  <a:cubicBezTo>
                    <a:pt x="208067" y="249732"/>
                    <a:pt x="223068" y="244843"/>
                    <a:pt x="239079" y="241428"/>
                  </a:cubicBezTo>
                  <a:cubicBezTo>
                    <a:pt x="255012" y="238013"/>
                    <a:pt x="271413" y="236306"/>
                    <a:pt x="288201" y="236306"/>
                  </a:cubicBezTo>
                  <a:cubicBezTo>
                    <a:pt x="326907" y="236306"/>
                    <a:pt x="360484" y="242514"/>
                    <a:pt x="388853" y="254854"/>
                  </a:cubicBezTo>
                  <a:cubicBezTo>
                    <a:pt x="417223" y="267193"/>
                    <a:pt x="441084" y="285430"/>
                    <a:pt x="460437" y="309565"/>
                  </a:cubicBezTo>
                  <a:cubicBezTo>
                    <a:pt x="479791" y="333700"/>
                    <a:pt x="494169" y="364431"/>
                    <a:pt x="503574" y="401682"/>
                  </a:cubicBezTo>
                  <a:cubicBezTo>
                    <a:pt x="512978" y="439009"/>
                    <a:pt x="517642" y="479985"/>
                    <a:pt x="517642" y="524607"/>
                  </a:cubicBezTo>
                  <a:lnTo>
                    <a:pt x="517642" y="893074"/>
                  </a:lnTo>
                  <a:lnTo>
                    <a:pt x="391263" y="893074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3FD22E5-116E-69F4-1261-5764722576C2}"/>
                </a:ext>
              </a:extLst>
            </p:cNvPr>
            <p:cNvSpPr/>
            <p:nvPr/>
          </p:nvSpPr>
          <p:spPr bwMode="invGray">
            <a:xfrm>
              <a:off x="6650598" y="3191674"/>
              <a:ext cx="553550" cy="670581"/>
            </a:xfrm>
            <a:custGeom>
              <a:avLst/>
              <a:gdLst>
                <a:gd name="connsiteX0" fmla="*/ 425850 w 553550"/>
                <a:gd name="connsiteY0" fmla="*/ 275729 h 670581"/>
                <a:gd name="connsiteX1" fmla="*/ 414192 w 553550"/>
                <a:gd name="connsiteY1" fmla="*/ 213568 h 670581"/>
                <a:gd name="connsiteX2" fmla="*/ 386600 w 553550"/>
                <a:gd name="connsiteY2" fmla="*/ 162116 h 670581"/>
                <a:gd name="connsiteX3" fmla="*/ 340509 w 553550"/>
                <a:gd name="connsiteY3" fmla="*/ 127116 h 670581"/>
                <a:gd name="connsiteX4" fmla="*/ 273666 w 553550"/>
                <a:gd name="connsiteY4" fmla="*/ 114234 h 670581"/>
                <a:gd name="connsiteX5" fmla="*/ 214907 w 553550"/>
                <a:gd name="connsiteY5" fmla="*/ 125331 h 670581"/>
                <a:gd name="connsiteX6" fmla="*/ 171770 w 553550"/>
                <a:gd name="connsiteY6" fmla="*/ 156761 h 670581"/>
                <a:gd name="connsiteX7" fmla="*/ 142080 w 553550"/>
                <a:gd name="connsiteY7" fmla="*/ 206739 h 670581"/>
                <a:gd name="connsiteX8" fmla="*/ 126224 w 553550"/>
                <a:gd name="connsiteY8" fmla="*/ 275807 h 670581"/>
                <a:gd name="connsiteX9" fmla="*/ 425772 w 553550"/>
                <a:gd name="connsiteY9" fmla="*/ 275807 h 670581"/>
                <a:gd name="connsiteX10" fmla="*/ 553473 w 553550"/>
                <a:gd name="connsiteY10" fmla="*/ 322447 h 670581"/>
                <a:gd name="connsiteX11" fmla="*/ 552229 w 553550"/>
                <a:gd name="connsiteY11" fmla="*/ 354731 h 670581"/>
                <a:gd name="connsiteX12" fmla="*/ 549820 w 553550"/>
                <a:gd name="connsiteY12" fmla="*/ 379797 h 670581"/>
                <a:gd name="connsiteX13" fmla="*/ 123892 w 553550"/>
                <a:gd name="connsiteY13" fmla="*/ 379797 h 670581"/>
                <a:gd name="connsiteX14" fmla="*/ 144256 w 553550"/>
                <a:gd name="connsiteY14" fmla="*/ 459652 h 670581"/>
                <a:gd name="connsiteX15" fmla="*/ 180786 w 553550"/>
                <a:gd name="connsiteY15" fmla="*/ 514363 h 670581"/>
                <a:gd name="connsiteX16" fmla="*/ 229675 w 553550"/>
                <a:gd name="connsiteY16" fmla="*/ 546104 h 670581"/>
                <a:gd name="connsiteX17" fmla="*/ 286258 w 553550"/>
                <a:gd name="connsiteY17" fmla="*/ 556270 h 670581"/>
                <a:gd name="connsiteX18" fmla="*/ 325819 w 553550"/>
                <a:gd name="connsiteY18" fmla="*/ 552700 h 670581"/>
                <a:gd name="connsiteX19" fmla="*/ 361494 w 553550"/>
                <a:gd name="connsiteY19" fmla="*/ 541913 h 670581"/>
                <a:gd name="connsiteX20" fmla="*/ 391807 w 553550"/>
                <a:gd name="connsiteY20" fmla="*/ 527246 h 670581"/>
                <a:gd name="connsiteX21" fmla="*/ 425928 w 553550"/>
                <a:gd name="connsiteY21" fmla="*/ 504818 h 670581"/>
                <a:gd name="connsiteX22" fmla="*/ 500853 w 553550"/>
                <a:gd name="connsiteY22" fmla="*/ 585604 h 670581"/>
                <a:gd name="connsiteX23" fmla="*/ 454997 w 553550"/>
                <a:gd name="connsiteY23" fmla="*/ 622389 h 670581"/>
                <a:gd name="connsiteX24" fmla="*/ 407662 w 553550"/>
                <a:gd name="connsiteY24" fmla="*/ 647533 h 670581"/>
                <a:gd name="connsiteX25" fmla="*/ 349836 w 553550"/>
                <a:gd name="connsiteY25" fmla="*/ 664606 h 670581"/>
                <a:gd name="connsiteX26" fmla="*/ 278563 w 553550"/>
                <a:gd name="connsiteY26" fmla="*/ 670581 h 670581"/>
                <a:gd name="connsiteX27" fmla="*/ 200062 w 553550"/>
                <a:gd name="connsiteY27" fmla="*/ 658941 h 670581"/>
                <a:gd name="connsiteX28" fmla="*/ 135396 w 553550"/>
                <a:gd name="connsiteY28" fmla="*/ 628442 h 670581"/>
                <a:gd name="connsiteX29" fmla="*/ 84797 w 553550"/>
                <a:gd name="connsiteY29" fmla="*/ 585372 h 670581"/>
                <a:gd name="connsiteX30" fmla="*/ 41971 w 553550"/>
                <a:gd name="connsiteY30" fmla="*/ 523133 h 670581"/>
                <a:gd name="connsiteX31" fmla="*/ 10804 w 553550"/>
                <a:gd name="connsiteY31" fmla="*/ 438233 h 670581"/>
                <a:gd name="connsiteX32" fmla="*/ 0 w 553550"/>
                <a:gd name="connsiteY32" fmla="*/ 335640 h 670581"/>
                <a:gd name="connsiteX33" fmla="*/ 20675 w 553550"/>
                <a:gd name="connsiteY33" fmla="*/ 191450 h 670581"/>
                <a:gd name="connsiteX34" fmla="*/ 78502 w 553550"/>
                <a:gd name="connsiteY34" fmla="*/ 86141 h 670581"/>
                <a:gd name="connsiteX35" fmla="*/ 167729 w 553550"/>
                <a:gd name="connsiteY35" fmla="*/ 21884 h 670581"/>
                <a:gd name="connsiteX36" fmla="*/ 282139 w 553550"/>
                <a:gd name="connsiteY36" fmla="*/ 0 h 670581"/>
                <a:gd name="connsiteX37" fmla="*/ 401989 w 553550"/>
                <a:gd name="connsiteY37" fmla="*/ 26075 h 670581"/>
                <a:gd name="connsiteX38" fmla="*/ 486475 w 553550"/>
                <a:gd name="connsiteY38" fmla="*/ 96074 h 670581"/>
                <a:gd name="connsiteX39" fmla="*/ 536762 w 553550"/>
                <a:gd name="connsiteY39" fmla="*/ 198668 h 670581"/>
                <a:gd name="connsiteX40" fmla="*/ 553551 w 553550"/>
                <a:gd name="connsiteY40" fmla="*/ 322447 h 67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53550" h="670581">
                  <a:moveTo>
                    <a:pt x="425850" y="275729"/>
                  </a:moveTo>
                  <a:cubicBezTo>
                    <a:pt x="424218" y="253767"/>
                    <a:pt x="420332" y="233047"/>
                    <a:pt x="414192" y="213568"/>
                  </a:cubicBezTo>
                  <a:cubicBezTo>
                    <a:pt x="407974" y="194012"/>
                    <a:pt x="398802" y="176861"/>
                    <a:pt x="386600" y="162116"/>
                  </a:cubicBezTo>
                  <a:cubicBezTo>
                    <a:pt x="374397" y="147371"/>
                    <a:pt x="359085" y="135730"/>
                    <a:pt x="340509" y="127116"/>
                  </a:cubicBezTo>
                  <a:cubicBezTo>
                    <a:pt x="321933" y="118580"/>
                    <a:pt x="299626" y="114234"/>
                    <a:pt x="273666" y="114234"/>
                  </a:cubicBezTo>
                  <a:cubicBezTo>
                    <a:pt x="251282" y="114234"/>
                    <a:pt x="231773" y="117959"/>
                    <a:pt x="214907" y="125331"/>
                  </a:cubicBezTo>
                  <a:cubicBezTo>
                    <a:pt x="198196" y="132704"/>
                    <a:pt x="183740" y="143180"/>
                    <a:pt x="171770" y="156761"/>
                  </a:cubicBezTo>
                  <a:cubicBezTo>
                    <a:pt x="159801" y="170342"/>
                    <a:pt x="149930" y="187027"/>
                    <a:pt x="142080" y="206739"/>
                  </a:cubicBezTo>
                  <a:cubicBezTo>
                    <a:pt x="134307" y="226528"/>
                    <a:pt x="129022" y="249499"/>
                    <a:pt x="126224" y="275807"/>
                  </a:cubicBezTo>
                  <a:lnTo>
                    <a:pt x="425772" y="275807"/>
                  </a:lnTo>
                  <a:close/>
                  <a:moveTo>
                    <a:pt x="553473" y="322447"/>
                  </a:moveTo>
                  <a:cubicBezTo>
                    <a:pt x="553473" y="334010"/>
                    <a:pt x="553084" y="344797"/>
                    <a:pt x="552229" y="354731"/>
                  </a:cubicBezTo>
                  <a:cubicBezTo>
                    <a:pt x="551452" y="364742"/>
                    <a:pt x="550597" y="373045"/>
                    <a:pt x="549820" y="379797"/>
                  </a:cubicBezTo>
                  <a:lnTo>
                    <a:pt x="123892" y="379797"/>
                  </a:lnTo>
                  <a:cubicBezTo>
                    <a:pt x="127468" y="410916"/>
                    <a:pt x="134307" y="437535"/>
                    <a:pt x="144256" y="459652"/>
                  </a:cubicBezTo>
                  <a:cubicBezTo>
                    <a:pt x="154205" y="481769"/>
                    <a:pt x="166407" y="500006"/>
                    <a:pt x="180786" y="514363"/>
                  </a:cubicBezTo>
                  <a:cubicBezTo>
                    <a:pt x="195165" y="528720"/>
                    <a:pt x="211487" y="539274"/>
                    <a:pt x="229675" y="546104"/>
                  </a:cubicBezTo>
                  <a:cubicBezTo>
                    <a:pt x="247862" y="552933"/>
                    <a:pt x="266671" y="556270"/>
                    <a:pt x="286258" y="556270"/>
                  </a:cubicBezTo>
                  <a:cubicBezTo>
                    <a:pt x="300248" y="556270"/>
                    <a:pt x="313383" y="555106"/>
                    <a:pt x="325819" y="552700"/>
                  </a:cubicBezTo>
                  <a:cubicBezTo>
                    <a:pt x="338177" y="550294"/>
                    <a:pt x="350069" y="546724"/>
                    <a:pt x="361494" y="541913"/>
                  </a:cubicBezTo>
                  <a:cubicBezTo>
                    <a:pt x="372920" y="537101"/>
                    <a:pt x="382946" y="532290"/>
                    <a:pt x="391807" y="527246"/>
                  </a:cubicBezTo>
                  <a:cubicBezTo>
                    <a:pt x="400590" y="522279"/>
                    <a:pt x="411937" y="514751"/>
                    <a:pt x="425928" y="504818"/>
                  </a:cubicBezTo>
                  <a:lnTo>
                    <a:pt x="500853" y="585604"/>
                  </a:lnTo>
                  <a:cubicBezTo>
                    <a:pt x="484842" y="600737"/>
                    <a:pt x="469609" y="612999"/>
                    <a:pt x="454997" y="622389"/>
                  </a:cubicBezTo>
                  <a:cubicBezTo>
                    <a:pt x="440384" y="631779"/>
                    <a:pt x="424684" y="640160"/>
                    <a:pt x="407662" y="647533"/>
                  </a:cubicBezTo>
                  <a:cubicBezTo>
                    <a:pt x="390719" y="654905"/>
                    <a:pt x="371443" y="660570"/>
                    <a:pt x="349836" y="664606"/>
                  </a:cubicBezTo>
                  <a:cubicBezTo>
                    <a:pt x="328307" y="668564"/>
                    <a:pt x="304445" y="670581"/>
                    <a:pt x="278563" y="670581"/>
                  </a:cubicBezTo>
                  <a:cubicBezTo>
                    <a:pt x="250583" y="670581"/>
                    <a:pt x="224467" y="666701"/>
                    <a:pt x="200062" y="658941"/>
                  </a:cubicBezTo>
                  <a:cubicBezTo>
                    <a:pt x="175734" y="651180"/>
                    <a:pt x="154127" y="641014"/>
                    <a:pt x="135396" y="628442"/>
                  </a:cubicBezTo>
                  <a:cubicBezTo>
                    <a:pt x="116586" y="615870"/>
                    <a:pt x="99720" y="601513"/>
                    <a:pt x="84797" y="585372"/>
                  </a:cubicBezTo>
                  <a:cubicBezTo>
                    <a:pt x="69796" y="569230"/>
                    <a:pt x="55573" y="548509"/>
                    <a:pt x="41971" y="523133"/>
                  </a:cubicBezTo>
                  <a:cubicBezTo>
                    <a:pt x="28369" y="497834"/>
                    <a:pt x="18032" y="469508"/>
                    <a:pt x="10804" y="438233"/>
                  </a:cubicBezTo>
                  <a:cubicBezTo>
                    <a:pt x="3575" y="406959"/>
                    <a:pt x="0" y="372735"/>
                    <a:pt x="0" y="335640"/>
                  </a:cubicBezTo>
                  <a:cubicBezTo>
                    <a:pt x="0" y="281394"/>
                    <a:pt x="6918" y="233357"/>
                    <a:pt x="20675" y="191450"/>
                  </a:cubicBezTo>
                  <a:cubicBezTo>
                    <a:pt x="34432" y="149622"/>
                    <a:pt x="53708" y="114467"/>
                    <a:pt x="78502" y="86141"/>
                  </a:cubicBezTo>
                  <a:cubicBezTo>
                    <a:pt x="103296" y="57815"/>
                    <a:pt x="132986" y="36396"/>
                    <a:pt x="167729" y="21884"/>
                  </a:cubicBezTo>
                  <a:cubicBezTo>
                    <a:pt x="202549" y="7295"/>
                    <a:pt x="240634" y="0"/>
                    <a:pt x="282139" y="0"/>
                  </a:cubicBezTo>
                  <a:cubicBezTo>
                    <a:pt x="328073" y="0"/>
                    <a:pt x="368023" y="8692"/>
                    <a:pt x="401989" y="26075"/>
                  </a:cubicBezTo>
                  <a:cubicBezTo>
                    <a:pt x="435954" y="43381"/>
                    <a:pt x="464090" y="66740"/>
                    <a:pt x="486475" y="96074"/>
                  </a:cubicBezTo>
                  <a:cubicBezTo>
                    <a:pt x="508859" y="125409"/>
                    <a:pt x="525570" y="159633"/>
                    <a:pt x="536762" y="198668"/>
                  </a:cubicBezTo>
                  <a:cubicBezTo>
                    <a:pt x="547954" y="237780"/>
                    <a:pt x="553551" y="278988"/>
                    <a:pt x="553551" y="322447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34DD34F-7153-F50D-CE51-6BD7BDC89070}"/>
                </a:ext>
              </a:extLst>
            </p:cNvPr>
            <p:cNvSpPr/>
            <p:nvPr/>
          </p:nvSpPr>
          <p:spPr bwMode="invGray">
            <a:xfrm>
              <a:off x="7297884" y="3191752"/>
              <a:ext cx="517719" cy="656845"/>
            </a:xfrm>
            <a:custGeom>
              <a:avLst/>
              <a:gdLst>
                <a:gd name="connsiteX0" fmla="*/ 391262 w 517719"/>
                <a:gd name="connsiteY0" fmla="*/ 656690 h 656845"/>
                <a:gd name="connsiteX1" fmla="*/ 391262 w 517719"/>
                <a:gd name="connsiteY1" fmla="*/ 293035 h 656845"/>
                <a:gd name="connsiteX2" fmla="*/ 360095 w 517719"/>
                <a:gd name="connsiteY2" fmla="*/ 161107 h 656845"/>
                <a:gd name="connsiteX3" fmla="*/ 258821 w 517719"/>
                <a:gd name="connsiteY3" fmla="*/ 116562 h 656845"/>
                <a:gd name="connsiteX4" fmla="*/ 202471 w 517719"/>
                <a:gd name="connsiteY4" fmla="*/ 127349 h 656845"/>
                <a:gd name="connsiteX5" fmla="*/ 159334 w 517719"/>
                <a:gd name="connsiteY5" fmla="*/ 160874 h 656845"/>
                <a:gd name="connsiteX6" fmla="*/ 134152 w 517719"/>
                <a:gd name="connsiteY6" fmla="*/ 214421 h 656845"/>
                <a:gd name="connsiteX7" fmla="*/ 126379 w 517719"/>
                <a:gd name="connsiteY7" fmla="*/ 280541 h 656845"/>
                <a:gd name="connsiteX8" fmla="*/ 126379 w 517719"/>
                <a:gd name="connsiteY8" fmla="*/ 656768 h 656845"/>
                <a:gd name="connsiteX9" fmla="*/ 0 w 517719"/>
                <a:gd name="connsiteY9" fmla="*/ 656768 h 656845"/>
                <a:gd name="connsiteX10" fmla="*/ 0 w 517719"/>
                <a:gd name="connsiteY10" fmla="*/ 13736 h 656845"/>
                <a:gd name="connsiteX11" fmla="*/ 126379 w 517719"/>
                <a:gd name="connsiteY11" fmla="*/ 13736 h 656845"/>
                <a:gd name="connsiteX12" fmla="*/ 126379 w 517719"/>
                <a:gd name="connsiteY12" fmla="*/ 74733 h 656845"/>
                <a:gd name="connsiteX13" fmla="*/ 155759 w 517719"/>
                <a:gd name="connsiteY13" fmla="*/ 43381 h 656845"/>
                <a:gd name="connsiteX14" fmla="*/ 194154 w 517719"/>
                <a:gd name="connsiteY14" fmla="*/ 19789 h 656845"/>
                <a:gd name="connsiteX15" fmla="*/ 239079 w 517719"/>
                <a:gd name="connsiteY15" fmla="*/ 5122 h 656845"/>
                <a:gd name="connsiteX16" fmla="*/ 288201 w 517719"/>
                <a:gd name="connsiteY16" fmla="*/ 0 h 656845"/>
                <a:gd name="connsiteX17" fmla="*/ 389164 w 517719"/>
                <a:gd name="connsiteY17" fmla="*/ 18858 h 656845"/>
                <a:gd name="connsiteX18" fmla="*/ 460515 w 517719"/>
                <a:gd name="connsiteY18" fmla="*/ 73026 h 656845"/>
                <a:gd name="connsiteX19" fmla="*/ 503341 w 517719"/>
                <a:gd name="connsiteY19" fmla="*/ 162194 h 656845"/>
                <a:gd name="connsiteX20" fmla="*/ 517719 w 517719"/>
                <a:gd name="connsiteY20" fmla="*/ 288379 h 656845"/>
                <a:gd name="connsiteX21" fmla="*/ 517719 w 517719"/>
                <a:gd name="connsiteY21" fmla="*/ 656845 h 656845"/>
                <a:gd name="connsiteX22" fmla="*/ 391262 w 517719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719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471" y="127349"/>
                  </a:cubicBezTo>
                  <a:cubicBezTo>
                    <a:pt x="185294" y="134566"/>
                    <a:pt x="170915" y="145664"/>
                    <a:pt x="159334" y="160874"/>
                  </a:cubicBezTo>
                  <a:cubicBezTo>
                    <a:pt x="147753" y="176007"/>
                    <a:pt x="139359" y="193856"/>
                    <a:pt x="134152" y="214421"/>
                  </a:cubicBezTo>
                  <a:cubicBezTo>
                    <a:pt x="128944" y="234987"/>
                    <a:pt x="126379" y="257027"/>
                    <a:pt x="126379" y="280541"/>
                  </a:cubicBezTo>
                  <a:lnTo>
                    <a:pt x="126379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379" y="13736"/>
                  </a:lnTo>
                  <a:lnTo>
                    <a:pt x="126379" y="74733"/>
                  </a:lnTo>
                  <a:cubicBezTo>
                    <a:pt x="134385" y="63170"/>
                    <a:pt x="144178" y="52693"/>
                    <a:pt x="155759" y="43381"/>
                  </a:cubicBezTo>
                  <a:cubicBezTo>
                    <a:pt x="167340" y="33991"/>
                    <a:pt x="180086" y="26153"/>
                    <a:pt x="194154" y="19789"/>
                  </a:cubicBezTo>
                  <a:cubicBezTo>
                    <a:pt x="208067" y="13426"/>
                    <a:pt x="223068" y="8537"/>
                    <a:pt x="239079" y="5122"/>
                  </a:cubicBezTo>
                  <a:cubicBezTo>
                    <a:pt x="255090" y="1707"/>
                    <a:pt x="271412" y="0"/>
                    <a:pt x="288201" y="0"/>
                  </a:cubicBezTo>
                  <a:cubicBezTo>
                    <a:pt x="326907" y="0"/>
                    <a:pt x="360562" y="6286"/>
                    <a:pt x="389164" y="18858"/>
                  </a:cubicBezTo>
                  <a:cubicBezTo>
                    <a:pt x="417767" y="31430"/>
                    <a:pt x="441472" y="49434"/>
                    <a:pt x="460515" y="73026"/>
                  </a:cubicBezTo>
                  <a:cubicBezTo>
                    <a:pt x="479479" y="96540"/>
                    <a:pt x="493703" y="126263"/>
                    <a:pt x="503341" y="162194"/>
                  </a:cubicBezTo>
                  <a:cubicBezTo>
                    <a:pt x="512901" y="198125"/>
                    <a:pt x="517719" y="240186"/>
                    <a:pt x="517719" y="288379"/>
                  </a:cubicBezTo>
                  <a:lnTo>
                    <a:pt x="517719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49FA696-2D01-25B4-F8C9-584CC7167957}"/>
                </a:ext>
              </a:extLst>
            </p:cNvPr>
            <p:cNvSpPr/>
            <p:nvPr/>
          </p:nvSpPr>
          <p:spPr bwMode="invGray">
            <a:xfrm>
              <a:off x="7909572" y="3191752"/>
              <a:ext cx="574457" cy="670503"/>
            </a:xfrm>
            <a:custGeom>
              <a:avLst/>
              <a:gdLst>
                <a:gd name="connsiteX0" fmla="*/ 446913 w 574457"/>
                <a:gd name="connsiteY0" fmla="*/ 335485 h 670503"/>
                <a:gd name="connsiteX1" fmla="*/ 435487 w 574457"/>
                <a:gd name="connsiteY1" fmla="*/ 246628 h 670503"/>
                <a:gd name="connsiteX2" fmla="*/ 402843 w 574457"/>
                <a:gd name="connsiteY2" fmla="*/ 178724 h 670503"/>
                <a:gd name="connsiteX3" fmla="*/ 351001 w 574457"/>
                <a:gd name="connsiteY3" fmla="*/ 135342 h 670503"/>
                <a:gd name="connsiteX4" fmla="*/ 282138 w 574457"/>
                <a:gd name="connsiteY4" fmla="*/ 120132 h 670503"/>
                <a:gd name="connsiteX5" fmla="*/ 217705 w 574457"/>
                <a:gd name="connsiteY5" fmla="*/ 135342 h 670503"/>
                <a:gd name="connsiteX6" fmla="*/ 169205 w 574457"/>
                <a:gd name="connsiteY6" fmla="*/ 178413 h 670503"/>
                <a:gd name="connsiteX7" fmla="*/ 138349 w 574457"/>
                <a:gd name="connsiteY7" fmla="*/ 245153 h 670503"/>
                <a:gd name="connsiteX8" fmla="*/ 127623 w 574457"/>
                <a:gd name="connsiteY8" fmla="*/ 331837 h 670503"/>
                <a:gd name="connsiteX9" fmla="*/ 139281 w 574457"/>
                <a:gd name="connsiteY9" fmla="*/ 425739 h 670503"/>
                <a:gd name="connsiteX10" fmla="*/ 172236 w 574457"/>
                <a:gd name="connsiteY10" fmla="*/ 493953 h 670503"/>
                <a:gd name="connsiteX11" fmla="*/ 223145 w 574457"/>
                <a:gd name="connsiteY11" fmla="*/ 535782 h 670503"/>
                <a:gd name="connsiteX12" fmla="*/ 288744 w 574457"/>
                <a:gd name="connsiteY12" fmla="*/ 550139 h 670503"/>
                <a:gd name="connsiteX13" fmla="*/ 353722 w 574457"/>
                <a:gd name="connsiteY13" fmla="*/ 533066 h 670503"/>
                <a:gd name="connsiteX14" fmla="*/ 403465 w 574457"/>
                <a:gd name="connsiteY14" fmla="*/ 486969 h 670503"/>
                <a:gd name="connsiteX15" fmla="*/ 435487 w 574457"/>
                <a:gd name="connsiteY15" fmla="*/ 418755 h 670503"/>
                <a:gd name="connsiteX16" fmla="*/ 446913 w 574457"/>
                <a:gd name="connsiteY16" fmla="*/ 335330 h 670503"/>
                <a:gd name="connsiteX17" fmla="*/ 574458 w 574457"/>
                <a:gd name="connsiteY17" fmla="*/ 331915 h 670503"/>
                <a:gd name="connsiteX18" fmla="*/ 552307 w 574457"/>
                <a:gd name="connsiteY18" fmla="*/ 474863 h 670503"/>
                <a:gd name="connsiteX19" fmla="*/ 491216 w 574457"/>
                <a:gd name="connsiteY19" fmla="*/ 581336 h 670503"/>
                <a:gd name="connsiteX20" fmla="*/ 398957 w 574457"/>
                <a:gd name="connsiteY20" fmla="*/ 647766 h 670503"/>
                <a:gd name="connsiteX21" fmla="*/ 283926 w 574457"/>
                <a:gd name="connsiteY21" fmla="*/ 670504 h 670503"/>
                <a:gd name="connsiteX22" fmla="*/ 170993 w 574457"/>
                <a:gd name="connsiteY22" fmla="*/ 646602 h 670503"/>
                <a:gd name="connsiteX23" fmla="*/ 81144 w 574457"/>
                <a:gd name="connsiteY23" fmla="*/ 578698 h 670503"/>
                <a:gd name="connsiteX24" fmla="*/ 21529 w 574457"/>
                <a:gd name="connsiteY24" fmla="*/ 472845 h 670503"/>
                <a:gd name="connsiteX25" fmla="*/ 0 w 574457"/>
                <a:gd name="connsiteY25" fmla="*/ 335562 h 670503"/>
                <a:gd name="connsiteX26" fmla="*/ 22151 w 574457"/>
                <a:gd name="connsiteY26" fmla="*/ 194400 h 670503"/>
                <a:gd name="connsiteX27" fmla="*/ 82931 w 574457"/>
                <a:gd name="connsiteY27" fmla="*/ 88857 h 670503"/>
                <a:gd name="connsiteX28" fmla="*/ 174024 w 574457"/>
                <a:gd name="connsiteY28" fmla="*/ 22738 h 670503"/>
                <a:gd name="connsiteX29" fmla="*/ 287579 w 574457"/>
                <a:gd name="connsiteY29" fmla="*/ 0 h 670503"/>
                <a:gd name="connsiteX30" fmla="*/ 401678 w 574457"/>
                <a:gd name="connsiteY30" fmla="*/ 23669 h 670503"/>
                <a:gd name="connsiteX31" fmla="*/ 492459 w 574457"/>
                <a:gd name="connsiteY31" fmla="*/ 90642 h 670503"/>
                <a:gd name="connsiteX32" fmla="*/ 552617 w 574457"/>
                <a:gd name="connsiteY32" fmla="*/ 195331 h 670503"/>
                <a:gd name="connsiteX33" fmla="*/ 574458 w 574457"/>
                <a:gd name="connsiteY33" fmla="*/ 33199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74457" h="670503">
                  <a:moveTo>
                    <a:pt x="446913" y="335485"/>
                  </a:moveTo>
                  <a:cubicBezTo>
                    <a:pt x="446913" y="302813"/>
                    <a:pt x="443105" y="273168"/>
                    <a:pt x="435487" y="246628"/>
                  </a:cubicBezTo>
                  <a:cubicBezTo>
                    <a:pt x="427871" y="220164"/>
                    <a:pt x="416989" y="197504"/>
                    <a:pt x="402843" y="178724"/>
                  </a:cubicBezTo>
                  <a:cubicBezTo>
                    <a:pt x="388698" y="160021"/>
                    <a:pt x="371365" y="145509"/>
                    <a:pt x="351001" y="135342"/>
                  </a:cubicBezTo>
                  <a:cubicBezTo>
                    <a:pt x="330638" y="125176"/>
                    <a:pt x="307631" y="120132"/>
                    <a:pt x="282138" y="120132"/>
                  </a:cubicBezTo>
                  <a:cubicBezTo>
                    <a:pt x="258199" y="120132"/>
                    <a:pt x="236670" y="125176"/>
                    <a:pt x="217705" y="135342"/>
                  </a:cubicBezTo>
                  <a:cubicBezTo>
                    <a:pt x="198740" y="145509"/>
                    <a:pt x="182574" y="159866"/>
                    <a:pt x="169205" y="178413"/>
                  </a:cubicBezTo>
                  <a:cubicBezTo>
                    <a:pt x="155837" y="196960"/>
                    <a:pt x="145577" y="219233"/>
                    <a:pt x="138349" y="245153"/>
                  </a:cubicBezTo>
                  <a:cubicBezTo>
                    <a:pt x="131120" y="271073"/>
                    <a:pt x="127623" y="300019"/>
                    <a:pt x="127623" y="331837"/>
                  </a:cubicBezTo>
                  <a:cubicBezTo>
                    <a:pt x="127623" y="367303"/>
                    <a:pt x="131509" y="398655"/>
                    <a:pt x="139281" y="425739"/>
                  </a:cubicBezTo>
                  <a:cubicBezTo>
                    <a:pt x="147054" y="452901"/>
                    <a:pt x="158013" y="475561"/>
                    <a:pt x="172236" y="493953"/>
                  </a:cubicBezTo>
                  <a:cubicBezTo>
                    <a:pt x="186382" y="512268"/>
                    <a:pt x="203404" y="526237"/>
                    <a:pt x="223145" y="535782"/>
                  </a:cubicBezTo>
                  <a:cubicBezTo>
                    <a:pt x="242888" y="545328"/>
                    <a:pt x="264728" y="550139"/>
                    <a:pt x="288744" y="550139"/>
                  </a:cubicBezTo>
                  <a:cubicBezTo>
                    <a:pt x="312761" y="550139"/>
                    <a:pt x="334368" y="544474"/>
                    <a:pt x="353722" y="533066"/>
                  </a:cubicBezTo>
                  <a:cubicBezTo>
                    <a:pt x="373075" y="521658"/>
                    <a:pt x="389708" y="506293"/>
                    <a:pt x="403465" y="486969"/>
                  </a:cubicBezTo>
                  <a:cubicBezTo>
                    <a:pt x="417222" y="467645"/>
                    <a:pt x="427948" y="444907"/>
                    <a:pt x="435487" y="418755"/>
                  </a:cubicBezTo>
                  <a:cubicBezTo>
                    <a:pt x="443027" y="392602"/>
                    <a:pt x="446913" y="364819"/>
                    <a:pt x="446913" y="335330"/>
                  </a:cubicBezTo>
                  <a:moveTo>
                    <a:pt x="574458" y="331915"/>
                  </a:moveTo>
                  <a:cubicBezTo>
                    <a:pt x="574458" y="385384"/>
                    <a:pt x="567074" y="433034"/>
                    <a:pt x="552307" y="474863"/>
                  </a:cubicBezTo>
                  <a:cubicBezTo>
                    <a:pt x="537539" y="516769"/>
                    <a:pt x="517175" y="552234"/>
                    <a:pt x="491216" y="581336"/>
                  </a:cubicBezTo>
                  <a:cubicBezTo>
                    <a:pt x="465256" y="610438"/>
                    <a:pt x="434477" y="632555"/>
                    <a:pt x="398957" y="647766"/>
                  </a:cubicBezTo>
                  <a:cubicBezTo>
                    <a:pt x="363438" y="662899"/>
                    <a:pt x="325042" y="670504"/>
                    <a:pt x="283926" y="670504"/>
                  </a:cubicBezTo>
                  <a:cubicBezTo>
                    <a:pt x="242810" y="670504"/>
                    <a:pt x="205502" y="662511"/>
                    <a:pt x="170993" y="646602"/>
                  </a:cubicBezTo>
                  <a:cubicBezTo>
                    <a:pt x="136483" y="630693"/>
                    <a:pt x="106482" y="608032"/>
                    <a:pt x="81144" y="578698"/>
                  </a:cubicBezTo>
                  <a:cubicBezTo>
                    <a:pt x="55728" y="549363"/>
                    <a:pt x="35908" y="514130"/>
                    <a:pt x="21529" y="472845"/>
                  </a:cubicBezTo>
                  <a:cubicBezTo>
                    <a:pt x="7150" y="431559"/>
                    <a:pt x="0" y="385850"/>
                    <a:pt x="0" y="335562"/>
                  </a:cubicBezTo>
                  <a:cubicBezTo>
                    <a:pt x="0" y="285275"/>
                    <a:pt x="7384" y="235840"/>
                    <a:pt x="22151" y="194400"/>
                  </a:cubicBezTo>
                  <a:cubicBezTo>
                    <a:pt x="36919" y="152959"/>
                    <a:pt x="57205" y="117726"/>
                    <a:pt x="82931" y="88857"/>
                  </a:cubicBezTo>
                  <a:cubicBezTo>
                    <a:pt x="108658" y="59988"/>
                    <a:pt x="139048" y="37949"/>
                    <a:pt x="174024" y="22738"/>
                  </a:cubicBezTo>
                  <a:cubicBezTo>
                    <a:pt x="208999" y="7605"/>
                    <a:pt x="246774" y="0"/>
                    <a:pt x="287579" y="0"/>
                  </a:cubicBezTo>
                  <a:cubicBezTo>
                    <a:pt x="328384" y="0"/>
                    <a:pt x="366702" y="7916"/>
                    <a:pt x="401678" y="23669"/>
                  </a:cubicBezTo>
                  <a:cubicBezTo>
                    <a:pt x="436653" y="39423"/>
                    <a:pt x="466888" y="61773"/>
                    <a:pt x="492459" y="90642"/>
                  </a:cubicBezTo>
                  <a:cubicBezTo>
                    <a:pt x="518030" y="119589"/>
                    <a:pt x="538083" y="154433"/>
                    <a:pt x="552617" y="195331"/>
                  </a:cubicBezTo>
                  <a:cubicBezTo>
                    <a:pt x="567152" y="236151"/>
                    <a:pt x="574458" y="281782"/>
                    <a:pt x="574458" y="331993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AEA34B4F-6C91-5F91-3A77-C3DA67F2E407}"/>
                </a:ext>
              </a:extLst>
            </p:cNvPr>
            <p:cNvSpPr/>
            <p:nvPr/>
          </p:nvSpPr>
          <p:spPr bwMode="invGray">
            <a:xfrm>
              <a:off x="8577920" y="3191752"/>
              <a:ext cx="517641" cy="656845"/>
            </a:xfrm>
            <a:custGeom>
              <a:avLst/>
              <a:gdLst>
                <a:gd name="connsiteX0" fmla="*/ 391262 w 517641"/>
                <a:gd name="connsiteY0" fmla="*/ 656690 h 656845"/>
                <a:gd name="connsiteX1" fmla="*/ 391262 w 517641"/>
                <a:gd name="connsiteY1" fmla="*/ 293035 h 656845"/>
                <a:gd name="connsiteX2" fmla="*/ 360095 w 517641"/>
                <a:gd name="connsiteY2" fmla="*/ 161107 h 656845"/>
                <a:gd name="connsiteX3" fmla="*/ 258821 w 517641"/>
                <a:gd name="connsiteY3" fmla="*/ 116562 h 656845"/>
                <a:gd name="connsiteX4" fmla="*/ 202549 w 517641"/>
                <a:gd name="connsiteY4" fmla="*/ 127349 h 656845"/>
                <a:gd name="connsiteX5" fmla="*/ 159412 w 517641"/>
                <a:gd name="connsiteY5" fmla="*/ 160874 h 656845"/>
                <a:gd name="connsiteX6" fmla="*/ 134230 w 517641"/>
                <a:gd name="connsiteY6" fmla="*/ 214421 h 656845"/>
                <a:gd name="connsiteX7" fmla="*/ 126457 w 517641"/>
                <a:gd name="connsiteY7" fmla="*/ 280541 h 656845"/>
                <a:gd name="connsiteX8" fmla="*/ 126457 w 517641"/>
                <a:gd name="connsiteY8" fmla="*/ 656768 h 656845"/>
                <a:gd name="connsiteX9" fmla="*/ 0 w 517641"/>
                <a:gd name="connsiteY9" fmla="*/ 656768 h 656845"/>
                <a:gd name="connsiteX10" fmla="*/ 0 w 517641"/>
                <a:gd name="connsiteY10" fmla="*/ 13736 h 656845"/>
                <a:gd name="connsiteX11" fmla="*/ 126457 w 517641"/>
                <a:gd name="connsiteY11" fmla="*/ 13736 h 656845"/>
                <a:gd name="connsiteX12" fmla="*/ 126457 w 517641"/>
                <a:gd name="connsiteY12" fmla="*/ 74733 h 656845"/>
                <a:gd name="connsiteX13" fmla="*/ 155837 w 517641"/>
                <a:gd name="connsiteY13" fmla="*/ 43381 h 656845"/>
                <a:gd name="connsiteX14" fmla="*/ 194154 w 517641"/>
                <a:gd name="connsiteY14" fmla="*/ 19789 h 656845"/>
                <a:gd name="connsiteX15" fmla="*/ 239079 w 517641"/>
                <a:gd name="connsiteY15" fmla="*/ 5122 h 656845"/>
                <a:gd name="connsiteX16" fmla="*/ 288201 w 517641"/>
                <a:gd name="connsiteY16" fmla="*/ 0 h 656845"/>
                <a:gd name="connsiteX17" fmla="*/ 389164 w 517641"/>
                <a:gd name="connsiteY17" fmla="*/ 18858 h 656845"/>
                <a:gd name="connsiteX18" fmla="*/ 460437 w 517641"/>
                <a:gd name="connsiteY18" fmla="*/ 73026 h 656845"/>
                <a:gd name="connsiteX19" fmla="*/ 503263 w 517641"/>
                <a:gd name="connsiteY19" fmla="*/ 162194 h 656845"/>
                <a:gd name="connsiteX20" fmla="*/ 517642 w 517641"/>
                <a:gd name="connsiteY20" fmla="*/ 288379 h 656845"/>
                <a:gd name="connsiteX21" fmla="*/ 517642 w 517641"/>
                <a:gd name="connsiteY21" fmla="*/ 656845 h 656845"/>
                <a:gd name="connsiteX22" fmla="*/ 391262 w 517641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1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549" y="127349"/>
                  </a:cubicBezTo>
                  <a:cubicBezTo>
                    <a:pt x="185372" y="134566"/>
                    <a:pt x="170993" y="145664"/>
                    <a:pt x="159412" y="160874"/>
                  </a:cubicBezTo>
                  <a:cubicBezTo>
                    <a:pt x="147831" y="176007"/>
                    <a:pt x="139437" y="193856"/>
                    <a:pt x="134230" y="214421"/>
                  </a:cubicBezTo>
                  <a:cubicBezTo>
                    <a:pt x="129022" y="234987"/>
                    <a:pt x="126457" y="257027"/>
                    <a:pt x="126457" y="280541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4462" y="63170"/>
                    <a:pt x="144178" y="52693"/>
                    <a:pt x="155837" y="43381"/>
                  </a:cubicBezTo>
                  <a:cubicBezTo>
                    <a:pt x="167417" y="33991"/>
                    <a:pt x="180164" y="26153"/>
                    <a:pt x="194154" y="19789"/>
                  </a:cubicBezTo>
                  <a:cubicBezTo>
                    <a:pt x="208145" y="13426"/>
                    <a:pt x="223146" y="8537"/>
                    <a:pt x="239079" y="5122"/>
                  </a:cubicBezTo>
                  <a:cubicBezTo>
                    <a:pt x="255012" y="1707"/>
                    <a:pt x="271412" y="0"/>
                    <a:pt x="288201" y="0"/>
                  </a:cubicBezTo>
                  <a:cubicBezTo>
                    <a:pt x="326985" y="0"/>
                    <a:pt x="360562" y="6286"/>
                    <a:pt x="389164" y="18858"/>
                  </a:cubicBezTo>
                  <a:cubicBezTo>
                    <a:pt x="417689" y="31430"/>
                    <a:pt x="441472" y="49434"/>
                    <a:pt x="460437" y="73026"/>
                  </a:cubicBezTo>
                  <a:cubicBezTo>
                    <a:pt x="479402" y="96540"/>
                    <a:pt x="493703" y="126263"/>
                    <a:pt x="503263" y="162194"/>
                  </a:cubicBezTo>
                  <a:cubicBezTo>
                    <a:pt x="512823" y="198125"/>
                    <a:pt x="517642" y="240186"/>
                    <a:pt x="517642" y="288379"/>
                  </a:cubicBezTo>
                  <a:lnTo>
                    <a:pt x="517642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46131BC-0158-9F0C-1A1A-65ED346E50C3}"/>
                </a:ext>
              </a:extLst>
            </p:cNvPr>
            <p:cNvSpPr/>
            <p:nvPr/>
          </p:nvSpPr>
          <p:spPr bwMode="invGray">
            <a:xfrm>
              <a:off x="1333500" y="1365250"/>
              <a:ext cx="2432217" cy="886244"/>
            </a:xfrm>
            <a:custGeom>
              <a:avLst/>
              <a:gdLst>
                <a:gd name="connsiteX0" fmla="*/ 2431984 w 2432217"/>
                <a:gd name="connsiteY0" fmla="*/ 0 h 886244"/>
                <a:gd name="connsiteX1" fmla="*/ 0 w 2432217"/>
                <a:gd name="connsiteY1" fmla="*/ 886245 h 886244"/>
                <a:gd name="connsiteX2" fmla="*/ 2432217 w 2432217"/>
                <a:gd name="connsiteY2" fmla="*/ 457246 h 886244"/>
                <a:gd name="connsiteX3" fmla="*/ 2432217 w 2432217"/>
                <a:gd name="connsiteY3" fmla="*/ 0 h 886244"/>
                <a:gd name="connsiteX4" fmla="*/ 2431984 w 2432217"/>
                <a:gd name="connsiteY4" fmla="*/ 0 h 886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2217" h="886244">
                  <a:moveTo>
                    <a:pt x="2431984" y="0"/>
                  </a:moveTo>
                  <a:lnTo>
                    <a:pt x="0" y="886245"/>
                  </a:lnTo>
                  <a:lnTo>
                    <a:pt x="2432217" y="457246"/>
                  </a:lnTo>
                  <a:lnTo>
                    <a:pt x="2432217" y="0"/>
                  </a:lnTo>
                  <a:lnTo>
                    <a:pt x="2431984" y="0"/>
                  </a:lnTo>
                  <a:close/>
                </a:path>
              </a:pathLst>
            </a:custGeom>
            <a:solidFill>
              <a:srgbClr val="FFE600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D119EBFE-53B9-5E80-D6EB-40F510C922BA}"/>
                </a:ext>
              </a:extLst>
            </p:cNvPr>
            <p:cNvSpPr/>
            <p:nvPr/>
          </p:nvSpPr>
          <p:spPr bwMode="invGray">
            <a:xfrm>
              <a:off x="1354718" y="2619961"/>
              <a:ext cx="2042042" cy="1228558"/>
            </a:xfrm>
            <a:custGeom>
              <a:avLst/>
              <a:gdLst>
                <a:gd name="connsiteX0" fmla="*/ 1639277 w 2042042"/>
                <a:gd name="connsiteY0" fmla="*/ 78 h 1228558"/>
                <a:gd name="connsiteX1" fmla="*/ 1430277 w 2042042"/>
                <a:gd name="connsiteY1" fmla="*/ 400983 h 1228558"/>
                <a:gd name="connsiteX2" fmla="*/ 1221821 w 2042042"/>
                <a:gd name="connsiteY2" fmla="*/ 78 h 1228558"/>
                <a:gd name="connsiteX3" fmla="*/ 813848 w 2042042"/>
                <a:gd name="connsiteY3" fmla="*/ 78 h 1228558"/>
                <a:gd name="connsiteX4" fmla="*/ 1243662 w 2042042"/>
                <a:gd name="connsiteY4" fmla="*/ 743297 h 1228558"/>
                <a:gd name="connsiteX5" fmla="*/ 1243662 w 2042042"/>
                <a:gd name="connsiteY5" fmla="*/ 1228559 h 1228558"/>
                <a:gd name="connsiteX6" fmla="*/ 1611607 w 2042042"/>
                <a:gd name="connsiteY6" fmla="*/ 1228559 h 1228558"/>
                <a:gd name="connsiteX7" fmla="*/ 1611607 w 2042042"/>
                <a:gd name="connsiteY7" fmla="*/ 743297 h 1228558"/>
                <a:gd name="connsiteX8" fmla="*/ 2042043 w 2042042"/>
                <a:gd name="connsiteY8" fmla="*/ 78 h 1228558"/>
                <a:gd name="connsiteX9" fmla="*/ 1639277 w 2042042"/>
                <a:gd name="connsiteY9" fmla="*/ 78 h 1228558"/>
                <a:gd name="connsiteX10" fmla="*/ 0 w 2042042"/>
                <a:gd name="connsiteY10" fmla="*/ 78 h 1228558"/>
                <a:gd name="connsiteX11" fmla="*/ 0 w 2042042"/>
                <a:gd name="connsiteY11" fmla="*/ 1228481 h 1228558"/>
                <a:gd name="connsiteX12" fmla="*/ 984219 w 2042042"/>
                <a:gd name="connsiteY12" fmla="*/ 1228481 h 1228558"/>
                <a:gd name="connsiteX13" fmla="*/ 984219 w 2042042"/>
                <a:gd name="connsiteY13" fmla="*/ 945923 h 1228558"/>
                <a:gd name="connsiteX14" fmla="*/ 369034 w 2042042"/>
                <a:gd name="connsiteY14" fmla="*/ 945923 h 1228558"/>
                <a:gd name="connsiteX15" fmla="*/ 369034 w 2042042"/>
                <a:gd name="connsiteY15" fmla="*/ 743220 h 1228558"/>
                <a:gd name="connsiteX16" fmla="*/ 813848 w 2042042"/>
                <a:gd name="connsiteY16" fmla="*/ 743220 h 1228558"/>
                <a:gd name="connsiteX17" fmla="*/ 813848 w 2042042"/>
                <a:gd name="connsiteY17" fmla="*/ 485339 h 1228558"/>
                <a:gd name="connsiteX18" fmla="*/ 369034 w 2042042"/>
                <a:gd name="connsiteY18" fmla="*/ 485339 h 1228558"/>
                <a:gd name="connsiteX19" fmla="*/ 369034 w 2042042"/>
                <a:gd name="connsiteY19" fmla="*/ 282558 h 1228558"/>
                <a:gd name="connsiteX20" fmla="*/ 861182 w 2042042"/>
                <a:gd name="connsiteY20" fmla="*/ 282558 h 1228558"/>
                <a:gd name="connsiteX21" fmla="*/ 697884 w 2042042"/>
                <a:gd name="connsiteY21" fmla="*/ 0 h 1228558"/>
                <a:gd name="connsiteX22" fmla="*/ 0 w 2042042"/>
                <a:gd name="connsiteY22" fmla="*/ 0 h 122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2042" h="1228558">
                  <a:moveTo>
                    <a:pt x="1639277" y="78"/>
                  </a:moveTo>
                  <a:lnTo>
                    <a:pt x="1430277" y="400983"/>
                  </a:lnTo>
                  <a:lnTo>
                    <a:pt x="1221821" y="78"/>
                  </a:lnTo>
                  <a:lnTo>
                    <a:pt x="813848" y="78"/>
                  </a:lnTo>
                  <a:lnTo>
                    <a:pt x="1243662" y="743297"/>
                  </a:lnTo>
                  <a:lnTo>
                    <a:pt x="1243662" y="1228559"/>
                  </a:lnTo>
                  <a:lnTo>
                    <a:pt x="1611607" y="1228559"/>
                  </a:lnTo>
                  <a:lnTo>
                    <a:pt x="1611607" y="743297"/>
                  </a:lnTo>
                  <a:lnTo>
                    <a:pt x="2042043" y="78"/>
                  </a:lnTo>
                  <a:lnTo>
                    <a:pt x="1639277" y="78"/>
                  </a:lnTo>
                  <a:close/>
                  <a:moveTo>
                    <a:pt x="0" y="78"/>
                  </a:moveTo>
                  <a:lnTo>
                    <a:pt x="0" y="1228481"/>
                  </a:lnTo>
                  <a:lnTo>
                    <a:pt x="984219" y="1228481"/>
                  </a:lnTo>
                  <a:lnTo>
                    <a:pt x="984219" y="945923"/>
                  </a:lnTo>
                  <a:lnTo>
                    <a:pt x="369034" y="945923"/>
                  </a:lnTo>
                  <a:lnTo>
                    <a:pt x="369034" y="743220"/>
                  </a:lnTo>
                  <a:lnTo>
                    <a:pt x="813848" y="743220"/>
                  </a:lnTo>
                  <a:lnTo>
                    <a:pt x="813848" y="485339"/>
                  </a:lnTo>
                  <a:lnTo>
                    <a:pt x="369034" y="485339"/>
                  </a:lnTo>
                  <a:lnTo>
                    <a:pt x="369034" y="282558"/>
                  </a:lnTo>
                  <a:lnTo>
                    <a:pt x="861182" y="282558"/>
                  </a:lnTo>
                  <a:lnTo>
                    <a:pt x="6978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3652FE2-1E8F-0878-CAAF-DE5AA69D7A21}"/>
                </a:ext>
              </a:extLst>
            </p:cNvPr>
            <p:cNvSpPr/>
            <p:nvPr/>
          </p:nvSpPr>
          <p:spPr bwMode="invGray">
            <a:xfrm>
              <a:off x="5925900" y="4251210"/>
              <a:ext cx="200839" cy="388178"/>
            </a:xfrm>
            <a:custGeom>
              <a:avLst/>
              <a:gdLst>
                <a:gd name="connsiteX0" fmla="*/ 119151 w 200839"/>
                <a:gd name="connsiteY0" fmla="*/ 286749 h 388178"/>
                <a:gd name="connsiteX1" fmla="*/ 119151 w 200839"/>
                <a:gd name="connsiteY1" fmla="*/ 173679 h 388178"/>
                <a:gd name="connsiteX2" fmla="*/ 199751 w 200839"/>
                <a:gd name="connsiteY2" fmla="*/ 173679 h 388178"/>
                <a:gd name="connsiteX3" fmla="*/ 199751 w 200839"/>
                <a:gd name="connsiteY3" fmla="*/ 107250 h 388178"/>
                <a:gd name="connsiteX4" fmla="*/ 119151 w 200839"/>
                <a:gd name="connsiteY4" fmla="*/ 107250 h 388178"/>
                <a:gd name="connsiteX5" fmla="*/ 119151 w 200839"/>
                <a:gd name="connsiteY5" fmla="*/ 0 h 388178"/>
                <a:gd name="connsiteX6" fmla="*/ 47878 w 200839"/>
                <a:gd name="connsiteY6" fmla="*/ 35543 h 388178"/>
                <a:gd name="connsiteX7" fmla="*/ 47878 w 200839"/>
                <a:gd name="connsiteY7" fmla="*/ 107250 h 388178"/>
                <a:gd name="connsiteX8" fmla="*/ 0 w 200839"/>
                <a:gd name="connsiteY8" fmla="*/ 107250 h 388178"/>
                <a:gd name="connsiteX9" fmla="*/ 0 w 200839"/>
                <a:gd name="connsiteY9" fmla="*/ 173679 h 388178"/>
                <a:gd name="connsiteX10" fmla="*/ 47878 w 200839"/>
                <a:gd name="connsiteY10" fmla="*/ 173679 h 388178"/>
                <a:gd name="connsiteX11" fmla="*/ 47878 w 200839"/>
                <a:gd name="connsiteY11" fmla="*/ 305995 h 388178"/>
                <a:gd name="connsiteX12" fmla="*/ 122027 w 200839"/>
                <a:gd name="connsiteY12" fmla="*/ 388178 h 388178"/>
                <a:gd name="connsiteX13" fmla="*/ 190346 w 200839"/>
                <a:gd name="connsiteY13" fmla="*/ 371260 h 388178"/>
                <a:gd name="connsiteX14" fmla="*/ 200839 w 200839"/>
                <a:gd name="connsiteY14" fmla="*/ 299554 h 388178"/>
                <a:gd name="connsiteX15" fmla="*/ 145344 w 200839"/>
                <a:gd name="connsiteY15" fmla="*/ 319964 h 388178"/>
                <a:gd name="connsiteX16" fmla="*/ 119073 w 200839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9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1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10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91644A9-A223-FBFF-C1F1-0D6112C35E6C}"/>
                </a:ext>
              </a:extLst>
            </p:cNvPr>
            <p:cNvSpPr/>
            <p:nvPr/>
          </p:nvSpPr>
          <p:spPr bwMode="invGray">
            <a:xfrm>
              <a:off x="4293307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0FB28140-F151-74A2-C308-C71571CAAC13}"/>
                </a:ext>
              </a:extLst>
            </p:cNvPr>
            <p:cNvSpPr/>
            <p:nvPr/>
          </p:nvSpPr>
          <p:spPr bwMode="invGray">
            <a:xfrm>
              <a:off x="617057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2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79 w 238379"/>
                <a:gd name="connsiteY10" fmla="*/ 382436 h 382435"/>
                <a:gd name="connsiteX11" fmla="*/ 238379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2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79" y="382436"/>
                  </a:lnTo>
                  <a:lnTo>
                    <a:pt x="238379" y="226761"/>
                  </a:lnTo>
                  <a:cubicBezTo>
                    <a:pt x="238379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974D5D2-439C-7376-E3B0-7DE964D103A6}"/>
                </a:ext>
              </a:extLst>
            </p:cNvPr>
            <p:cNvSpPr/>
            <p:nvPr/>
          </p:nvSpPr>
          <p:spPr bwMode="invGray">
            <a:xfrm>
              <a:off x="167820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D7394DED-FD6F-AC4C-D6A0-7098CED7E727}"/>
                </a:ext>
              </a:extLst>
            </p:cNvPr>
            <p:cNvSpPr/>
            <p:nvPr/>
          </p:nvSpPr>
          <p:spPr bwMode="invGray">
            <a:xfrm>
              <a:off x="2898939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8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D0E65FE7-2F33-222B-16BE-8FB301640686}"/>
                </a:ext>
              </a:extLst>
            </p:cNvPr>
            <p:cNvSpPr/>
            <p:nvPr/>
          </p:nvSpPr>
          <p:spPr bwMode="invGray">
            <a:xfrm>
              <a:off x="3143614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9C2C1713-AD74-09BA-B023-22E35AED89CA}"/>
                </a:ext>
              </a:extLst>
            </p:cNvPr>
            <p:cNvSpPr/>
            <p:nvPr/>
          </p:nvSpPr>
          <p:spPr bwMode="invGray">
            <a:xfrm>
              <a:off x="2242171" y="4352251"/>
              <a:ext cx="237602" cy="382513"/>
            </a:xfrm>
            <a:custGeom>
              <a:avLst/>
              <a:gdLst>
                <a:gd name="connsiteX0" fmla="*/ 131354 w 237602"/>
                <a:gd name="connsiteY0" fmla="*/ 0 h 382513"/>
                <a:gd name="connsiteX1" fmla="*/ 68863 w 237602"/>
                <a:gd name="connsiteY1" fmla="*/ 24523 h 382513"/>
                <a:gd name="connsiteX2" fmla="*/ 68863 w 237602"/>
                <a:gd name="connsiteY2" fmla="*/ 5898 h 382513"/>
                <a:gd name="connsiteX3" fmla="*/ 0 w 237602"/>
                <a:gd name="connsiteY3" fmla="*/ 5898 h 382513"/>
                <a:gd name="connsiteX4" fmla="*/ 0 w 237602"/>
                <a:gd name="connsiteY4" fmla="*/ 382513 h 382513"/>
                <a:gd name="connsiteX5" fmla="*/ 68863 w 237602"/>
                <a:gd name="connsiteY5" fmla="*/ 348134 h 382513"/>
                <a:gd name="connsiteX6" fmla="*/ 68863 w 237602"/>
                <a:gd name="connsiteY6" fmla="*/ 264166 h 382513"/>
                <a:gd name="connsiteX7" fmla="*/ 130188 w 237602"/>
                <a:gd name="connsiteY7" fmla="*/ 286904 h 382513"/>
                <a:gd name="connsiteX8" fmla="*/ 237602 w 237602"/>
                <a:gd name="connsiteY8" fmla="*/ 144034 h 382513"/>
                <a:gd name="connsiteX9" fmla="*/ 131354 w 237602"/>
                <a:gd name="connsiteY9" fmla="*/ 0 h 382513"/>
                <a:gd name="connsiteX10" fmla="*/ 118529 w 237602"/>
                <a:gd name="connsiteY10" fmla="*/ 220940 h 382513"/>
                <a:gd name="connsiteX11" fmla="*/ 68863 w 237602"/>
                <a:gd name="connsiteY11" fmla="*/ 195874 h 382513"/>
                <a:gd name="connsiteX12" fmla="*/ 68863 w 237602"/>
                <a:gd name="connsiteY12" fmla="*/ 90953 h 382513"/>
                <a:gd name="connsiteX13" fmla="*/ 114410 w 237602"/>
                <a:gd name="connsiteY13" fmla="*/ 66430 h 382513"/>
                <a:gd name="connsiteX14" fmla="*/ 166407 w 237602"/>
                <a:gd name="connsiteY14" fmla="*/ 147449 h 382513"/>
                <a:gd name="connsiteX15" fmla="*/ 118529 w 237602"/>
                <a:gd name="connsiteY15" fmla="*/ 220940 h 382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7602" h="382513">
                  <a:moveTo>
                    <a:pt x="131354" y="0"/>
                  </a:moveTo>
                  <a:cubicBezTo>
                    <a:pt x="105627" y="0"/>
                    <a:pt x="86973" y="8149"/>
                    <a:pt x="68863" y="24523"/>
                  </a:cubicBezTo>
                  <a:lnTo>
                    <a:pt x="68863" y="5898"/>
                  </a:lnTo>
                  <a:lnTo>
                    <a:pt x="0" y="5898"/>
                  </a:lnTo>
                  <a:lnTo>
                    <a:pt x="0" y="382513"/>
                  </a:lnTo>
                  <a:lnTo>
                    <a:pt x="68863" y="348134"/>
                  </a:lnTo>
                  <a:lnTo>
                    <a:pt x="68863" y="264166"/>
                  </a:lnTo>
                  <a:cubicBezTo>
                    <a:pt x="81144" y="275807"/>
                    <a:pt x="99798" y="286904"/>
                    <a:pt x="130188" y="286904"/>
                  </a:cubicBezTo>
                  <a:cubicBezTo>
                    <a:pt x="208456" y="286904"/>
                    <a:pt x="237602" y="214577"/>
                    <a:pt x="237602" y="144034"/>
                  </a:cubicBezTo>
                  <a:cubicBezTo>
                    <a:pt x="237602" y="70000"/>
                    <a:pt x="205502" y="0"/>
                    <a:pt x="131354" y="0"/>
                  </a:cubicBezTo>
                  <a:close/>
                  <a:moveTo>
                    <a:pt x="118529" y="220940"/>
                  </a:moveTo>
                  <a:cubicBezTo>
                    <a:pt x="98709" y="220940"/>
                    <a:pt x="79978" y="211628"/>
                    <a:pt x="68863" y="195874"/>
                  </a:cubicBezTo>
                  <a:lnTo>
                    <a:pt x="68863" y="90953"/>
                  </a:lnTo>
                  <a:cubicBezTo>
                    <a:pt x="79978" y="75199"/>
                    <a:pt x="95134" y="66430"/>
                    <a:pt x="114410" y="66430"/>
                  </a:cubicBezTo>
                  <a:cubicBezTo>
                    <a:pt x="155837" y="66430"/>
                    <a:pt x="166407" y="107250"/>
                    <a:pt x="166407" y="147449"/>
                  </a:cubicBezTo>
                  <a:cubicBezTo>
                    <a:pt x="166407" y="187648"/>
                    <a:pt x="157080" y="220940"/>
                    <a:pt x="118529" y="22094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939B6869-BEF2-0929-9A9F-B4B188E7BD17}"/>
                </a:ext>
              </a:extLst>
            </p:cNvPr>
            <p:cNvSpPr/>
            <p:nvPr/>
          </p:nvSpPr>
          <p:spPr bwMode="invGray">
            <a:xfrm>
              <a:off x="1958323" y="4352251"/>
              <a:ext cx="230063" cy="286826"/>
            </a:xfrm>
            <a:custGeom>
              <a:avLst/>
              <a:gdLst>
                <a:gd name="connsiteX0" fmla="*/ 230063 w 230063"/>
                <a:gd name="connsiteY0" fmla="*/ 281006 h 286826"/>
                <a:gd name="connsiteX1" fmla="*/ 230063 w 230063"/>
                <a:gd name="connsiteY1" fmla="*/ 96230 h 286826"/>
                <a:gd name="connsiteX2" fmla="*/ 117985 w 230063"/>
                <a:gd name="connsiteY2" fmla="*/ 0 h 286826"/>
                <a:gd name="connsiteX3" fmla="*/ 22773 w 230063"/>
                <a:gd name="connsiteY3" fmla="*/ 28015 h 286826"/>
                <a:gd name="connsiteX4" fmla="*/ 50210 w 230063"/>
                <a:gd name="connsiteY4" fmla="*/ 76984 h 286826"/>
                <a:gd name="connsiteX5" fmla="*/ 113866 w 230063"/>
                <a:gd name="connsiteY5" fmla="*/ 58902 h 286826"/>
                <a:gd name="connsiteX6" fmla="*/ 161122 w 230063"/>
                <a:gd name="connsiteY6" fmla="*/ 95066 h 286826"/>
                <a:gd name="connsiteX7" fmla="*/ 161122 w 230063"/>
                <a:gd name="connsiteY7" fmla="*/ 109655 h 286826"/>
                <a:gd name="connsiteX8" fmla="*/ 107415 w 230063"/>
                <a:gd name="connsiteY8" fmla="*/ 98558 h 286826"/>
                <a:gd name="connsiteX9" fmla="*/ 0 w 230063"/>
                <a:gd name="connsiteY9" fmla="*/ 191218 h 286826"/>
                <a:gd name="connsiteX10" fmla="*/ 96922 w 230063"/>
                <a:gd name="connsiteY10" fmla="*/ 286827 h 286826"/>
                <a:gd name="connsiteX11" fmla="*/ 161122 w 230063"/>
                <a:gd name="connsiteY11" fmla="*/ 261760 h 286826"/>
                <a:gd name="connsiteX12" fmla="*/ 161122 w 230063"/>
                <a:gd name="connsiteY12" fmla="*/ 281006 h 286826"/>
                <a:gd name="connsiteX13" fmla="*/ 229985 w 230063"/>
                <a:gd name="connsiteY13" fmla="*/ 281006 h 286826"/>
                <a:gd name="connsiteX14" fmla="*/ 109202 w 230063"/>
                <a:gd name="connsiteY14" fmla="*/ 227382 h 286826"/>
                <a:gd name="connsiteX15" fmla="*/ 70107 w 230063"/>
                <a:gd name="connsiteY15" fmla="*/ 189511 h 286826"/>
                <a:gd name="connsiteX16" fmla="*/ 115032 w 230063"/>
                <a:gd name="connsiteY16" fmla="*/ 153968 h 286826"/>
                <a:gd name="connsiteX17" fmla="*/ 161122 w 230063"/>
                <a:gd name="connsiteY17" fmla="*/ 165608 h 286826"/>
                <a:gd name="connsiteX18" fmla="*/ 161122 w 230063"/>
                <a:gd name="connsiteY18" fmla="*/ 200608 h 286826"/>
                <a:gd name="connsiteX19" fmla="*/ 109125 w 230063"/>
                <a:gd name="connsiteY19" fmla="*/ 22745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0063" h="286826">
                  <a:moveTo>
                    <a:pt x="230063" y="281006"/>
                  </a:moveTo>
                  <a:lnTo>
                    <a:pt x="230063" y="96230"/>
                  </a:lnTo>
                  <a:cubicBezTo>
                    <a:pt x="230063" y="33836"/>
                    <a:pt x="187470" y="0"/>
                    <a:pt x="117985" y="0"/>
                  </a:cubicBezTo>
                  <a:cubicBezTo>
                    <a:pt x="81222" y="0"/>
                    <a:pt x="52619" y="9313"/>
                    <a:pt x="22773" y="28015"/>
                  </a:cubicBezTo>
                  <a:lnTo>
                    <a:pt x="50210" y="76984"/>
                  </a:lnTo>
                  <a:cubicBezTo>
                    <a:pt x="71817" y="64179"/>
                    <a:pt x="92258" y="58902"/>
                    <a:pt x="113866" y="58902"/>
                  </a:cubicBezTo>
                  <a:cubicBezTo>
                    <a:pt x="144256" y="58902"/>
                    <a:pt x="161122" y="69379"/>
                    <a:pt x="161122" y="95066"/>
                  </a:cubicBezTo>
                  <a:lnTo>
                    <a:pt x="161122" y="109655"/>
                  </a:lnTo>
                  <a:cubicBezTo>
                    <a:pt x="143012" y="100886"/>
                    <a:pt x="124902" y="98558"/>
                    <a:pt x="107415" y="98558"/>
                  </a:cubicBezTo>
                  <a:cubicBezTo>
                    <a:pt x="41427" y="98558"/>
                    <a:pt x="0" y="131229"/>
                    <a:pt x="0" y="191218"/>
                  </a:cubicBezTo>
                  <a:cubicBezTo>
                    <a:pt x="0" y="251206"/>
                    <a:pt x="42593" y="286827"/>
                    <a:pt x="96922" y="286827"/>
                  </a:cubicBezTo>
                  <a:cubicBezTo>
                    <a:pt x="123814" y="286827"/>
                    <a:pt x="144800" y="278057"/>
                    <a:pt x="161122" y="261760"/>
                  </a:cubicBezTo>
                  <a:lnTo>
                    <a:pt x="161122" y="281006"/>
                  </a:lnTo>
                  <a:lnTo>
                    <a:pt x="229985" y="281006"/>
                  </a:lnTo>
                  <a:close/>
                  <a:moveTo>
                    <a:pt x="109202" y="227382"/>
                  </a:moveTo>
                  <a:cubicBezTo>
                    <a:pt x="83476" y="227382"/>
                    <a:pt x="70107" y="210464"/>
                    <a:pt x="70107" y="189511"/>
                  </a:cubicBezTo>
                  <a:cubicBezTo>
                    <a:pt x="70107" y="167393"/>
                    <a:pt x="84719" y="153968"/>
                    <a:pt x="115032" y="153968"/>
                  </a:cubicBezTo>
                  <a:cubicBezTo>
                    <a:pt x="129022" y="153968"/>
                    <a:pt x="147132" y="156917"/>
                    <a:pt x="161122" y="165608"/>
                  </a:cubicBezTo>
                  <a:lnTo>
                    <a:pt x="161122" y="200608"/>
                  </a:lnTo>
                  <a:cubicBezTo>
                    <a:pt x="145966" y="222725"/>
                    <a:pt x="122571" y="227459"/>
                    <a:pt x="109125" y="22745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0C455BEE-EAB9-CF8A-0F00-445157423B64}"/>
                </a:ext>
              </a:extLst>
            </p:cNvPr>
            <p:cNvSpPr/>
            <p:nvPr/>
          </p:nvSpPr>
          <p:spPr bwMode="invGray">
            <a:xfrm>
              <a:off x="1340728" y="4260755"/>
              <a:ext cx="284392" cy="378322"/>
            </a:xfrm>
            <a:custGeom>
              <a:avLst/>
              <a:gdLst>
                <a:gd name="connsiteX0" fmla="*/ 144800 w 284392"/>
                <a:gd name="connsiteY0" fmla="*/ 308944 h 378322"/>
                <a:gd name="connsiteX1" fmla="*/ 51376 w 284392"/>
                <a:gd name="connsiteY1" fmla="*/ 266960 h 378322"/>
                <a:gd name="connsiteX2" fmla="*/ 0 w 284392"/>
                <a:gd name="connsiteY2" fmla="*/ 312436 h 378322"/>
                <a:gd name="connsiteX3" fmla="*/ 146587 w 284392"/>
                <a:gd name="connsiteY3" fmla="*/ 378322 h 378322"/>
                <a:gd name="connsiteX4" fmla="*/ 284392 w 284392"/>
                <a:gd name="connsiteY4" fmla="*/ 262304 h 378322"/>
                <a:gd name="connsiteX5" fmla="*/ 251126 w 284392"/>
                <a:gd name="connsiteY5" fmla="*/ 185941 h 378322"/>
                <a:gd name="connsiteX6" fmla="*/ 161821 w 284392"/>
                <a:gd name="connsiteY6" fmla="*/ 149234 h 378322"/>
                <a:gd name="connsiteX7" fmla="*/ 102829 w 284392"/>
                <a:gd name="connsiteY7" fmla="*/ 129988 h 378322"/>
                <a:gd name="connsiteX8" fmla="*/ 87673 w 284392"/>
                <a:gd name="connsiteY8" fmla="*/ 104922 h 378322"/>
                <a:gd name="connsiteX9" fmla="*/ 141380 w 284392"/>
                <a:gd name="connsiteY9" fmla="*/ 69379 h 378322"/>
                <a:gd name="connsiteX10" fmla="*/ 224856 w 284392"/>
                <a:gd name="connsiteY10" fmla="*/ 106706 h 378322"/>
                <a:gd name="connsiteX11" fmla="*/ 276231 w 284392"/>
                <a:gd name="connsiteY11" fmla="*/ 56574 h 378322"/>
                <a:gd name="connsiteX12" fmla="*/ 146043 w 284392"/>
                <a:gd name="connsiteY12" fmla="*/ 0 h 378322"/>
                <a:gd name="connsiteX13" fmla="*/ 14068 w 284392"/>
                <a:gd name="connsiteY13" fmla="*/ 109035 h 378322"/>
                <a:gd name="connsiteX14" fmla="*/ 45624 w 284392"/>
                <a:gd name="connsiteY14" fmla="*/ 182526 h 378322"/>
                <a:gd name="connsiteX15" fmla="*/ 129100 w 284392"/>
                <a:gd name="connsiteY15" fmla="*/ 216362 h 378322"/>
                <a:gd name="connsiteX16" fmla="*/ 188636 w 284392"/>
                <a:gd name="connsiteY16" fmla="*/ 234444 h 378322"/>
                <a:gd name="connsiteX17" fmla="*/ 210243 w 284392"/>
                <a:gd name="connsiteY17" fmla="*/ 264166 h 378322"/>
                <a:gd name="connsiteX18" fmla="*/ 144878 w 284392"/>
                <a:gd name="connsiteY18" fmla="*/ 309022 h 378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84392" h="378322">
                  <a:moveTo>
                    <a:pt x="144800" y="308944"/>
                  </a:moveTo>
                  <a:cubicBezTo>
                    <a:pt x="109746" y="308944"/>
                    <a:pt x="75315" y="295518"/>
                    <a:pt x="51376" y="266960"/>
                  </a:cubicBezTo>
                  <a:lnTo>
                    <a:pt x="0" y="312436"/>
                  </a:lnTo>
                  <a:cubicBezTo>
                    <a:pt x="33266" y="361405"/>
                    <a:pt x="92802" y="378322"/>
                    <a:pt x="146587" y="378322"/>
                  </a:cubicBezTo>
                  <a:cubicBezTo>
                    <a:pt x="221358" y="378322"/>
                    <a:pt x="284392" y="345108"/>
                    <a:pt x="284392" y="262304"/>
                  </a:cubicBezTo>
                  <a:cubicBezTo>
                    <a:pt x="284392" y="227925"/>
                    <a:pt x="273278" y="204023"/>
                    <a:pt x="251126" y="185941"/>
                  </a:cubicBezTo>
                  <a:cubicBezTo>
                    <a:pt x="226021" y="165531"/>
                    <a:pt x="195087" y="157925"/>
                    <a:pt x="161821" y="149234"/>
                  </a:cubicBezTo>
                  <a:cubicBezTo>
                    <a:pt x="133763" y="142249"/>
                    <a:pt x="115731" y="136972"/>
                    <a:pt x="102829" y="129988"/>
                  </a:cubicBezTo>
                  <a:cubicBezTo>
                    <a:pt x="91714" y="123547"/>
                    <a:pt x="87673" y="116019"/>
                    <a:pt x="87673" y="104922"/>
                  </a:cubicBezTo>
                  <a:cubicBezTo>
                    <a:pt x="87673" y="79234"/>
                    <a:pt x="110446" y="69379"/>
                    <a:pt x="141380" y="69379"/>
                  </a:cubicBezTo>
                  <a:cubicBezTo>
                    <a:pt x="177599" y="69379"/>
                    <a:pt x="200917" y="82804"/>
                    <a:pt x="224856" y="106706"/>
                  </a:cubicBezTo>
                  <a:lnTo>
                    <a:pt x="276231" y="56574"/>
                  </a:lnTo>
                  <a:cubicBezTo>
                    <a:pt x="243509" y="23359"/>
                    <a:pt x="202626" y="0"/>
                    <a:pt x="146043" y="0"/>
                  </a:cubicBezTo>
                  <a:cubicBezTo>
                    <a:pt x="80678" y="0"/>
                    <a:pt x="14068" y="31508"/>
                    <a:pt x="14068" y="109035"/>
                  </a:cubicBezTo>
                  <a:cubicBezTo>
                    <a:pt x="14068" y="134101"/>
                    <a:pt x="21063" y="162659"/>
                    <a:pt x="45624" y="182526"/>
                  </a:cubicBezTo>
                  <a:cubicBezTo>
                    <a:pt x="70185" y="202315"/>
                    <a:pt x="109824" y="211706"/>
                    <a:pt x="129100" y="216362"/>
                  </a:cubicBezTo>
                  <a:cubicBezTo>
                    <a:pt x="160034" y="223967"/>
                    <a:pt x="175812" y="228002"/>
                    <a:pt x="188636" y="234444"/>
                  </a:cubicBezTo>
                  <a:cubicBezTo>
                    <a:pt x="206124" y="243213"/>
                    <a:pt x="210243" y="253689"/>
                    <a:pt x="210243" y="264166"/>
                  </a:cubicBezTo>
                  <a:cubicBezTo>
                    <a:pt x="210243" y="290397"/>
                    <a:pt x="186304" y="309022"/>
                    <a:pt x="144878" y="309022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CF491EF2-8652-3C4A-925B-B8D9038C257D}"/>
                </a:ext>
              </a:extLst>
            </p:cNvPr>
            <p:cNvSpPr/>
            <p:nvPr/>
          </p:nvSpPr>
          <p:spPr bwMode="invGray">
            <a:xfrm>
              <a:off x="4818877" y="4352329"/>
              <a:ext cx="177521" cy="281006"/>
            </a:xfrm>
            <a:custGeom>
              <a:avLst/>
              <a:gdLst>
                <a:gd name="connsiteX0" fmla="*/ 68864 w 177521"/>
                <a:gd name="connsiteY0" fmla="*/ 131074 h 281006"/>
                <a:gd name="connsiteX1" fmla="*/ 109669 w 177521"/>
                <a:gd name="connsiteY1" fmla="*/ 70465 h 281006"/>
                <a:gd name="connsiteX2" fmla="*/ 149386 w 177521"/>
                <a:gd name="connsiteY2" fmla="*/ 87383 h 281006"/>
                <a:gd name="connsiteX3" fmla="*/ 177522 w 177521"/>
                <a:gd name="connsiteY3" fmla="*/ 18625 h 281006"/>
                <a:gd name="connsiteX4" fmla="*/ 126690 w 177521"/>
                <a:gd name="connsiteY4" fmla="*/ 0 h 281006"/>
                <a:gd name="connsiteX5" fmla="*/ 68864 w 177521"/>
                <a:gd name="connsiteY5" fmla="*/ 25066 h 281006"/>
                <a:gd name="connsiteX6" fmla="*/ 68864 w 177521"/>
                <a:gd name="connsiteY6" fmla="*/ 5820 h 281006"/>
                <a:gd name="connsiteX7" fmla="*/ 0 w 177521"/>
                <a:gd name="connsiteY7" fmla="*/ 5820 h 281006"/>
                <a:gd name="connsiteX8" fmla="*/ 0 w 177521"/>
                <a:gd name="connsiteY8" fmla="*/ 281006 h 281006"/>
                <a:gd name="connsiteX9" fmla="*/ 68864 w 177521"/>
                <a:gd name="connsiteY9" fmla="*/ 281006 h 281006"/>
                <a:gd name="connsiteX10" fmla="*/ 68864 w 177521"/>
                <a:gd name="connsiteY10" fmla="*/ 131152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7521" h="281006">
                  <a:moveTo>
                    <a:pt x="68864" y="131074"/>
                  </a:moveTo>
                  <a:cubicBezTo>
                    <a:pt x="68864" y="97859"/>
                    <a:pt x="76947" y="70465"/>
                    <a:pt x="109669" y="70465"/>
                  </a:cubicBezTo>
                  <a:cubicBezTo>
                    <a:pt x="126612" y="70465"/>
                    <a:pt x="138893" y="77449"/>
                    <a:pt x="149386" y="87383"/>
                  </a:cubicBezTo>
                  <a:lnTo>
                    <a:pt x="177522" y="18625"/>
                  </a:lnTo>
                  <a:cubicBezTo>
                    <a:pt x="162910" y="5820"/>
                    <a:pt x="145966" y="0"/>
                    <a:pt x="126690" y="0"/>
                  </a:cubicBezTo>
                  <a:cubicBezTo>
                    <a:pt x="104539" y="0"/>
                    <a:pt x="84642" y="9312"/>
                    <a:pt x="68864" y="25066"/>
                  </a:cubicBezTo>
                  <a:lnTo>
                    <a:pt x="68864" y="5820"/>
                  </a:lnTo>
                  <a:lnTo>
                    <a:pt x="0" y="5820"/>
                  </a:lnTo>
                  <a:lnTo>
                    <a:pt x="0" y="281006"/>
                  </a:lnTo>
                  <a:lnTo>
                    <a:pt x="68864" y="281006"/>
                  </a:lnTo>
                  <a:lnTo>
                    <a:pt x="68864" y="131152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893B53A4-DF77-577A-823D-A33ED4E1C655}"/>
                </a:ext>
              </a:extLst>
            </p:cNvPr>
            <p:cNvSpPr/>
            <p:nvPr/>
          </p:nvSpPr>
          <p:spPr bwMode="invGray">
            <a:xfrm>
              <a:off x="5810324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66399DDD-DD71-DF7D-AB4B-D0426D38CCF8}"/>
                </a:ext>
              </a:extLst>
            </p:cNvPr>
            <p:cNvSpPr/>
            <p:nvPr/>
          </p:nvSpPr>
          <p:spPr bwMode="invGray">
            <a:xfrm>
              <a:off x="5379966" y="4358382"/>
              <a:ext cx="398257" cy="275185"/>
            </a:xfrm>
            <a:custGeom>
              <a:avLst/>
              <a:gdLst>
                <a:gd name="connsiteX0" fmla="*/ 279107 w 398257"/>
                <a:gd name="connsiteY0" fmla="*/ 159710 h 275185"/>
                <a:gd name="connsiteX1" fmla="*/ 232395 w 398257"/>
                <a:gd name="connsiteY1" fmla="*/ 0 h 275185"/>
                <a:gd name="connsiteX2" fmla="*/ 167651 w 398257"/>
                <a:gd name="connsiteY2" fmla="*/ 0 h 275185"/>
                <a:gd name="connsiteX3" fmla="*/ 120939 w 398257"/>
                <a:gd name="connsiteY3" fmla="*/ 159710 h 275185"/>
                <a:gd name="connsiteX4" fmla="*/ 79434 w 398257"/>
                <a:gd name="connsiteY4" fmla="*/ 0 h 275185"/>
                <a:gd name="connsiteX5" fmla="*/ 0 w 398257"/>
                <a:gd name="connsiteY5" fmla="*/ 0 h 275185"/>
                <a:gd name="connsiteX6" fmla="*/ 86429 w 398257"/>
                <a:gd name="connsiteY6" fmla="*/ 275186 h 275185"/>
                <a:gd name="connsiteX7" fmla="*/ 151873 w 398257"/>
                <a:gd name="connsiteY7" fmla="*/ 275186 h 275185"/>
                <a:gd name="connsiteX8" fmla="*/ 199129 w 398257"/>
                <a:gd name="connsiteY8" fmla="*/ 107870 h 275185"/>
                <a:gd name="connsiteX9" fmla="*/ 245841 w 398257"/>
                <a:gd name="connsiteY9" fmla="*/ 275186 h 275185"/>
                <a:gd name="connsiteX10" fmla="*/ 311285 w 398257"/>
                <a:gd name="connsiteY10" fmla="*/ 275186 h 275185"/>
                <a:gd name="connsiteX11" fmla="*/ 398258 w 398257"/>
                <a:gd name="connsiteY11" fmla="*/ 0 h 275185"/>
                <a:gd name="connsiteX12" fmla="*/ 321156 w 398257"/>
                <a:gd name="connsiteY12" fmla="*/ 0 h 275185"/>
                <a:gd name="connsiteX13" fmla="*/ 279107 w 398257"/>
                <a:gd name="connsiteY13" fmla="*/ 159710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8257" h="275185">
                  <a:moveTo>
                    <a:pt x="279107" y="159710"/>
                  </a:moveTo>
                  <a:lnTo>
                    <a:pt x="232395" y="0"/>
                  </a:lnTo>
                  <a:lnTo>
                    <a:pt x="167651" y="0"/>
                  </a:lnTo>
                  <a:lnTo>
                    <a:pt x="120939" y="159710"/>
                  </a:lnTo>
                  <a:lnTo>
                    <a:pt x="79434" y="0"/>
                  </a:lnTo>
                  <a:lnTo>
                    <a:pt x="0" y="0"/>
                  </a:lnTo>
                  <a:lnTo>
                    <a:pt x="86429" y="275186"/>
                  </a:lnTo>
                  <a:lnTo>
                    <a:pt x="151873" y="275186"/>
                  </a:lnTo>
                  <a:lnTo>
                    <a:pt x="199129" y="107870"/>
                  </a:lnTo>
                  <a:lnTo>
                    <a:pt x="245841" y="275186"/>
                  </a:lnTo>
                  <a:lnTo>
                    <a:pt x="311285" y="275186"/>
                  </a:lnTo>
                  <a:lnTo>
                    <a:pt x="398258" y="0"/>
                  </a:lnTo>
                  <a:lnTo>
                    <a:pt x="321156" y="0"/>
                  </a:lnTo>
                  <a:lnTo>
                    <a:pt x="279107" y="15971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026576F-499B-F1F2-D8C5-C68630C9C765}"/>
                </a:ext>
              </a:extLst>
            </p:cNvPr>
            <p:cNvSpPr/>
            <p:nvPr/>
          </p:nvSpPr>
          <p:spPr bwMode="invGray">
            <a:xfrm>
              <a:off x="5815609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B29E3A16-6197-E234-7BD1-4ABA0680D322}"/>
                </a:ext>
              </a:extLst>
            </p:cNvPr>
            <p:cNvSpPr/>
            <p:nvPr/>
          </p:nvSpPr>
          <p:spPr bwMode="invGray">
            <a:xfrm>
              <a:off x="6582279" y="4352561"/>
              <a:ext cx="240555" cy="286904"/>
            </a:xfrm>
            <a:custGeom>
              <a:avLst/>
              <a:gdLst>
                <a:gd name="connsiteX0" fmla="*/ 131975 w 240555"/>
                <a:gd name="connsiteY0" fmla="*/ 218069 h 286904"/>
                <a:gd name="connsiteX1" fmla="*/ 73605 w 240555"/>
                <a:gd name="connsiteY1" fmla="*/ 142870 h 286904"/>
                <a:gd name="connsiteX2" fmla="*/ 131431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5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5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5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1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19" y="0"/>
                    <a:pt x="131975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5" y="204721"/>
                    <a:pt x="157080" y="218146"/>
                    <a:pt x="131975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91AF5A70-0403-7DF6-C5BB-1A640867286F}"/>
                </a:ext>
              </a:extLst>
            </p:cNvPr>
            <p:cNvSpPr/>
            <p:nvPr/>
          </p:nvSpPr>
          <p:spPr bwMode="invGray">
            <a:xfrm>
              <a:off x="7751870" y="4251132"/>
              <a:ext cx="247007" cy="388255"/>
            </a:xfrm>
            <a:custGeom>
              <a:avLst/>
              <a:gdLst>
                <a:gd name="connsiteX0" fmla="*/ 175734 w 247007"/>
                <a:gd name="connsiteY0" fmla="*/ 123547 h 388255"/>
                <a:gd name="connsiteX1" fmla="*/ 111534 w 247007"/>
                <a:gd name="connsiteY1" fmla="*/ 101429 h 388255"/>
                <a:gd name="connsiteX2" fmla="*/ 0 w 247007"/>
                <a:gd name="connsiteY2" fmla="*/ 242514 h 388255"/>
                <a:gd name="connsiteX3" fmla="*/ 113244 w 247007"/>
                <a:gd name="connsiteY3" fmla="*/ 388256 h 388255"/>
                <a:gd name="connsiteX4" fmla="*/ 175734 w 247007"/>
                <a:gd name="connsiteY4" fmla="*/ 364354 h 388255"/>
                <a:gd name="connsiteX5" fmla="*/ 175734 w 247007"/>
                <a:gd name="connsiteY5" fmla="*/ 382436 h 388255"/>
                <a:gd name="connsiteX6" fmla="*/ 247007 w 247007"/>
                <a:gd name="connsiteY6" fmla="*/ 382436 h 388255"/>
                <a:gd name="connsiteX7" fmla="*/ 247007 w 247007"/>
                <a:gd name="connsiteY7" fmla="*/ 0 h 388255"/>
                <a:gd name="connsiteX8" fmla="*/ 175734 w 247007"/>
                <a:gd name="connsiteY8" fmla="*/ 35543 h 388255"/>
                <a:gd name="connsiteX9" fmla="*/ 175734 w 247007"/>
                <a:gd name="connsiteY9" fmla="*/ 123547 h 388255"/>
                <a:gd name="connsiteX10" fmla="*/ 175734 w 247007"/>
                <a:gd name="connsiteY10" fmla="*/ 297303 h 388255"/>
                <a:gd name="connsiteX11" fmla="*/ 127856 w 247007"/>
                <a:gd name="connsiteY11" fmla="*/ 321206 h 388255"/>
                <a:gd name="connsiteX12" fmla="*/ 74693 w 247007"/>
                <a:gd name="connsiteY12" fmla="*/ 240186 h 388255"/>
                <a:gd name="connsiteX13" fmla="*/ 126069 w 247007"/>
                <a:gd name="connsiteY13" fmla="*/ 168480 h 388255"/>
                <a:gd name="connsiteX14" fmla="*/ 175734 w 247007"/>
                <a:gd name="connsiteY14" fmla="*/ 192382 h 388255"/>
                <a:gd name="connsiteX15" fmla="*/ 175734 w 247007"/>
                <a:gd name="connsiteY15" fmla="*/ 297303 h 388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7007" h="388255">
                  <a:moveTo>
                    <a:pt x="175734" y="123547"/>
                  </a:moveTo>
                  <a:cubicBezTo>
                    <a:pt x="158246" y="107793"/>
                    <a:pt x="135473" y="101429"/>
                    <a:pt x="111534" y="101429"/>
                  </a:cubicBezTo>
                  <a:cubicBezTo>
                    <a:pt x="39717" y="101429"/>
                    <a:pt x="0" y="159167"/>
                    <a:pt x="0" y="242514"/>
                  </a:cubicBezTo>
                  <a:cubicBezTo>
                    <a:pt x="0" y="319498"/>
                    <a:pt x="33888" y="388256"/>
                    <a:pt x="113244" y="388256"/>
                  </a:cubicBezTo>
                  <a:cubicBezTo>
                    <a:pt x="138349" y="388256"/>
                    <a:pt x="152339" y="381271"/>
                    <a:pt x="175734" y="364354"/>
                  </a:cubicBezTo>
                  <a:lnTo>
                    <a:pt x="175734" y="382436"/>
                  </a:lnTo>
                  <a:lnTo>
                    <a:pt x="247007" y="382436"/>
                  </a:lnTo>
                  <a:lnTo>
                    <a:pt x="247007" y="0"/>
                  </a:lnTo>
                  <a:lnTo>
                    <a:pt x="175734" y="35543"/>
                  </a:lnTo>
                  <a:lnTo>
                    <a:pt x="175734" y="123547"/>
                  </a:lnTo>
                  <a:close/>
                  <a:moveTo>
                    <a:pt x="175734" y="297303"/>
                  </a:moveTo>
                  <a:cubicBezTo>
                    <a:pt x="161744" y="312436"/>
                    <a:pt x="147676" y="321206"/>
                    <a:pt x="127856" y="321206"/>
                  </a:cubicBezTo>
                  <a:cubicBezTo>
                    <a:pt x="87595" y="321206"/>
                    <a:pt x="74693" y="284499"/>
                    <a:pt x="74693" y="240186"/>
                  </a:cubicBezTo>
                  <a:cubicBezTo>
                    <a:pt x="74693" y="201151"/>
                    <a:pt x="84642" y="168480"/>
                    <a:pt x="126069" y="168480"/>
                  </a:cubicBezTo>
                  <a:cubicBezTo>
                    <a:pt x="145888" y="168480"/>
                    <a:pt x="160500" y="176085"/>
                    <a:pt x="175734" y="192382"/>
                  </a:cubicBezTo>
                  <a:lnTo>
                    <a:pt x="175734" y="297303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471E0051-DA70-5541-AE24-69908FE3A8E2}"/>
                </a:ext>
              </a:extLst>
            </p:cNvPr>
            <p:cNvSpPr/>
            <p:nvPr/>
          </p:nvSpPr>
          <p:spPr bwMode="invGray">
            <a:xfrm>
              <a:off x="8325162" y="4352561"/>
              <a:ext cx="237757" cy="281083"/>
            </a:xfrm>
            <a:custGeom>
              <a:avLst/>
              <a:gdLst>
                <a:gd name="connsiteX0" fmla="*/ 138426 w 237757"/>
                <a:gd name="connsiteY0" fmla="*/ 0 h 281083"/>
                <a:gd name="connsiteX1" fmla="*/ 71273 w 237757"/>
                <a:gd name="connsiteY1" fmla="*/ 24523 h 281083"/>
                <a:gd name="connsiteX2" fmla="*/ 71273 w 237757"/>
                <a:gd name="connsiteY2" fmla="*/ 5898 h 281083"/>
                <a:gd name="connsiteX3" fmla="*/ 0 w 237757"/>
                <a:gd name="connsiteY3" fmla="*/ 5898 h 281083"/>
                <a:gd name="connsiteX4" fmla="*/ 0 w 237757"/>
                <a:gd name="connsiteY4" fmla="*/ 281084 h 281083"/>
                <a:gd name="connsiteX5" fmla="*/ 71273 w 237757"/>
                <a:gd name="connsiteY5" fmla="*/ 281084 h 281083"/>
                <a:gd name="connsiteX6" fmla="*/ 71273 w 237757"/>
                <a:gd name="connsiteY6" fmla="*/ 129522 h 281083"/>
                <a:gd name="connsiteX7" fmla="*/ 119151 w 237757"/>
                <a:gd name="connsiteY7" fmla="*/ 67128 h 281083"/>
                <a:gd name="connsiteX8" fmla="*/ 166485 w 237757"/>
                <a:gd name="connsiteY8" fmla="*/ 131229 h 281083"/>
                <a:gd name="connsiteX9" fmla="*/ 166485 w 237757"/>
                <a:gd name="connsiteY9" fmla="*/ 281084 h 281083"/>
                <a:gd name="connsiteX10" fmla="*/ 237758 w 237757"/>
                <a:gd name="connsiteY10" fmla="*/ 281084 h 281083"/>
                <a:gd name="connsiteX11" fmla="*/ 237758 w 237757"/>
                <a:gd name="connsiteY11" fmla="*/ 125409 h 281083"/>
                <a:gd name="connsiteX12" fmla="*/ 138504 w 237757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757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85" y="92815"/>
                    <a:pt x="166485" y="131229"/>
                  </a:cubicBezTo>
                  <a:lnTo>
                    <a:pt x="166485" y="281084"/>
                  </a:lnTo>
                  <a:lnTo>
                    <a:pt x="237758" y="281084"/>
                  </a:lnTo>
                  <a:lnTo>
                    <a:pt x="237758" y="125409"/>
                  </a:lnTo>
                  <a:cubicBezTo>
                    <a:pt x="237758" y="57816"/>
                    <a:pt x="213197" y="78"/>
                    <a:pt x="138504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C3E72297-8B27-2A0A-0CD1-8F1E23DBF75E}"/>
                </a:ext>
              </a:extLst>
            </p:cNvPr>
            <p:cNvSpPr/>
            <p:nvPr/>
          </p:nvSpPr>
          <p:spPr bwMode="invGray">
            <a:xfrm>
              <a:off x="8041469" y="4352561"/>
              <a:ext cx="238846" cy="286904"/>
            </a:xfrm>
            <a:custGeom>
              <a:avLst/>
              <a:gdLst>
                <a:gd name="connsiteX0" fmla="*/ 122027 w 238846"/>
                <a:gd name="connsiteY0" fmla="*/ 0 h 286904"/>
                <a:gd name="connsiteX1" fmla="*/ 0 w 238846"/>
                <a:gd name="connsiteY1" fmla="*/ 144034 h 286904"/>
                <a:gd name="connsiteX2" fmla="*/ 126690 w 238846"/>
                <a:gd name="connsiteY2" fmla="*/ 286904 h 286904"/>
                <a:gd name="connsiteX3" fmla="*/ 226566 w 238846"/>
                <a:gd name="connsiteY3" fmla="*/ 243213 h 286904"/>
                <a:gd name="connsiteX4" fmla="*/ 177522 w 238846"/>
                <a:gd name="connsiteY4" fmla="*/ 201850 h 286904"/>
                <a:gd name="connsiteX5" fmla="*/ 129644 w 238846"/>
                <a:gd name="connsiteY5" fmla="*/ 221095 h 286904"/>
                <a:gd name="connsiteX6" fmla="*/ 70651 w 238846"/>
                <a:gd name="connsiteY6" fmla="*/ 166850 h 286904"/>
                <a:gd name="connsiteX7" fmla="*/ 237680 w 238846"/>
                <a:gd name="connsiteY7" fmla="*/ 166850 h 286904"/>
                <a:gd name="connsiteX8" fmla="*/ 238846 w 238846"/>
                <a:gd name="connsiteY8" fmla="*/ 142948 h 286904"/>
                <a:gd name="connsiteX9" fmla="*/ 122027 w 238846"/>
                <a:gd name="connsiteY9" fmla="*/ 78 h 286904"/>
                <a:gd name="connsiteX10" fmla="*/ 71817 w 238846"/>
                <a:gd name="connsiteY10" fmla="*/ 113070 h 286904"/>
                <a:gd name="connsiteX11" fmla="*/ 119695 w 238846"/>
                <a:gd name="connsiteY11" fmla="*/ 61152 h 286904"/>
                <a:gd name="connsiteX12" fmla="*/ 169905 w 238846"/>
                <a:gd name="connsiteY12" fmla="*/ 113070 h 286904"/>
                <a:gd name="connsiteX13" fmla="*/ 71817 w 238846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6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2" y="215818"/>
                    <a:pt x="147131" y="221095"/>
                    <a:pt x="129644" y="221095"/>
                  </a:cubicBezTo>
                  <a:cubicBezTo>
                    <a:pt x="99876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6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1B76D3E6-46BC-5C71-9BE7-1BF7DFC98121}"/>
                </a:ext>
              </a:extLst>
            </p:cNvPr>
            <p:cNvSpPr/>
            <p:nvPr/>
          </p:nvSpPr>
          <p:spPr bwMode="invGray">
            <a:xfrm>
              <a:off x="8867054" y="4352561"/>
              <a:ext cx="238845" cy="286904"/>
            </a:xfrm>
            <a:custGeom>
              <a:avLst/>
              <a:gdLst>
                <a:gd name="connsiteX0" fmla="*/ 122026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1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6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6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1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4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6" y="78"/>
                  </a:cubicBezTo>
                  <a:close/>
                  <a:moveTo>
                    <a:pt x="71817" y="113070"/>
                  </a:moveTo>
                  <a:cubicBezTo>
                    <a:pt x="73604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FFE62AA0-DE5A-94B9-42B6-0C7EE9716843}"/>
                </a:ext>
              </a:extLst>
            </p:cNvPr>
            <p:cNvSpPr/>
            <p:nvPr/>
          </p:nvSpPr>
          <p:spPr bwMode="invGray">
            <a:xfrm>
              <a:off x="4999974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03D2A33B-A7E7-3125-1076-9B6E005ACAEC}"/>
                </a:ext>
              </a:extLst>
            </p:cNvPr>
            <p:cNvSpPr/>
            <p:nvPr/>
          </p:nvSpPr>
          <p:spPr bwMode="invGray">
            <a:xfrm>
              <a:off x="3424508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59308F47-01B8-F52D-BDAF-B7C0230F51F8}"/>
                </a:ext>
              </a:extLst>
            </p:cNvPr>
            <p:cNvSpPr/>
            <p:nvPr/>
          </p:nvSpPr>
          <p:spPr bwMode="invGray">
            <a:xfrm>
              <a:off x="2512417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6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1" y="215818"/>
                    <a:pt x="147132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15196261-FFFE-A3A4-3A79-9EE5C75CF4C4}"/>
                </a:ext>
              </a:extLst>
            </p:cNvPr>
            <p:cNvSpPr/>
            <p:nvPr/>
          </p:nvSpPr>
          <p:spPr bwMode="invGray">
            <a:xfrm>
              <a:off x="4536739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B11F0C26-E7AB-245D-3B53-4D23C81AE92F}"/>
                </a:ext>
              </a:extLst>
            </p:cNvPr>
            <p:cNvSpPr/>
            <p:nvPr/>
          </p:nvSpPr>
          <p:spPr bwMode="invGray">
            <a:xfrm>
              <a:off x="4026014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C574E969-9471-218D-938F-49A5AB9B7776}"/>
                </a:ext>
              </a:extLst>
            </p:cNvPr>
            <p:cNvSpPr/>
            <p:nvPr/>
          </p:nvSpPr>
          <p:spPr bwMode="invGray">
            <a:xfrm>
              <a:off x="8604890" y="4352561"/>
              <a:ext cx="240555" cy="286904"/>
            </a:xfrm>
            <a:custGeom>
              <a:avLst/>
              <a:gdLst>
                <a:gd name="connsiteX0" fmla="*/ 131976 w 240555"/>
                <a:gd name="connsiteY0" fmla="*/ 218069 h 286904"/>
                <a:gd name="connsiteX1" fmla="*/ 73605 w 240555"/>
                <a:gd name="connsiteY1" fmla="*/ 142870 h 286904"/>
                <a:gd name="connsiteX2" fmla="*/ 131432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6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6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6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2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20" y="0"/>
                    <a:pt x="131976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6" y="204721"/>
                    <a:pt x="157080" y="218146"/>
                    <a:pt x="131976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AF2BCA8D-9C34-3EA4-8E95-8F8F1940A068}"/>
                </a:ext>
              </a:extLst>
            </p:cNvPr>
            <p:cNvSpPr/>
            <p:nvPr/>
          </p:nvSpPr>
          <p:spPr bwMode="invGray">
            <a:xfrm>
              <a:off x="6846230" y="4352561"/>
              <a:ext cx="258043" cy="286826"/>
            </a:xfrm>
            <a:custGeom>
              <a:avLst/>
              <a:gdLst>
                <a:gd name="connsiteX0" fmla="*/ 129022 w 258043"/>
                <a:gd name="connsiteY0" fmla="*/ 0 h 286826"/>
                <a:gd name="connsiteX1" fmla="*/ 0 w 258043"/>
                <a:gd name="connsiteY1" fmla="*/ 143413 h 286826"/>
                <a:gd name="connsiteX2" fmla="*/ 129022 w 258043"/>
                <a:gd name="connsiteY2" fmla="*/ 286827 h 286826"/>
                <a:gd name="connsiteX3" fmla="*/ 258043 w 258043"/>
                <a:gd name="connsiteY3" fmla="*/ 143413 h 286826"/>
                <a:gd name="connsiteX4" fmla="*/ 129022 w 258043"/>
                <a:gd name="connsiteY4" fmla="*/ 0 h 286826"/>
                <a:gd name="connsiteX5" fmla="*/ 129022 w 258043"/>
                <a:gd name="connsiteY5" fmla="*/ 218069 h 286826"/>
                <a:gd name="connsiteX6" fmla="*/ 73527 w 258043"/>
                <a:gd name="connsiteY6" fmla="*/ 143413 h 286826"/>
                <a:gd name="connsiteX7" fmla="*/ 129022 w 258043"/>
                <a:gd name="connsiteY7" fmla="*/ 68215 h 286826"/>
                <a:gd name="connsiteX8" fmla="*/ 184517 w 258043"/>
                <a:gd name="connsiteY8" fmla="*/ 143413 h 286826"/>
                <a:gd name="connsiteX9" fmla="*/ 129022 w 258043"/>
                <a:gd name="connsiteY9" fmla="*/ 21806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8043" h="286826">
                  <a:moveTo>
                    <a:pt x="129022" y="0"/>
                  </a:moveTo>
                  <a:cubicBezTo>
                    <a:pt x="49588" y="0"/>
                    <a:pt x="0" y="62394"/>
                    <a:pt x="0" y="143413"/>
                  </a:cubicBezTo>
                  <a:cubicBezTo>
                    <a:pt x="0" y="228546"/>
                    <a:pt x="54329" y="286827"/>
                    <a:pt x="129022" y="286827"/>
                  </a:cubicBezTo>
                  <a:cubicBezTo>
                    <a:pt x="203714" y="286827"/>
                    <a:pt x="258043" y="228546"/>
                    <a:pt x="258043" y="143413"/>
                  </a:cubicBezTo>
                  <a:cubicBezTo>
                    <a:pt x="258043" y="58281"/>
                    <a:pt x="208378" y="0"/>
                    <a:pt x="129022" y="0"/>
                  </a:cubicBezTo>
                  <a:close/>
                  <a:moveTo>
                    <a:pt x="129022" y="218069"/>
                  </a:moveTo>
                  <a:cubicBezTo>
                    <a:pt x="83476" y="218069"/>
                    <a:pt x="73527" y="174378"/>
                    <a:pt x="73527" y="143413"/>
                  </a:cubicBezTo>
                  <a:cubicBezTo>
                    <a:pt x="73527" y="100886"/>
                    <a:pt x="91015" y="68215"/>
                    <a:pt x="129022" y="68215"/>
                  </a:cubicBezTo>
                  <a:cubicBezTo>
                    <a:pt x="167029" y="68215"/>
                    <a:pt x="184517" y="100886"/>
                    <a:pt x="184517" y="143413"/>
                  </a:cubicBezTo>
                  <a:cubicBezTo>
                    <a:pt x="184517" y="174300"/>
                    <a:pt x="174568" y="218069"/>
                    <a:pt x="129022" y="21806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C8F96891-D66F-66FD-9D34-75C990C3D6EE}"/>
                </a:ext>
              </a:extLst>
            </p:cNvPr>
            <p:cNvSpPr/>
            <p:nvPr/>
          </p:nvSpPr>
          <p:spPr bwMode="invGray">
            <a:xfrm>
              <a:off x="7419599" y="4252917"/>
              <a:ext cx="174646" cy="380573"/>
            </a:xfrm>
            <a:custGeom>
              <a:avLst/>
              <a:gdLst>
                <a:gd name="connsiteX0" fmla="*/ 38551 w 174646"/>
                <a:gd name="connsiteY0" fmla="*/ 72250 h 380573"/>
                <a:gd name="connsiteX1" fmla="*/ 38551 w 174646"/>
                <a:gd name="connsiteY1" fmla="*/ 105465 h 380573"/>
                <a:gd name="connsiteX2" fmla="*/ 0 w 174646"/>
                <a:gd name="connsiteY2" fmla="*/ 105465 h 380573"/>
                <a:gd name="connsiteX3" fmla="*/ 0 w 174646"/>
                <a:gd name="connsiteY3" fmla="*/ 171894 h 380573"/>
                <a:gd name="connsiteX4" fmla="*/ 38551 w 174646"/>
                <a:gd name="connsiteY4" fmla="*/ 171894 h 380573"/>
                <a:gd name="connsiteX5" fmla="*/ 38551 w 174646"/>
                <a:gd name="connsiteY5" fmla="*/ 380573 h 380573"/>
                <a:gd name="connsiteX6" fmla="*/ 109824 w 174646"/>
                <a:gd name="connsiteY6" fmla="*/ 380573 h 380573"/>
                <a:gd name="connsiteX7" fmla="*/ 109824 w 174646"/>
                <a:gd name="connsiteY7" fmla="*/ 171894 h 380573"/>
                <a:gd name="connsiteX8" fmla="*/ 168817 w 174646"/>
                <a:gd name="connsiteY8" fmla="*/ 171894 h 380573"/>
                <a:gd name="connsiteX9" fmla="*/ 168817 w 174646"/>
                <a:gd name="connsiteY9" fmla="*/ 105465 h 380573"/>
                <a:gd name="connsiteX10" fmla="*/ 109824 w 174646"/>
                <a:gd name="connsiteY10" fmla="*/ 105465 h 380573"/>
                <a:gd name="connsiteX11" fmla="*/ 109824 w 174646"/>
                <a:gd name="connsiteY11" fmla="*/ 83347 h 380573"/>
                <a:gd name="connsiteX12" fmla="*/ 139592 w 174646"/>
                <a:gd name="connsiteY12" fmla="*/ 59445 h 380573"/>
                <a:gd name="connsiteX13" fmla="*/ 174646 w 174646"/>
                <a:gd name="connsiteY13" fmla="*/ 64722 h 380573"/>
                <a:gd name="connsiteX14" fmla="*/ 174646 w 174646"/>
                <a:gd name="connsiteY14" fmla="*/ 7605 h 380573"/>
                <a:gd name="connsiteX15" fmla="*/ 122649 w 174646"/>
                <a:gd name="connsiteY15" fmla="*/ 0 h 380573"/>
                <a:gd name="connsiteX16" fmla="*/ 38551 w 174646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6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3" y="0"/>
                    <a:pt x="122649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7EC19888-F6FE-A9EE-8B28-0A47CD7C7D73}"/>
                </a:ext>
              </a:extLst>
            </p:cNvPr>
            <p:cNvSpPr/>
            <p:nvPr/>
          </p:nvSpPr>
          <p:spPr bwMode="invGray">
            <a:xfrm>
              <a:off x="3814838" y="4252917"/>
              <a:ext cx="174645" cy="380573"/>
            </a:xfrm>
            <a:custGeom>
              <a:avLst/>
              <a:gdLst>
                <a:gd name="connsiteX0" fmla="*/ 38551 w 174645"/>
                <a:gd name="connsiteY0" fmla="*/ 72250 h 380573"/>
                <a:gd name="connsiteX1" fmla="*/ 38551 w 174645"/>
                <a:gd name="connsiteY1" fmla="*/ 105465 h 380573"/>
                <a:gd name="connsiteX2" fmla="*/ 0 w 174645"/>
                <a:gd name="connsiteY2" fmla="*/ 105465 h 380573"/>
                <a:gd name="connsiteX3" fmla="*/ 0 w 174645"/>
                <a:gd name="connsiteY3" fmla="*/ 171894 h 380573"/>
                <a:gd name="connsiteX4" fmla="*/ 38551 w 174645"/>
                <a:gd name="connsiteY4" fmla="*/ 171894 h 380573"/>
                <a:gd name="connsiteX5" fmla="*/ 38551 w 174645"/>
                <a:gd name="connsiteY5" fmla="*/ 380573 h 380573"/>
                <a:gd name="connsiteX6" fmla="*/ 109824 w 174645"/>
                <a:gd name="connsiteY6" fmla="*/ 380573 h 380573"/>
                <a:gd name="connsiteX7" fmla="*/ 109824 w 174645"/>
                <a:gd name="connsiteY7" fmla="*/ 171894 h 380573"/>
                <a:gd name="connsiteX8" fmla="*/ 168817 w 174645"/>
                <a:gd name="connsiteY8" fmla="*/ 171894 h 380573"/>
                <a:gd name="connsiteX9" fmla="*/ 168817 w 174645"/>
                <a:gd name="connsiteY9" fmla="*/ 105465 h 380573"/>
                <a:gd name="connsiteX10" fmla="*/ 109824 w 174645"/>
                <a:gd name="connsiteY10" fmla="*/ 105465 h 380573"/>
                <a:gd name="connsiteX11" fmla="*/ 109824 w 174645"/>
                <a:gd name="connsiteY11" fmla="*/ 83347 h 380573"/>
                <a:gd name="connsiteX12" fmla="*/ 139592 w 174645"/>
                <a:gd name="connsiteY12" fmla="*/ 59445 h 380573"/>
                <a:gd name="connsiteX13" fmla="*/ 174646 w 174645"/>
                <a:gd name="connsiteY13" fmla="*/ 64722 h 380573"/>
                <a:gd name="connsiteX14" fmla="*/ 174646 w 174645"/>
                <a:gd name="connsiteY14" fmla="*/ 7605 h 380573"/>
                <a:gd name="connsiteX15" fmla="*/ 122648 w 174645"/>
                <a:gd name="connsiteY15" fmla="*/ 0 h 380573"/>
                <a:gd name="connsiteX16" fmla="*/ 38551 w 174645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5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2" y="0"/>
                    <a:pt x="122648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F06E61B9-4137-AB5F-B39B-EA8C328982D6}"/>
                </a:ext>
              </a:extLst>
            </p:cNvPr>
            <p:cNvSpPr/>
            <p:nvPr/>
          </p:nvSpPr>
          <p:spPr bwMode="invGray">
            <a:xfrm>
              <a:off x="7146866" y="4352561"/>
              <a:ext cx="237680" cy="281083"/>
            </a:xfrm>
            <a:custGeom>
              <a:avLst/>
              <a:gdLst>
                <a:gd name="connsiteX0" fmla="*/ 138426 w 237680"/>
                <a:gd name="connsiteY0" fmla="*/ 0 h 281083"/>
                <a:gd name="connsiteX1" fmla="*/ 71273 w 237680"/>
                <a:gd name="connsiteY1" fmla="*/ 24523 h 281083"/>
                <a:gd name="connsiteX2" fmla="*/ 71273 w 237680"/>
                <a:gd name="connsiteY2" fmla="*/ 5898 h 281083"/>
                <a:gd name="connsiteX3" fmla="*/ 0 w 237680"/>
                <a:gd name="connsiteY3" fmla="*/ 5898 h 281083"/>
                <a:gd name="connsiteX4" fmla="*/ 0 w 237680"/>
                <a:gd name="connsiteY4" fmla="*/ 281084 h 281083"/>
                <a:gd name="connsiteX5" fmla="*/ 71273 w 237680"/>
                <a:gd name="connsiteY5" fmla="*/ 281084 h 281083"/>
                <a:gd name="connsiteX6" fmla="*/ 71273 w 237680"/>
                <a:gd name="connsiteY6" fmla="*/ 129522 h 281083"/>
                <a:gd name="connsiteX7" fmla="*/ 119151 w 237680"/>
                <a:gd name="connsiteY7" fmla="*/ 67128 h 281083"/>
                <a:gd name="connsiteX8" fmla="*/ 166407 w 237680"/>
                <a:gd name="connsiteY8" fmla="*/ 131229 h 281083"/>
                <a:gd name="connsiteX9" fmla="*/ 166407 w 237680"/>
                <a:gd name="connsiteY9" fmla="*/ 281084 h 281083"/>
                <a:gd name="connsiteX10" fmla="*/ 237680 w 237680"/>
                <a:gd name="connsiteY10" fmla="*/ 281084 h 281083"/>
                <a:gd name="connsiteX11" fmla="*/ 237680 w 237680"/>
                <a:gd name="connsiteY11" fmla="*/ 125409 h 281083"/>
                <a:gd name="connsiteX12" fmla="*/ 138426 w 237680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680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07" y="92815"/>
                    <a:pt x="166407" y="131229"/>
                  </a:cubicBezTo>
                  <a:lnTo>
                    <a:pt x="166407" y="281084"/>
                  </a:lnTo>
                  <a:lnTo>
                    <a:pt x="237680" y="281084"/>
                  </a:lnTo>
                  <a:lnTo>
                    <a:pt x="237680" y="125409"/>
                  </a:lnTo>
                  <a:cubicBezTo>
                    <a:pt x="237680" y="57816"/>
                    <a:pt x="213119" y="78"/>
                    <a:pt x="138426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94BD2479-7DB5-247F-A969-E0B0E8C284F7}"/>
                </a:ext>
              </a:extLst>
            </p:cNvPr>
            <p:cNvSpPr/>
            <p:nvPr/>
          </p:nvSpPr>
          <p:spPr bwMode="invGray">
            <a:xfrm>
              <a:off x="7635595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107AB01B-E061-66D4-96DB-B2916129B1B6}"/>
                </a:ext>
              </a:extLst>
            </p:cNvPr>
            <p:cNvSpPr/>
            <p:nvPr/>
          </p:nvSpPr>
          <p:spPr bwMode="invGray">
            <a:xfrm>
              <a:off x="7630931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5585A46-A18C-7244-FF2E-85B8024D9E8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1" name="Freeform 25">
              <a:extLst>
                <a:ext uri="{FF2B5EF4-FFF2-40B4-BE49-F238E27FC236}">
                  <a16:creationId xmlns:a16="http://schemas.microsoft.com/office/drawing/2014/main" id="{0A89D9FD-EEB2-90CE-BD51-0746D92D1899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A9AFA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9A803188-0BA6-EED1-D249-C72813A576E4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1A9AFA"/>
                </a:gs>
                <a:gs pos="68000">
                  <a:srgbClr val="00B6AA"/>
                </a:gs>
                <a:gs pos="100000">
                  <a:srgbClr val="0DC864"/>
                </a:gs>
              </a:gsLst>
              <a:lin ang="195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57721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1B9AAE-F698-5F49-FF7D-DB273B1EE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200" b="1" i="0" kern="1200" dirty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E70555A-95D7-234D-8DB1-41D917CFE318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794E433-FB8F-7022-15B3-D40D6DF95FB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1A9AFA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C48ECB3-EB00-9F20-627F-F075BDD152A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61BED6C-AC43-13B7-D7C3-2FAC18ADC133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9345224" y="5422966"/>
            <a:ext cx="2437200" cy="1056582"/>
            <a:chOff x="1333500" y="1365250"/>
            <a:chExt cx="7772399" cy="336951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3F8AE1D9-6AB8-B242-257E-187C1FC05041}"/>
                </a:ext>
              </a:extLst>
            </p:cNvPr>
            <p:cNvSpPr/>
            <p:nvPr/>
          </p:nvSpPr>
          <p:spPr bwMode="invGray">
            <a:xfrm>
              <a:off x="3765639" y="2990756"/>
              <a:ext cx="635704" cy="857763"/>
            </a:xfrm>
            <a:custGeom>
              <a:avLst/>
              <a:gdLst>
                <a:gd name="connsiteX0" fmla="*/ 504506 w 635704"/>
                <a:gd name="connsiteY0" fmla="*/ 268512 h 857763"/>
                <a:gd name="connsiteX1" fmla="*/ 494014 w 635704"/>
                <a:gd name="connsiteY1" fmla="*/ 205730 h 857763"/>
                <a:gd name="connsiteX2" fmla="*/ 464323 w 635704"/>
                <a:gd name="connsiteY2" fmla="*/ 159400 h 857763"/>
                <a:gd name="connsiteX3" fmla="*/ 417922 w 635704"/>
                <a:gd name="connsiteY3" fmla="*/ 130997 h 857763"/>
                <a:gd name="connsiteX4" fmla="*/ 357142 w 635704"/>
                <a:gd name="connsiteY4" fmla="*/ 121374 h 857763"/>
                <a:gd name="connsiteX5" fmla="*/ 126457 w 635704"/>
                <a:gd name="connsiteY5" fmla="*/ 121374 h 857763"/>
                <a:gd name="connsiteX6" fmla="*/ 126457 w 635704"/>
                <a:gd name="connsiteY6" fmla="*/ 416892 h 857763"/>
                <a:gd name="connsiteX7" fmla="*/ 357142 w 635704"/>
                <a:gd name="connsiteY7" fmla="*/ 416892 h 857763"/>
                <a:gd name="connsiteX8" fmla="*/ 467976 w 635704"/>
                <a:gd name="connsiteY8" fmla="*/ 377391 h 857763"/>
                <a:gd name="connsiteX9" fmla="*/ 504506 w 635704"/>
                <a:gd name="connsiteY9" fmla="*/ 268512 h 857763"/>
                <a:gd name="connsiteX10" fmla="*/ 635704 w 635704"/>
                <a:gd name="connsiteY10" fmla="*/ 268512 h 857763"/>
                <a:gd name="connsiteX11" fmla="*/ 614719 w 635704"/>
                <a:gd name="connsiteY11" fmla="*/ 385152 h 857763"/>
                <a:gd name="connsiteX12" fmla="*/ 556037 w 635704"/>
                <a:gd name="connsiteY12" fmla="*/ 469198 h 857763"/>
                <a:gd name="connsiteX13" fmla="*/ 466111 w 635704"/>
                <a:gd name="connsiteY13" fmla="*/ 520339 h 857763"/>
                <a:gd name="connsiteX14" fmla="*/ 351079 w 635704"/>
                <a:gd name="connsiteY14" fmla="*/ 537722 h 857763"/>
                <a:gd name="connsiteX15" fmla="*/ 126379 w 635704"/>
                <a:gd name="connsiteY15" fmla="*/ 537722 h 857763"/>
                <a:gd name="connsiteX16" fmla="*/ 126379 w 635704"/>
                <a:gd name="connsiteY16" fmla="*/ 857764 h 857763"/>
                <a:gd name="connsiteX17" fmla="*/ 0 w 635704"/>
                <a:gd name="connsiteY17" fmla="*/ 857764 h 857763"/>
                <a:gd name="connsiteX18" fmla="*/ 0 w 635704"/>
                <a:gd name="connsiteY18" fmla="*/ 0 h 857763"/>
                <a:gd name="connsiteX19" fmla="*/ 359474 w 635704"/>
                <a:gd name="connsiteY19" fmla="*/ 0 h 857763"/>
                <a:gd name="connsiteX20" fmla="*/ 469375 w 635704"/>
                <a:gd name="connsiteY20" fmla="*/ 17073 h 857763"/>
                <a:gd name="connsiteX21" fmla="*/ 556815 w 635704"/>
                <a:gd name="connsiteY21" fmla="*/ 67594 h 857763"/>
                <a:gd name="connsiteX22" fmla="*/ 614641 w 635704"/>
                <a:gd name="connsiteY22" fmla="*/ 151639 h 857763"/>
                <a:gd name="connsiteX23" fmla="*/ 635627 w 635704"/>
                <a:gd name="connsiteY23" fmla="*/ 268590 h 857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35704" h="857763">
                  <a:moveTo>
                    <a:pt x="504506" y="268512"/>
                  </a:moveTo>
                  <a:cubicBezTo>
                    <a:pt x="504506" y="244998"/>
                    <a:pt x="501009" y="224044"/>
                    <a:pt x="494014" y="205730"/>
                  </a:cubicBezTo>
                  <a:cubicBezTo>
                    <a:pt x="487018" y="187415"/>
                    <a:pt x="477148" y="171972"/>
                    <a:pt x="464323" y="159400"/>
                  </a:cubicBezTo>
                  <a:cubicBezTo>
                    <a:pt x="451576" y="146828"/>
                    <a:pt x="436031" y="137360"/>
                    <a:pt x="417922" y="130997"/>
                  </a:cubicBezTo>
                  <a:cubicBezTo>
                    <a:pt x="399734" y="124633"/>
                    <a:pt x="379448" y="121374"/>
                    <a:pt x="357142" y="121374"/>
                  </a:cubicBezTo>
                  <a:lnTo>
                    <a:pt x="126457" y="121374"/>
                  </a:lnTo>
                  <a:lnTo>
                    <a:pt x="126457" y="416892"/>
                  </a:lnTo>
                  <a:lnTo>
                    <a:pt x="357142" y="416892"/>
                  </a:lnTo>
                  <a:cubicBezTo>
                    <a:pt x="406652" y="416892"/>
                    <a:pt x="443571" y="403699"/>
                    <a:pt x="467976" y="377391"/>
                  </a:cubicBezTo>
                  <a:cubicBezTo>
                    <a:pt x="492304" y="351083"/>
                    <a:pt x="504506" y="314764"/>
                    <a:pt x="504506" y="268512"/>
                  </a:cubicBezTo>
                  <a:moveTo>
                    <a:pt x="635704" y="268512"/>
                  </a:moveTo>
                  <a:cubicBezTo>
                    <a:pt x="635704" y="312746"/>
                    <a:pt x="628709" y="351626"/>
                    <a:pt x="614719" y="385152"/>
                  </a:cubicBezTo>
                  <a:cubicBezTo>
                    <a:pt x="600729" y="418677"/>
                    <a:pt x="581220" y="446692"/>
                    <a:pt x="556037" y="469198"/>
                  </a:cubicBezTo>
                  <a:cubicBezTo>
                    <a:pt x="530855" y="491703"/>
                    <a:pt x="500931" y="508776"/>
                    <a:pt x="466111" y="520339"/>
                  </a:cubicBezTo>
                  <a:cubicBezTo>
                    <a:pt x="431368" y="531902"/>
                    <a:pt x="393050" y="537722"/>
                    <a:pt x="351079" y="537722"/>
                  </a:cubicBezTo>
                  <a:lnTo>
                    <a:pt x="126379" y="537722"/>
                  </a:lnTo>
                  <a:lnTo>
                    <a:pt x="126379" y="857764"/>
                  </a:lnTo>
                  <a:lnTo>
                    <a:pt x="0" y="857764"/>
                  </a:lnTo>
                  <a:lnTo>
                    <a:pt x="0" y="0"/>
                  </a:lnTo>
                  <a:lnTo>
                    <a:pt x="359474" y="0"/>
                  </a:lnTo>
                  <a:cubicBezTo>
                    <a:pt x="398957" y="0"/>
                    <a:pt x="435643" y="5665"/>
                    <a:pt x="469375" y="17073"/>
                  </a:cubicBezTo>
                  <a:cubicBezTo>
                    <a:pt x="503107" y="28481"/>
                    <a:pt x="532254" y="45321"/>
                    <a:pt x="556815" y="67594"/>
                  </a:cubicBezTo>
                  <a:cubicBezTo>
                    <a:pt x="581375" y="89944"/>
                    <a:pt x="600651" y="117959"/>
                    <a:pt x="614641" y="151639"/>
                  </a:cubicBezTo>
                  <a:cubicBezTo>
                    <a:pt x="628632" y="185320"/>
                    <a:pt x="635627" y="224277"/>
                    <a:pt x="635627" y="268590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2C6CCA6-1743-8DB2-0A87-712E7989548A}"/>
                </a:ext>
              </a:extLst>
            </p:cNvPr>
            <p:cNvSpPr/>
            <p:nvPr/>
          </p:nvSpPr>
          <p:spPr bwMode="invGray">
            <a:xfrm>
              <a:off x="4442770" y="3191752"/>
              <a:ext cx="524092" cy="670503"/>
            </a:xfrm>
            <a:custGeom>
              <a:avLst/>
              <a:gdLst>
                <a:gd name="connsiteX0" fmla="*/ 400201 w 524092"/>
                <a:gd name="connsiteY0" fmla="*/ 382125 h 670503"/>
                <a:gd name="connsiteX1" fmla="*/ 367868 w 524092"/>
                <a:gd name="connsiteY1" fmla="*/ 369243 h 670503"/>
                <a:gd name="connsiteX2" fmla="*/ 337944 w 524092"/>
                <a:gd name="connsiteY2" fmla="*/ 361482 h 670503"/>
                <a:gd name="connsiteX3" fmla="*/ 300559 w 524092"/>
                <a:gd name="connsiteY3" fmla="*/ 356128 h 670503"/>
                <a:gd name="connsiteX4" fmla="*/ 252914 w 524092"/>
                <a:gd name="connsiteY4" fmla="*/ 354032 h 670503"/>
                <a:gd name="connsiteX5" fmla="*/ 156225 w 524092"/>
                <a:gd name="connsiteY5" fmla="*/ 379719 h 670503"/>
                <a:gd name="connsiteX6" fmla="*/ 120550 w 524092"/>
                <a:gd name="connsiteY6" fmla="*/ 449719 h 670503"/>
                <a:gd name="connsiteX7" fmla="*/ 130732 w 524092"/>
                <a:gd name="connsiteY7" fmla="*/ 498454 h 670503"/>
                <a:gd name="connsiteX8" fmla="*/ 156458 w 524092"/>
                <a:gd name="connsiteY8" fmla="*/ 531048 h 670503"/>
                <a:gd name="connsiteX9" fmla="*/ 193300 w 524092"/>
                <a:gd name="connsiteY9" fmla="*/ 549906 h 670503"/>
                <a:gd name="connsiteX10" fmla="*/ 244520 w 524092"/>
                <a:gd name="connsiteY10" fmla="*/ 556192 h 670503"/>
                <a:gd name="connsiteX11" fmla="*/ 293019 w 524092"/>
                <a:gd name="connsiteY11" fmla="*/ 548975 h 670503"/>
                <a:gd name="connsiteX12" fmla="*/ 336778 w 524092"/>
                <a:gd name="connsiteY12" fmla="*/ 530117 h 670503"/>
                <a:gd name="connsiteX13" fmla="*/ 373308 w 524092"/>
                <a:gd name="connsiteY13" fmla="*/ 503809 h 670503"/>
                <a:gd name="connsiteX14" fmla="*/ 400279 w 524092"/>
                <a:gd name="connsiteY14" fmla="*/ 474164 h 670503"/>
                <a:gd name="connsiteX15" fmla="*/ 400279 w 524092"/>
                <a:gd name="connsiteY15" fmla="*/ 382047 h 670503"/>
                <a:gd name="connsiteX16" fmla="*/ 400201 w 524092"/>
                <a:gd name="connsiteY16" fmla="*/ 656690 h 670503"/>
                <a:gd name="connsiteX17" fmla="*/ 400201 w 524092"/>
                <a:gd name="connsiteY17" fmla="*/ 593287 h 670503"/>
                <a:gd name="connsiteX18" fmla="*/ 359474 w 524092"/>
                <a:gd name="connsiteY18" fmla="*/ 626502 h 670503"/>
                <a:gd name="connsiteX19" fmla="*/ 325897 w 524092"/>
                <a:gd name="connsiteY19" fmla="*/ 646291 h 670503"/>
                <a:gd name="connsiteX20" fmla="*/ 281905 w 524092"/>
                <a:gd name="connsiteY20" fmla="*/ 663054 h 670503"/>
                <a:gd name="connsiteX21" fmla="*/ 223534 w 524092"/>
                <a:gd name="connsiteY21" fmla="*/ 670504 h 670503"/>
                <a:gd name="connsiteX22" fmla="*/ 144722 w 524092"/>
                <a:gd name="connsiteY22" fmla="*/ 658863 h 670503"/>
                <a:gd name="connsiteX23" fmla="*/ 72827 w 524092"/>
                <a:gd name="connsiteY23" fmla="*/ 621225 h 670503"/>
                <a:gd name="connsiteX24" fmla="*/ 20364 w 524092"/>
                <a:gd name="connsiteY24" fmla="*/ 553942 h 670503"/>
                <a:gd name="connsiteX25" fmla="*/ 0 w 524092"/>
                <a:gd name="connsiteY25" fmla="*/ 453444 h 670503"/>
                <a:gd name="connsiteX26" fmla="*/ 19431 w 524092"/>
                <a:gd name="connsiteY26" fmla="*/ 360473 h 670503"/>
                <a:gd name="connsiteX27" fmla="*/ 73371 w 524092"/>
                <a:gd name="connsiteY27" fmla="*/ 295596 h 670503"/>
                <a:gd name="connsiteX28" fmla="*/ 154826 w 524092"/>
                <a:gd name="connsiteY28" fmla="*/ 257570 h 670503"/>
                <a:gd name="connsiteX29" fmla="*/ 256334 w 524092"/>
                <a:gd name="connsiteY29" fmla="*/ 245308 h 670503"/>
                <a:gd name="connsiteX30" fmla="*/ 341986 w 524092"/>
                <a:gd name="connsiteY30" fmla="*/ 252215 h 670503"/>
                <a:gd name="connsiteX31" fmla="*/ 400123 w 524092"/>
                <a:gd name="connsiteY31" fmla="*/ 269831 h 670503"/>
                <a:gd name="connsiteX32" fmla="*/ 400123 w 524092"/>
                <a:gd name="connsiteY32" fmla="*/ 221949 h 670503"/>
                <a:gd name="connsiteX33" fmla="*/ 368956 w 524092"/>
                <a:gd name="connsiteY33" fmla="*/ 141240 h 670503"/>
                <a:gd name="connsiteX34" fmla="*/ 278485 w 524092"/>
                <a:gd name="connsiteY34" fmla="*/ 113148 h 670503"/>
                <a:gd name="connsiteX35" fmla="*/ 188636 w 524092"/>
                <a:gd name="connsiteY35" fmla="*/ 122693 h 670503"/>
                <a:gd name="connsiteX36" fmla="*/ 110757 w 524092"/>
                <a:gd name="connsiteY36" fmla="*/ 153192 h 670503"/>
                <a:gd name="connsiteX37" fmla="*/ 61635 w 524092"/>
                <a:gd name="connsiteY37" fmla="*/ 58048 h 670503"/>
                <a:gd name="connsiteX38" fmla="*/ 160733 w 524092"/>
                <a:gd name="connsiteY38" fmla="*/ 14667 h 670503"/>
                <a:gd name="connsiteX39" fmla="*/ 282060 w 524092"/>
                <a:gd name="connsiteY39" fmla="*/ 0 h 670503"/>
                <a:gd name="connsiteX40" fmla="*/ 380614 w 524092"/>
                <a:gd name="connsiteY40" fmla="*/ 13193 h 670503"/>
                <a:gd name="connsiteX41" fmla="*/ 457017 w 524092"/>
                <a:gd name="connsiteY41" fmla="*/ 53314 h 670503"/>
                <a:gd name="connsiteX42" fmla="*/ 506450 w 524092"/>
                <a:gd name="connsiteY42" fmla="*/ 120908 h 670503"/>
                <a:gd name="connsiteX43" fmla="*/ 524093 w 524092"/>
                <a:gd name="connsiteY43" fmla="*/ 216051 h 670503"/>
                <a:gd name="connsiteX44" fmla="*/ 524093 w 524092"/>
                <a:gd name="connsiteY44" fmla="*/ 656923 h 670503"/>
                <a:gd name="connsiteX45" fmla="*/ 400123 w 524092"/>
                <a:gd name="connsiteY45" fmla="*/ 65692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24092" h="670503">
                  <a:moveTo>
                    <a:pt x="400201" y="382125"/>
                  </a:moveTo>
                  <a:cubicBezTo>
                    <a:pt x="388231" y="376538"/>
                    <a:pt x="377428" y="372269"/>
                    <a:pt x="367868" y="369243"/>
                  </a:cubicBezTo>
                  <a:cubicBezTo>
                    <a:pt x="358308" y="366216"/>
                    <a:pt x="348359" y="363655"/>
                    <a:pt x="337944" y="361482"/>
                  </a:cubicBezTo>
                  <a:cubicBezTo>
                    <a:pt x="327607" y="359309"/>
                    <a:pt x="315093" y="357524"/>
                    <a:pt x="300559" y="356128"/>
                  </a:cubicBezTo>
                  <a:cubicBezTo>
                    <a:pt x="285946" y="354731"/>
                    <a:pt x="270091" y="354032"/>
                    <a:pt x="252914" y="354032"/>
                  </a:cubicBezTo>
                  <a:cubicBezTo>
                    <a:pt x="212186" y="354032"/>
                    <a:pt x="179931" y="362646"/>
                    <a:pt x="156225" y="379719"/>
                  </a:cubicBezTo>
                  <a:cubicBezTo>
                    <a:pt x="132442" y="396870"/>
                    <a:pt x="120550" y="420229"/>
                    <a:pt x="120550" y="449719"/>
                  </a:cubicBezTo>
                  <a:cubicBezTo>
                    <a:pt x="120550" y="468809"/>
                    <a:pt x="123892" y="485106"/>
                    <a:pt x="130732" y="498454"/>
                  </a:cubicBezTo>
                  <a:cubicBezTo>
                    <a:pt x="137494" y="511802"/>
                    <a:pt x="146121" y="522667"/>
                    <a:pt x="156458" y="531048"/>
                  </a:cubicBezTo>
                  <a:cubicBezTo>
                    <a:pt x="166796" y="539430"/>
                    <a:pt x="179154" y="545716"/>
                    <a:pt x="193300" y="549906"/>
                  </a:cubicBezTo>
                  <a:cubicBezTo>
                    <a:pt x="207523" y="554097"/>
                    <a:pt x="224545" y="556192"/>
                    <a:pt x="244520" y="556192"/>
                  </a:cubicBezTo>
                  <a:cubicBezTo>
                    <a:pt x="261308" y="556192"/>
                    <a:pt x="277475" y="553787"/>
                    <a:pt x="293019" y="548975"/>
                  </a:cubicBezTo>
                  <a:cubicBezTo>
                    <a:pt x="308642" y="544164"/>
                    <a:pt x="323176" y="537955"/>
                    <a:pt x="336778" y="530117"/>
                  </a:cubicBezTo>
                  <a:cubicBezTo>
                    <a:pt x="350380" y="522357"/>
                    <a:pt x="362505" y="513587"/>
                    <a:pt x="373308" y="503809"/>
                  </a:cubicBezTo>
                  <a:cubicBezTo>
                    <a:pt x="384112" y="494031"/>
                    <a:pt x="393050" y="484175"/>
                    <a:pt x="400279" y="474164"/>
                  </a:cubicBezTo>
                  <a:lnTo>
                    <a:pt x="400279" y="382047"/>
                  </a:lnTo>
                  <a:close/>
                  <a:moveTo>
                    <a:pt x="400201" y="656690"/>
                  </a:moveTo>
                  <a:lnTo>
                    <a:pt x="400201" y="593287"/>
                  </a:lnTo>
                  <a:cubicBezTo>
                    <a:pt x="383801" y="608498"/>
                    <a:pt x="370277" y="619518"/>
                    <a:pt x="359474" y="626502"/>
                  </a:cubicBezTo>
                  <a:cubicBezTo>
                    <a:pt x="348670" y="633486"/>
                    <a:pt x="337555" y="640083"/>
                    <a:pt x="325897" y="646291"/>
                  </a:cubicBezTo>
                  <a:cubicBezTo>
                    <a:pt x="314316" y="652422"/>
                    <a:pt x="299626" y="658009"/>
                    <a:pt x="281905" y="663054"/>
                  </a:cubicBezTo>
                  <a:cubicBezTo>
                    <a:pt x="264106" y="668021"/>
                    <a:pt x="244675" y="670504"/>
                    <a:pt x="223534" y="670504"/>
                  </a:cubicBezTo>
                  <a:cubicBezTo>
                    <a:pt x="197574" y="670504"/>
                    <a:pt x="171304" y="666624"/>
                    <a:pt x="144722" y="658863"/>
                  </a:cubicBezTo>
                  <a:cubicBezTo>
                    <a:pt x="118140" y="651103"/>
                    <a:pt x="94201" y="638531"/>
                    <a:pt x="72827" y="621225"/>
                  </a:cubicBezTo>
                  <a:cubicBezTo>
                    <a:pt x="51453" y="603842"/>
                    <a:pt x="33965" y="581414"/>
                    <a:pt x="20364" y="553942"/>
                  </a:cubicBezTo>
                  <a:cubicBezTo>
                    <a:pt x="6762" y="526470"/>
                    <a:pt x="0" y="492945"/>
                    <a:pt x="0" y="453444"/>
                  </a:cubicBezTo>
                  <a:cubicBezTo>
                    <a:pt x="0" y="417591"/>
                    <a:pt x="6451" y="386549"/>
                    <a:pt x="19431" y="360473"/>
                  </a:cubicBezTo>
                  <a:cubicBezTo>
                    <a:pt x="32411" y="334321"/>
                    <a:pt x="50365" y="312747"/>
                    <a:pt x="73371" y="295596"/>
                  </a:cubicBezTo>
                  <a:cubicBezTo>
                    <a:pt x="96378" y="278445"/>
                    <a:pt x="123503" y="265796"/>
                    <a:pt x="154826" y="257570"/>
                  </a:cubicBezTo>
                  <a:cubicBezTo>
                    <a:pt x="186149" y="249421"/>
                    <a:pt x="220037" y="245308"/>
                    <a:pt x="256334" y="245308"/>
                  </a:cubicBezTo>
                  <a:cubicBezTo>
                    <a:pt x="290299" y="245308"/>
                    <a:pt x="318824" y="247636"/>
                    <a:pt x="341986" y="252215"/>
                  </a:cubicBezTo>
                  <a:cubicBezTo>
                    <a:pt x="365147" y="256794"/>
                    <a:pt x="384501" y="262692"/>
                    <a:pt x="400123" y="269831"/>
                  </a:cubicBezTo>
                  <a:lnTo>
                    <a:pt x="400123" y="221949"/>
                  </a:lnTo>
                  <a:cubicBezTo>
                    <a:pt x="400123" y="186872"/>
                    <a:pt x="389786" y="159943"/>
                    <a:pt x="368956" y="141240"/>
                  </a:cubicBezTo>
                  <a:cubicBezTo>
                    <a:pt x="348203" y="122538"/>
                    <a:pt x="317969" y="113148"/>
                    <a:pt x="278485" y="113148"/>
                  </a:cubicBezTo>
                  <a:cubicBezTo>
                    <a:pt x="245297" y="113148"/>
                    <a:pt x="215373" y="116329"/>
                    <a:pt x="188636" y="122693"/>
                  </a:cubicBezTo>
                  <a:cubicBezTo>
                    <a:pt x="161899" y="129057"/>
                    <a:pt x="135939" y="139223"/>
                    <a:pt x="110757" y="153192"/>
                  </a:cubicBezTo>
                  <a:lnTo>
                    <a:pt x="61635" y="58048"/>
                  </a:lnTo>
                  <a:cubicBezTo>
                    <a:pt x="92414" y="38880"/>
                    <a:pt x="125446" y="24445"/>
                    <a:pt x="160733" y="14667"/>
                  </a:cubicBezTo>
                  <a:cubicBezTo>
                    <a:pt x="196098" y="4889"/>
                    <a:pt x="236514" y="0"/>
                    <a:pt x="282060" y="0"/>
                  </a:cubicBezTo>
                  <a:cubicBezTo>
                    <a:pt x="317969" y="0"/>
                    <a:pt x="350846" y="4423"/>
                    <a:pt x="380614" y="13193"/>
                  </a:cubicBezTo>
                  <a:cubicBezTo>
                    <a:pt x="410383" y="21962"/>
                    <a:pt x="435798" y="35310"/>
                    <a:pt x="457017" y="53314"/>
                  </a:cubicBezTo>
                  <a:cubicBezTo>
                    <a:pt x="478158" y="71241"/>
                    <a:pt x="494635" y="93746"/>
                    <a:pt x="506450" y="120908"/>
                  </a:cubicBezTo>
                  <a:cubicBezTo>
                    <a:pt x="518264" y="148070"/>
                    <a:pt x="524093" y="179732"/>
                    <a:pt x="524093" y="216051"/>
                  </a:cubicBezTo>
                  <a:lnTo>
                    <a:pt x="524093" y="656923"/>
                  </a:lnTo>
                  <a:lnTo>
                    <a:pt x="400123" y="656923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9A5D6D2-E30F-05BB-CECF-323732769EE0}"/>
                </a:ext>
              </a:extLst>
            </p:cNvPr>
            <p:cNvSpPr/>
            <p:nvPr/>
          </p:nvSpPr>
          <p:spPr bwMode="invGray">
            <a:xfrm>
              <a:off x="5089745" y="3191596"/>
              <a:ext cx="382790" cy="656767"/>
            </a:xfrm>
            <a:custGeom>
              <a:avLst/>
              <a:gdLst>
                <a:gd name="connsiteX0" fmla="*/ 349369 w 382790"/>
                <a:gd name="connsiteY0" fmla="*/ 147216 h 656767"/>
                <a:gd name="connsiteX1" fmla="*/ 306543 w 382790"/>
                <a:gd name="connsiteY1" fmla="*/ 129833 h 656767"/>
                <a:gd name="connsiteX2" fmla="*/ 252914 w 382790"/>
                <a:gd name="connsiteY2" fmla="*/ 123857 h 656767"/>
                <a:gd name="connsiteX3" fmla="*/ 159412 w 382790"/>
                <a:gd name="connsiteY3" fmla="*/ 165375 h 656767"/>
                <a:gd name="connsiteX4" fmla="*/ 126457 w 382790"/>
                <a:gd name="connsiteY4" fmla="*/ 289465 h 656767"/>
                <a:gd name="connsiteX5" fmla="*/ 126457 w 382790"/>
                <a:gd name="connsiteY5" fmla="*/ 656768 h 656767"/>
                <a:gd name="connsiteX6" fmla="*/ 0 w 382790"/>
                <a:gd name="connsiteY6" fmla="*/ 656768 h 656767"/>
                <a:gd name="connsiteX7" fmla="*/ 0 w 382790"/>
                <a:gd name="connsiteY7" fmla="*/ 13736 h 656767"/>
                <a:gd name="connsiteX8" fmla="*/ 126457 w 382790"/>
                <a:gd name="connsiteY8" fmla="*/ 13736 h 656767"/>
                <a:gd name="connsiteX9" fmla="*/ 126457 w 382790"/>
                <a:gd name="connsiteY9" fmla="*/ 74733 h 656767"/>
                <a:gd name="connsiteX10" fmla="*/ 152805 w 382790"/>
                <a:gd name="connsiteY10" fmla="*/ 45088 h 656767"/>
                <a:gd name="connsiteX11" fmla="*/ 187237 w 382790"/>
                <a:gd name="connsiteY11" fmla="*/ 21497 h 656767"/>
                <a:gd name="connsiteX12" fmla="*/ 227654 w 382790"/>
                <a:gd name="connsiteY12" fmla="*/ 5665 h 656767"/>
                <a:gd name="connsiteX13" fmla="*/ 273200 w 382790"/>
                <a:gd name="connsiteY13" fmla="*/ 0 h 656767"/>
                <a:gd name="connsiteX14" fmla="*/ 337866 w 382790"/>
                <a:gd name="connsiteY14" fmla="*/ 7217 h 656767"/>
                <a:gd name="connsiteX15" fmla="*/ 382791 w 382790"/>
                <a:gd name="connsiteY15" fmla="*/ 26929 h 656767"/>
                <a:gd name="connsiteX16" fmla="*/ 349214 w 382790"/>
                <a:gd name="connsiteY16" fmla="*/ 147138 h 65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2790" h="656767">
                  <a:moveTo>
                    <a:pt x="349369" y="147216"/>
                  </a:moveTo>
                  <a:cubicBezTo>
                    <a:pt x="335768" y="139611"/>
                    <a:pt x="321467" y="133868"/>
                    <a:pt x="306543" y="129833"/>
                  </a:cubicBezTo>
                  <a:cubicBezTo>
                    <a:pt x="291543" y="125875"/>
                    <a:pt x="273666" y="123857"/>
                    <a:pt x="252914" y="123857"/>
                  </a:cubicBezTo>
                  <a:cubicBezTo>
                    <a:pt x="212575" y="123857"/>
                    <a:pt x="181408" y="137671"/>
                    <a:pt x="159412" y="165375"/>
                  </a:cubicBezTo>
                  <a:cubicBezTo>
                    <a:pt x="137416" y="193158"/>
                    <a:pt x="126457" y="234443"/>
                    <a:pt x="126457" y="289465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3608" y="63946"/>
                    <a:pt x="142390" y="54090"/>
                    <a:pt x="152805" y="45088"/>
                  </a:cubicBezTo>
                  <a:cubicBezTo>
                    <a:pt x="163220" y="36164"/>
                    <a:pt x="174646" y="28248"/>
                    <a:pt x="187237" y="21497"/>
                  </a:cubicBezTo>
                  <a:cubicBezTo>
                    <a:pt x="199828" y="14745"/>
                    <a:pt x="213275" y="9468"/>
                    <a:pt x="227654" y="5665"/>
                  </a:cubicBezTo>
                  <a:cubicBezTo>
                    <a:pt x="242032" y="1863"/>
                    <a:pt x="257189" y="0"/>
                    <a:pt x="273200" y="0"/>
                  </a:cubicBezTo>
                  <a:cubicBezTo>
                    <a:pt x="299160" y="0"/>
                    <a:pt x="320689" y="2406"/>
                    <a:pt x="337866" y="7217"/>
                  </a:cubicBezTo>
                  <a:cubicBezTo>
                    <a:pt x="355043" y="12029"/>
                    <a:pt x="370044" y="18547"/>
                    <a:pt x="382791" y="26929"/>
                  </a:cubicBezTo>
                  <a:lnTo>
                    <a:pt x="349214" y="147138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040C47F-E560-F4CD-FBFE-DB5A3C0B2BF5}"/>
                </a:ext>
              </a:extLst>
            </p:cNvPr>
            <p:cNvSpPr/>
            <p:nvPr/>
          </p:nvSpPr>
          <p:spPr bwMode="invGray">
            <a:xfrm>
              <a:off x="5546296" y="2955446"/>
              <a:ext cx="375018" cy="906809"/>
            </a:xfrm>
            <a:custGeom>
              <a:avLst/>
              <a:gdLst>
                <a:gd name="connsiteX0" fmla="*/ 360639 w 375018"/>
                <a:gd name="connsiteY0" fmla="*/ 876854 h 906809"/>
                <a:gd name="connsiteX1" fmla="*/ 305844 w 375018"/>
                <a:gd name="connsiteY1" fmla="*/ 898428 h 906809"/>
                <a:gd name="connsiteX2" fmla="*/ 236669 w 375018"/>
                <a:gd name="connsiteY2" fmla="*/ 906810 h 906809"/>
                <a:gd name="connsiteX3" fmla="*/ 178843 w 375018"/>
                <a:gd name="connsiteY3" fmla="*/ 897575 h 906809"/>
                <a:gd name="connsiteX4" fmla="*/ 133608 w 375018"/>
                <a:gd name="connsiteY4" fmla="*/ 868240 h 906809"/>
                <a:gd name="connsiteX5" fmla="*/ 102440 w 375018"/>
                <a:gd name="connsiteY5" fmla="*/ 815625 h 906809"/>
                <a:gd name="connsiteX6" fmla="*/ 91636 w 375018"/>
                <a:gd name="connsiteY6" fmla="*/ 736390 h 906809"/>
                <a:gd name="connsiteX7" fmla="*/ 91636 w 375018"/>
                <a:gd name="connsiteY7" fmla="*/ 364897 h 906809"/>
                <a:gd name="connsiteX8" fmla="*/ 0 w 375018"/>
                <a:gd name="connsiteY8" fmla="*/ 364897 h 906809"/>
                <a:gd name="connsiteX9" fmla="*/ 0 w 375018"/>
                <a:gd name="connsiteY9" fmla="*/ 250042 h 906809"/>
                <a:gd name="connsiteX10" fmla="*/ 91636 w 375018"/>
                <a:gd name="connsiteY10" fmla="*/ 250042 h 906809"/>
                <a:gd name="connsiteX11" fmla="*/ 91636 w 375018"/>
                <a:gd name="connsiteY11" fmla="*/ 66430 h 906809"/>
                <a:gd name="connsiteX12" fmla="*/ 215606 w 375018"/>
                <a:gd name="connsiteY12" fmla="*/ 0 h 906809"/>
                <a:gd name="connsiteX13" fmla="*/ 215606 w 375018"/>
                <a:gd name="connsiteY13" fmla="*/ 250042 h 906809"/>
                <a:gd name="connsiteX14" fmla="*/ 375018 w 375018"/>
                <a:gd name="connsiteY14" fmla="*/ 250042 h 906809"/>
                <a:gd name="connsiteX15" fmla="*/ 375018 w 375018"/>
                <a:gd name="connsiteY15" fmla="*/ 364897 h 906809"/>
                <a:gd name="connsiteX16" fmla="*/ 215606 w 375018"/>
                <a:gd name="connsiteY16" fmla="*/ 364897 h 906809"/>
                <a:gd name="connsiteX17" fmla="*/ 215606 w 375018"/>
                <a:gd name="connsiteY17" fmla="*/ 714195 h 906809"/>
                <a:gd name="connsiteX18" fmla="*/ 219493 w 375018"/>
                <a:gd name="connsiteY18" fmla="*/ 751601 h 906809"/>
                <a:gd name="connsiteX19" fmla="*/ 231462 w 375018"/>
                <a:gd name="connsiteY19" fmla="*/ 775192 h 906809"/>
                <a:gd name="connsiteX20" fmla="*/ 252137 w 375018"/>
                <a:gd name="connsiteY20" fmla="*/ 787764 h 906809"/>
                <a:gd name="connsiteX21" fmla="*/ 282060 w 375018"/>
                <a:gd name="connsiteY21" fmla="*/ 791412 h 906809"/>
                <a:gd name="connsiteX22" fmla="*/ 332115 w 375018"/>
                <a:gd name="connsiteY22" fmla="*/ 783651 h 906809"/>
                <a:gd name="connsiteX23" fmla="*/ 374941 w 375018"/>
                <a:gd name="connsiteY23" fmla="*/ 765725 h 906809"/>
                <a:gd name="connsiteX24" fmla="*/ 360561 w 375018"/>
                <a:gd name="connsiteY24" fmla="*/ 877010 h 90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5018" h="906809">
                  <a:moveTo>
                    <a:pt x="360639" y="876854"/>
                  </a:moveTo>
                  <a:cubicBezTo>
                    <a:pt x="345094" y="885624"/>
                    <a:pt x="326752" y="892841"/>
                    <a:pt x="305844" y="898428"/>
                  </a:cubicBezTo>
                  <a:cubicBezTo>
                    <a:pt x="284858" y="904016"/>
                    <a:pt x="261774" y="906810"/>
                    <a:pt x="236669" y="906810"/>
                  </a:cubicBezTo>
                  <a:cubicBezTo>
                    <a:pt x="214674" y="906810"/>
                    <a:pt x="195398" y="903706"/>
                    <a:pt x="178843" y="897575"/>
                  </a:cubicBezTo>
                  <a:cubicBezTo>
                    <a:pt x="162288" y="891366"/>
                    <a:pt x="147209" y="881588"/>
                    <a:pt x="133608" y="868240"/>
                  </a:cubicBezTo>
                  <a:cubicBezTo>
                    <a:pt x="120006" y="854892"/>
                    <a:pt x="109668" y="837354"/>
                    <a:pt x="102440" y="815625"/>
                  </a:cubicBezTo>
                  <a:cubicBezTo>
                    <a:pt x="95212" y="793895"/>
                    <a:pt x="91636" y="767432"/>
                    <a:pt x="91636" y="736390"/>
                  </a:cubicBezTo>
                  <a:lnTo>
                    <a:pt x="91636" y="364897"/>
                  </a:lnTo>
                  <a:lnTo>
                    <a:pt x="0" y="364897"/>
                  </a:lnTo>
                  <a:lnTo>
                    <a:pt x="0" y="250042"/>
                  </a:lnTo>
                  <a:lnTo>
                    <a:pt x="91636" y="250042"/>
                  </a:lnTo>
                  <a:lnTo>
                    <a:pt x="91636" y="66430"/>
                  </a:lnTo>
                  <a:lnTo>
                    <a:pt x="215606" y="0"/>
                  </a:lnTo>
                  <a:lnTo>
                    <a:pt x="215606" y="250042"/>
                  </a:lnTo>
                  <a:lnTo>
                    <a:pt x="375018" y="250042"/>
                  </a:lnTo>
                  <a:lnTo>
                    <a:pt x="375018" y="364897"/>
                  </a:lnTo>
                  <a:lnTo>
                    <a:pt x="215606" y="364897"/>
                  </a:lnTo>
                  <a:lnTo>
                    <a:pt x="215606" y="714195"/>
                  </a:lnTo>
                  <a:cubicBezTo>
                    <a:pt x="215606" y="729328"/>
                    <a:pt x="216927" y="741822"/>
                    <a:pt x="219493" y="751601"/>
                  </a:cubicBezTo>
                  <a:cubicBezTo>
                    <a:pt x="222058" y="761379"/>
                    <a:pt x="226099" y="769217"/>
                    <a:pt x="231462" y="775192"/>
                  </a:cubicBezTo>
                  <a:cubicBezTo>
                    <a:pt x="236825" y="781168"/>
                    <a:pt x="243742" y="785359"/>
                    <a:pt x="252137" y="787764"/>
                  </a:cubicBezTo>
                  <a:cubicBezTo>
                    <a:pt x="260531" y="790170"/>
                    <a:pt x="270479" y="791412"/>
                    <a:pt x="282060" y="791412"/>
                  </a:cubicBezTo>
                  <a:cubicBezTo>
                    <a:pt x="298460" y="791412"/>
                    <a:pt x="315093" y="788851"/>
                    <a:pt x="332115" y="783651"/>
                  </a:cubicBezTo>
                  <a:cubicBezTo>
                    <a:pt x="349058" y="778452"/>
                    <a:pt x="363360" y="772476"/>
                    <a:pt x="374941" y="765725"/>
                  </a:cubicBezTo>
                  <a:lnTo>
                    <a:pt x="360561" y="877010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466AC7B-9982-551D-D35D-9D02C6C8E65C}"/>
                </a:ext>
              </a:extLst>
            </p:cNvPr>
            <p:cNvSpPr/>
            <p:nvPr/>
          </p:nvSpPr>
          <p:spPr bwMode="invGray">
            <a:xfrm>
              <a:off x="6038988" y="2955368"/>
              <a:ext cx="517642" cy="893073"/>
            </a:xfrm>
            <a:custGeom>
              <a:avLst/>
              <a:gdLst>
                <a:gd name="connsiteX0" fmla="*/ 391185 w 517642"/>
                <a:gd name="connsiteY0" fmla="*/ 893074 h 893073"/>
                <a:gd name="connsiteX1" fmla="*/ 391185 w 517642"/>
                <a:gd name="connsiteY1" fmla="*/ 529419 h 893073"/>
                <a:gd name="connsiteX2" fmla="*/ 359396 w 517642"/>
                <a:gd name="connsiteY2" fmla="*/ 396637 h 893073"/>
                <a:gd name="connsiteX3" fmla="*/ 258744 w 517642"/>
                <a:gd name="connsiteY3" fmla="*/ 352946 h 893073"/>
                <a:gd name="connsiteX4" fmla="*/ 204492 w 517642"/>
                <a:gd name="connsiteY4" fmla="*/ 362491 h 893073"/>
                <a:gd name="connsiteX5" fmla="*/ 161977 w 517642"/>
                <a:gd name="connsiteY5" fmla="*/ 394154 h 893073"/>
                <a:gd name="connsiteX6" fmla="*/ 135318 w 517642"/>
                <a:gd name="connsiteY6" fmla="*/ 446227 h 893073"/>
                <a:gd name="connsiteX7" fmla="*/ 126379 w 517642"/>
                <a:gd name="connsiteY7" fmla="*/ 516847 h 893073"/>
                <a:gd name="connsiteX8" fmla="*/ 126379 w 517642"/>
                <a:gd name="connsiteY8" fmla="*/ 893074 h 893073"/>
                <a:gd name="connsiteX9" fmla="*/ 0 w 517642"/>
                <a:gd name="connsiteY9" fmla="*/ 893074 h 893073"/>
                <a:gd name="connsiteX10" fmla="*/ 0 w 517642"/>
                <a:gd name="connsiteY10" fmla="*/ 66430 h 893073"/>
                <a:gd name="connsiteX11" fmla="*/ 126379 w 517642"/>
                <a:gd name="connsiteY11" fmla="*/ 0 h 893073"/>
                <a:gd name="connsiteX12" fmla="*/ 126379 w 517642"/>
                <a:gd name="connsiteY12" fmla="*/ 311039 h 893073"/>
                <a:gd name="connsiteX13" fmla="*/ 155759 w 517642"/>
                <a:gd name="connsiteY13" fmla="*/ 279687 h 893073"/>
                <a:gd name="connsiteX14" fmla="*/ 194155 w 517642"/>
                <a:gd name="connsiteY14" fmla="*/ 256095 h 893073"/>
                <a:gd name="connsiteX15" fmla="*/ 239079 w 517642"/>
                <a:gd name="connsiteY15" fmla="*/ 241428 h 893073"/>
                <a:gd name="connsiteX16" fmla="*/ 288201 w 517642"/>
                <a:gd name="connsiteY16" fmla="*/ 236306 h 893073"/>
                <a:gd name="connsiteX17" fmla="*/ 388853 w 517642"/>
                <a:gd name="connsiteY17" fmla="*/ 254854 h 893073"/>
                <a:gd name="connsiteX18" fmla="*/ 460437 w 517642"/>
                <a:gd name="connsiteY18" fmla="*/ 309565 h 893073"/>
                <a:gd name="connsiteX19" fmla="*/ 503574 w 517642"/>
                <a:gd name="connsiteY19" fmla="*/ 401682 h 893073"/>
                <a:gd name="connsiteX20" fmla="*/ 517642 w 517642"/>
                <a:gd name="connsiteY20" fmla="*/ 524607 h 893073"/>
                <a:gd name="connsiteX21" fmla="*/ 517642 w 517642"/>
                <a:gd name="connsiteY21" fmla="*/ 893074 h 893073"/>
                <a:gd name="connsiteX22" fmla="*/ 391263 w 517642"/>
                <a:gd name="connsiteY22" fmla="*/ 893074 h 893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2" h="893073">
                  <a:moveTo>
                    <a:pt x="391185" y="893074"/>
                  </a:moveTo>
                  <a:lnTo>
                    <a:pt x="391185" y="529419"/>
                  </a:lnTo>
                  <a:cubicBezTo>
                    <a:pt x="391185" y="469974"/>
                    <a:pt x="380615" y="425739"/>
                    <a:pt x="359396" y="396637"/>
                  </a:cubicBezTo>
                  <a:cubicBezTo>
                    <a:pt x="338255" y="367535"/>
                    <a:pt x="304678" y="352946"/>
                    <a:pt x="258744" y="352946"/>
                  </a:cubicBezTo>
                  <a:cubicBezTo>
                    <a:pt x="239157" y="352946"/>
                    <a:pt x="221125" y="356128"/>
                    <a:pt x="204492" y="362491"/>
                  </a:cubicBezTo>
                  <a:cubicBezTo>
                    <a:pt x="187937" y="368855"/>
                    <a:pt x="173713" y="379409"/>
                    <a:pt x="161977" y="394154"/>
                  </a:cubicBezTo>
                  <a:cubicBezTo>
                    <a:pt x="150163" y="408899"/>
                    <a:pt x="141303" y="426282"/>
                    <a:pt x="135318" y="446227"/>
                  </a:cubicBezTo>
                  <a:cubicBezTo>
                    <a:pt x="129333" y="466171"/>
                    <a:pt x="126379" y="489685"/>
                    <a:pt x="126379" y="516847"/>
                  </a:cubicBezTo>
                  <a:lnTo>
                    <a:pt x="126379" y="893074"/>
                  </a:lnTo>
                  <a:lnTo>
                    <a:pt x="0" y="893074"/>
                  </a:lnTo>
                  <a:lnTo>
                    <a:pt x="0" y="66430"/>
                  </a:lnTo>
                  <a:lnTo>
                    <a:pt x="126379" y="0"/>
                  </a:lnTo>
                  <a:lnTo>
                    <a:pt x="126379" y="311039"/>
                  </a:lnTo>
                  <a:cubicBezTo>
                    <a:pt x="134385" y="299476"/>
                    <a:pt x="144178" y="289000"/>
                    <a:pt x="155759" y="279687"/>
                  </a:cubicBezTo>
                  <a:cubicBezTo>
                    <a:pt x="167340" y="270297"/>
                    <a:pt x="180087" y="262459"/>
                    <a:pt x="194155" y="256095"/>
                  </a:cubicBezTo>
                  <a:cubicBezTo>
                    <a:pt x="208067" y="249732"/>
                    <a:pt x="223068" y="244843"/>
                    <a:pt x="239079" y="241428"/>
                  </a:cubicBezTo>
                  <a:cubicBezTo>
                    <a:pt x="255012" y="238013"/>
                    <a:pt x="271413" y="236306"/>
                    <a:pt x="288201" y="236306"/>
                  </a:cubicBezTo>
                  <a:cubicBezTo>
                    <a:pt x="326907" y="236306"/>
                    <a:pt x="360484" y="242514"/>
                    <a:pt x="388853" y="254854"/>
                  </a:cubicBezTo>
                  <a:cubicBezTo>
                    <a:pt x="417223" y="267193"/>
                    <a:pt x="441084" y="285430"/>
                    <a:pt x="460437" y="309565"/>
                  </a:cubicBezTo>
                  <a:cubicBezTo>
                    <a:pt x="479791" y="333700"/>
                    <a:pt x="494169" y="364431"/>
                    <a:pt x="503574" y="401682"/>
                  </a:cubicBezTo>
                  <a:cubicBezTo>
                    <a:pt x="512978" y="439009"/>
                    <a:pt x="517642" y="479985"/>
                    <a:pt x="517642" y="524607"/>
                  </a:cubicBezTo>
                  <a:lnTo>
                    <a:pt x="517642" y="893074"/>
                  </a:lnTo>
                  <a:lnTo>
                    <a:pt x="391263" y="893074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0DE83FE-F40B-C080-D5CF-49FCAD269806}"/>
                </a:ext>
              </a:extLst>
            </p:cNvPr>
            <p:cNvSpPr/>
            <p:nvPr/>
          </p:nvSpPr>
          <p:spPr bwMode="invGray">
            <a:xfrm>
              <a:off x="6650598" y="3191674"/>
              <a:ext cx="553550" cy="670581"/>
            </a:xfrm>
            <a:custGeom>
              <a:avLst/>
              <a:gdLst>
                <a:gd name="connsiteX0" fmla="*/ 425850 w 553550"/>
                <a:gd name="connsiteY0" fmla="*/ 275729 h 670581"/>
                <a:gd name="connsiteX1" fmla="*/ 414192 w 553550"/>
                <a:gd name="connsiteY1" fmla="*/ 213568 h 670581"/>
                <a:gd name="connsiteX2" fmla="*/ 386600 w 553550"/>
                <a:gd name="connsiteY2" fmla="*/ 162116 h 670581"/>
                <a:gd name="connsiteX3" fmla="*/ 340509 w 553550"/>
                <a:gd name="connsiteY3" fmla="*/ 127116 h 670581"/>
                <a:gd name="connsiteX4" fmla="*/ 273666 w 553550"/>
                <a:gd name="connsiteY4" fmla="*/ 114234 h 670581"/>
                <a:gd name="connsiteX5" fmla="*/ 214907 w 553550"/>
                <a:gd name="connsiteY5" fmla="*/ 125331 h 670581"/>
                <a:gd name="connsiteX6" fmla="*/ 171770 w 553550"/>
                <a:gd name="connsiteY6" fmla="*/ 156761 h 670581"/>
                <a:gd name="connsiteX7" fmla="*/ 142080 w 553550"/>
                <a:gd name="connsiteY7" fmla="*/ 206739 h 670581"/>
                <a:gd name="connsiteX8" fmla="*/ 126224 w 553550"/>
                <a:gd name="connsiteY8" fmla="*/ 275807 h 670581"/>
                <a:gd name="connsiteX9" fmla="*/ 425772 w 553550"/>
                <a:gd name="connsiteY9" fmla="*/ 275807 h 670581"/>
                <a:gd name="connsiteX10" fmla="*/ 553473 w 553550"/>
                <a:gd name="connsiteY10" fmla="*/ 322447 h 670581"/>
                <a:gd name="connsiteX11" fmla="*/ 552229 w 553550"/>
                <a:gd name="connsiteY11" fmla="*/ 354731 h 670581"/>
                <a:gd name="connsiteX12" fmla="*/ 549820 w 553550"/>
                <a:gd name="connsiteY12" fmla="*/ 379797 h 670581"/>
                <a:gd name="connsiteX13" fmla="*/ 123892 w 553550"/>
                <a:gd name="connsiteY13" fmla="*/ 379797 h 670581"/>
                <a:gd name="connsiteX14" fmla="*/ 144256 w 553550"/>
                <a:gd name="connsiteY14" fmla="*/ 459652 h 670581"/>
                <a:gd name="connsiteX15" fmla="*/ 180786 w 553550"/>
                <a:gd name="connsiteY15" fmla="*/ 514363 h 670581"/>
                <a:gd name="connsiteX16" fmla="*/ 229675 w 553550"/>
                <a:gd name="connsiteY16" fmla="*/ 546104 h 670581"/>
                <a:gd name="connsiteX17" fmla="*/ 286258 w 553550"/>
                <a:gd name="connsiteY17" fmla="*/ 556270 h 670581"/>
                <a:gd name="connsiteX18" fmla="*/ 325819 w 553550"/>
                <a:gd name="connsiteY18" fmla="*/ 552700 h 670581"/>
                <a:gd name="connsiteX19" fmla="*/ 361494 w 553550"/>
                <a:gd name="connsiteY19" fmla="*/ 541913 h 670581"/>
                <a:gd name="connsiteX20" fmla="*/ 391807 w 553550"/>
                <a:gd name="connsiteY20" fmla="*/ 527246 h 670581"/>
                <a:gd name="connsiteX21" fmla="*/ 425928 w 553550"/>
                <a:gd name="connsiteY21" fmla="*/ 504818 h 670581"/>
                <a:gd name="connsiteX22" fmla="*/ 500853 w 553550"/>
                <a:gd name="connsiteY22" fmla="*/ 585604 h 670581"/>
                <a:gd name="connsiteX23" fmla="*/ 454997 w 553550"/>
                <a:gd name="connsiteY23" fmla="*/ 622389 h 670581"/>
                <a:gd name="connsiteX24" fmla="*/ 407662 w 553550"/>
                <a:gd name="connsiteY24" fmla="*/ 647533 h 670581"/>
                <a:gd name="connsiteX25" fmla="*/ 349836 w 553550"/>
                <a:gd name="connsiteY25" fmla="*/ 664606 h 670581"/>
                <a:gd name="connsiteX26" fmla="*/ 278563 w 553550"/>
                <a:gd name="connsiteY26" fmla="*/ 670581 h 670581"/>
                <a:gd name="connsiteX27" fmla="*/ 200062 w 553550"/>
                <a:gd name="connsiteY27" fmla="*/ 658941 h 670581"/>
                <a:gd name="connsiteX28" fmla="*/ 135396 w 553550"/>
                <a:gd name="connsiteY28" fmla="*/ 628442 h 670581"/>
                <a:gd name="connsiteX29" fmla="*/ 84797 w 553550"/>
                <a:gd name="connsiteY29" fmla="*/ 585372 h 670581"/>
                <a:gd name="connsiteX30" fmla="*/ 41971 w 553550"/>
                <a:gd name="connsiteY30" fmla="*/ 523133 h 670581"/>
                <a:gd name="connsiteX31" fmla="*/ 10804 w 553550"/>
                <a:gd name="connsiteY31" fmla="*/ 438233 h 670581"/>
                <a:gd name="connsiteX32" fmla="*/ 0 w 553550"/>
                <a:gd name="connsiteY32" fmla="*/ 335640 h 670581"/>
                <a:gd name="connsiteX33" fmla="*/ 20675 w 553550"/>
                <a:gd name="connsiteY33" fmla="*/ 191450 h 670581"/>
                <a:gd name="connsiteX34" fmla="*/ 78502 w 553550"/>
                <a:gd name="connsiteY34" fmla="*/ 86141 h 670581"/>
                <a:gd name="connsiteX35" fmla="*/ 167729 w 553550"/>
                <a:gd name="connsiteY35" fmla="*/ 21884 h 670581"/>
                <a:gd name="connsiteX36" fmla="*/ 282139 w 553550"/>
                <a:gd name="connsiteY36" fmla="*/ 0 h 670581"/>
                <a:gd name="connsiteX37" fmla="*/ 401989 w 553550"/>
                <a:gd name="connsiteY37" fmla="*/ 26075 h 670581"/>
                <a:gd name="connsiteX38" fmla="*/ 486475 w 553550"/>
                <a:gd name="connsiteY38" fmla="*/ 96074 h 670581"/>
                <a:gd name="connsiteX39" fmla="*/ 536762 w 553550"/>
                <a:gd name="connsiteY39" fmla="*/ 198668 h 670581"/>
                <a:gd name="connsiteX40" fmla="*/ 553551 w 553550"/>
                <a:gd name="connsiteY40" fmla="*/ 322447 h 67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53550" h="670581">
                  <a:moveTo>
                    <a:pt x="425850" y="275729"/>
                  </a:moveTo>
                  <a:cubicBezTo>
                    <a:pt x="424218" y="253767"/>
                    <a:pt x="420332" y="233047"/>
                    <a:pt x="414192" y="213568"/>
                  </a:cubicBezTo>
                  <a:cubicBezTo>
                    <a:pt x="407974" y="194012"/>
                    <a:pt x="398802" y="176861"/>
                    <a:pt x="386600" y="162116"/>
                  </a:cubicBezTo>
                  <a:cubicBezTo>
                    <a:pt x="374397" y="147371"/>
                    <a:pt x="359085" y="135730"/>
                    <a:pt x="340509" y="127116"/>
                  </a:cubicBezTo>
                  <a:cubicBezTo>
                    <a:pt x="321933" y="118580"/>
                    <a:pt x="299626" y="114234"/>
                    <a:pt x="273666" y="114234"/>
                  </a:cubicBezTo>
                  <a:cubicBezTo>
                    <a:pt x="251282" y="114234"/>
                    <a:pt x="231773" y="117959"/>
                    <a:pt x="214907" y="125331"/>
                  </a:cubicBezTo>
                  <a:cubicBezTo>
                    <a:pt x="198196" y="132704"/>
                    <a:pt x="183740" y="143180"/>
                    <a:pt x="171770" y="156761"/>
                  </a:cubicBezTo>
                  <a:cubicBezTo>
                    <a:pt x="159801" y="170342"/>
                    <a:pt x="149930" y="187027"/>
                    <a:pt x="142080" y="206739"/>
                  </a:cubicBezTo>
                  <a:cubicBezTo>
                    <a:pt x="134307" y="226528"/>
                    <a:pt x="129022" y="249499"/>
                    <a:pt x="126224" y="275807"/>
                  </a:cubicBezTo>
                  <a:lnTo>
                    <a:pt x="425772" y="275807"/>
                  </a:lnTo>
                  <a:close/>
                  <a:moveTo>
                    <a:pt x="553473" y="322447"/>
                  </a:moveTo>
                  <a:cubicBezTo>
                    <a:pt x="553473" y="334010"/>
                    <a:pt x="553084" y="344797"/>
                    <a:pt x="552229" y="354731"/>
                  </a:cubicBezTo>
                  <a:cubicBezTo>
                    <a:pt x="551452" y="364742"/>
                    <a:pt x="550597" y="373045"/>
                    <a:pt x="549820" y="379797"/>
                  </a:cubicBezTo>
                  <a:lnTo>
                    <a:pt x="123892" y="379797"/>
                  </a:lnTo>
                  <a:cubicBezTo>
                    <a:pt x="127468" y="410916"/>
                    <a:pt x="134307" y="437535"/>
                    <a:pt x="144256" y="459652"/>
                  </a:cubicBezTo>
                  <a:cubicBezTo>
                    <a:pt x="154205" y="481769"/>
                    <a:pt x="166407" y="500006"/>
                    <a:pt x="180786" y="514363"/>
                  </a:cubicBezTo>
                  <a:cubicBezTo>
                    <a:pt x="195165" y="528720"/>
                    <a:pt x="211487" y="539274"/>
                    <a:pt x="229675" y="546104"/>
                  </a:cubicBezTo>
                  <a:cubicBezTo>
                    <a:pt x="247862" y="552933"/>
                    <a:pt x="266671" y="556270"/>
                    <a:pt x="286258" y="556270"/>
                  </a:cubicBezTo>
                  <a:cubicBezTo>
                    <a:pt x="300248" y="556270"/>
                    <a:pt x="313383" y="555106"/>
                    <a:pt x="325819" y="552700"/>
                  </a:cubicBezTo>
                  <a:cubicBezTo>
                    <a:pt x="338177" y="550294"/>
                    <a:pt x="350069" y="546724"/>
                    <a:pt x="361494" y="541913"/>
                  </a:cubicBezTo>
                  <a:cubicBezTo>
                    <a:pt x="372920" y="537101"/>
                    <a:pt x="382946" y="532290"/>
                    <a:pt x="391807" y="527246"/>
                  </a:cubicBezTo>
                  <a:cubicBezTo>
                    <a:pt x="400590" y="522279"/>
                    <a:pt x="411937" y="514751"/>
                    <a:pt x="425928" y="504818"/>
                  </a:cubicBezTo>
                  <a:lnTo>
                    <a:pt x="500853" y="585604"/>
                  </a:lnTo>
                  <a:cubicBezTo>
                    <a:pt x="484842" y="600737"/>
                    <a:pt x="469609" y="612999"/>
                    <a:pt x="454997" y="622389"/>
                  </a:cubicBezTo>
                  <a:cubicBezTo>
                    <a:pt x="440384" y="631779"/>
                    <a:pt x="424684" y="640160"/>
                    <a:pt x="407662" y="647533"/>
                  </a:cubicBezTo>
                  <a:cubicBezTo>
                    <a:pt x="390719" y="654905"/>
                    <a:pt x="371443" y="660570"/>
                    <a:pt x="349836" y="664606"/>
                  </a:cubicBezTo>
                  <a:cubicBezTo>
                    <a:pt x="328307" y="668564"/>
                    <a:pt x="304445" y="670581"/>
                    <a:pt x="278563" y="670581"/>
                  </a:cubicBezTo>
                  <a:cubicBezTo>
                    <a:pt x="250583" y="670581"/>
                    <a:pt x="224467" y="666701"/>
                    <a:pt x="200062" y="658941"/>
                  </a:cubicBezTo>
                  <a:cubicBezTo>
                    <a:pt x="175734" y="651180"/>
                    <a:pt x="154127" y="641014"/>
                    <a:pt x="135396" y="628442"/>
                  </a:cubicBezTo>
                  <a:cubicBezTo>
                    <a:pt x="116586" y="615870"/>
                    <a:pt x="99720" y="601513"/>
                    <a:pt x="84797" y="585372"/>
                  </a:cubicBezTo>
                  <a:cubicBezTo>
                    <a:pt x="69796" y="569230"/>
                    <a:pt x="55573" y="548509"/>
                    <a:pt x="41971" y="523133"/>
                  </a:cubicBezTo>
                  <a:cubicBezTo>
                    <a:pt x="28369" y="497834"/>
                    <a:pt x="18032" y="469508"/>
                    <a:pt x="10804" y="438233"/>
                  </a:cubicBezTo>
                  <a:cubicBezTo>
                    <a:pt x="3575" y="406959"/>
                    <a:pt x="0" y="372735"/>
                    <a:pt x="0" y="335640"/>
                  </a:cubicBezTo>
                  <a:cubicBezTo>
                    <a:pt x="0" y="281394"/>
                    <a:pt x="6918" y="233357"/>
                    <a:pt x="20675" y="191450"/>
                  </a:cubicBezTo>
                  <a:cubicBezTo>
                    <a:pt x="34432" y="149622"/>
                    <a:pt x="53708" y="114467"/>
                    <a:pt x="78502" y="86141"/>
                  </a:cubicBezTo>
                  <a:cubicBezTo>
                    <a:pt x="103296" y="57815"/>
                    <a:pt x="132986" y="36396"/>
                    <a:pt x="167729" y="21884"/>
                  </a:cubicBezTo>
                  <a:cubicBezTo>
                    <a:pt x="202549" y="7295"/>
                    <a:pt x="240634" y="0"/>
                    <a:pt x="282139" y="0"/>
                  </a:cubicBezTo>
                  <a:cubicBezTo>
                    <a:pt x="328073" y="0"/>
                    <a:pt x="368023" y="8692"/>
                    <a:pt x="401989" y="26075"/>
                  </a:cubicBezTo>
                  <a:cubicBezTo>
                    <a:pt x="435954" y="43381"/>
                    <a:pt x="464090" y="66740"/>
                    <a:pt x="486475" y="96074"/>
                  </a:cubicBezTo>
                  <a:cubicBezTo>
                    <a:pt x="508859" y="125409"/>
                    <a:pt x="525570" y="159633"/>
                    <a:pt x="536762" y="198668"/>
                  </a:cubicBezTo>
                  <a:cubicBezTo>
                    <a:pt x="547954" y="237780"/>
                    <a:pt x="553551" y="278988"/>
                    <a:pt x="553551" y="322447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C86BF967-67A4-3DC8-5C10-BBE15506AE09}"/>
                </a:ext>
              </a:extLst>
            </p:cNvPr>
            <p:cNvSpPr/>
            <p:nvPr/>
          </p:nvSpPr>
          <p:spPr bwMode="invGray">
            <a:xfrm>
              <a:off x="7297884" y="3191752"/>
              <a:ext cx="517719" cy="656845"/>
            </a:xfrm>
            <a:custGeom>
              <a:avLst/>
              <a:gdLst>
                <a:gd name="connsiteX0" fmla="*/ 391262 w 517719"/>
                <a:gd name="connsiteY0" fmla="*/ 656690 h 656845"/>
                <a:gd name="connsiteX1" fmla="*/ 391262 w 517719"/>
                <a:gd name="connsiteY1" fmla="*/ 293035 h 656845"/>
                <a:gd name="connsiteX2" fmla="*/ 360095 w 517719"/>
                <a:gd name="connsiteY2" fmla="*/ 161107 h 656845"/>
                <a:gd name="connsiteX3" fmla="*/ 258821 w 517719"/>
                <a:gd name="connsiteY3" fmla="*/ 116562 h 656845"/>
                <a:gd name="connsiteX4" fmla="*/ 202471 w 517719"/>
                <a:gd name="connsiteY4" fmla="*/ 127349 h 656845"/>
                <a:gd name="connsiteX5" fmla="*/ 159334 w 517719"/>
                <a:gd name="connsiteY5" fmla="*/ 160874 h 656845"/>
                <a:gd name="connsiteX6" fmla="*/ 134152 w 517719"/>
                <a:gd name="connsiteY6" fmla="*/ 214421 h 656845"/>
                <a:gd name="connsiteX7" fmla="*/ 126379 w 517719"/>
                <a:gd name="connsiteY7" fmla="*/ 280541 h 656845"/>
                <a:gd name="connsiteX8" fmla="*/ 126379 w 517719"/>
                <a:gd name="connsiteY8" fmla="*/ 656768 h 656845"/>
                <a:gd name="connsiteX9" fmla="*/ 0 w 517719"/>
                <a:gd name="connsiteY9" fmla="*/ 656768 h 656845"/>
                <a:gd name="connsiteX10" fmla="*/ 0 w 517719"/>
                <a:gd name="connsiteY10" fmla="*/ 13736 h 656845"/>
                <a:gd name="connsiteX11" fmla="*/ 126379 w 517719"/>
                <a:gd name="connsiteY11" fmla="*/ 13736 h 656845"/>
                <a:gd name="connsiteX12" fmla="*/ 126379 w 517719"/>
                <a:gd name="connsiteY12" fmla="*/ 74733 h 656845"/>
                <a:gd name="connsiteX13" fmla="*/ 155759 w 517719"/>
                <a:gd name="connsiteY13" fmla="*/ 43381 h 656845"/>
                <a:gd name="connsiteX14" fmla="*/ 194154 w 517719"/>
                <a:gd name="connsiteY14" fmla="*/ 19789 h 656845"/>
                <a:gd name="connsiteX15" fmla="*/ 239079 w 517719"/>
                <a:gd name="connsiteY15" fmla="*/ 5122 h 656845"/>
                <a:gd name="connsiteX16" fmla="*/ 288201 w 517719"/>
                <a:gd name="connsiteY16" fmla="*/ 0 h 656845"/>
                <a:gd name="connsiteX17" fmla="*/ 389164 w 517719"/>
                <a:gd name="connsiteY17" fmla="*/ 18858 h 656845"/>
                <a:gd name="connsiteX18" fmla="*/ 460515 w 517719"/>
                <a:gd name="connsiteY18" fmla="*/ 73026 h 656845"/>
                <a:gd name="connsiteX19" fmla="*/ 503341 w 517719"/>
                <a:gd name="connsiteY19" fmla="*/ 162194 h 656845"/>
                <a:gd name="connsiteX20" fmla="*/ 517719 w 517719"/>
                <a:gd name="connsiteY20" fmla="*/ 288379 h 656845"/>
                <a:gd name="connsiteX21" fmla="*/ 517719 w 517719"/>
                <a:gd name="connsiteY21" fmla="*/ 656845 h 656845"/>
                <a:gd name="connsiteX22" fmla="*/ 391262 w 517719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719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471" y="127349"/>
                  </a:cubicBezTo>
                  <a:cubicBezTo>
                    <a:pt x="185294" y="134566"/>
                    <a:pt x="170915" y="145664"/>
                    <a:pt x="159334" y="160874"/>
                  </a:cubicBezTo>
                  <a:cubicBezTo>
                    <a:pt x="147753" y="176007"/>
                    <a:pt x="139359" y="193856"/>
                    <a:pt x="134152" y="214421"/>
                  </a:cubicBezTo>
                  <a:cubicBezTo>
                    <a:pt x="128944" y="234987"/>
                    <a:pt x="126379" y="257027"/>
                    <a:pt x="126379" y="280541"/>
                  </a:cubicBezTo>
                  <a:lnTo>
                    <a:pt x="126379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379" y="13736"/>
                  </a:lnTo>
                  <a:lnTo>
                    <a:pt x="126379" y="74733"/>
                  </a:lnTo>
                  <a:cubicBezTo>
                    <a:pt x="134385" y="63170"/>
                    <a:pt x="144178" y="52693"/>
                    <a:pt x="155759" y="43381"/>
                  </a:cubicBezTo>
                  <a:cubicBezTo>
                    <a:pt x="167340" y="33991"/>
                    <a:pt x="180086" y="26153"/>
                    <a:pt x="194154" y="19789"/>
                  </a:cubicBezTo>
                  <a:cubicBezTo>
                    <a:pt x="208067" y="13426"/>
                    <a:pt x="223068" y="8537"/>
                    <a:pt x="239079" y="5122"/>
                  </a:cubicBezTo>
                  <a:cubicBezTo>
                    <a:pt x="255090" y="1707"/>
                    <a:pt x="271412" y="0"/>
                    <a:pt x="288201" y="0"/>
                  </a:cubicBezTo>
                  <a:cubicBezTo>
                    <a:pt x="326907" y="0"/>
                    <a:pt x="360562" y="6286"/>
                    <a:pt x="389164" y="18858"/>
                  </a:cubicBezTo>
                  <a:cubicBezTo>
                    <a:pt x="417767" y="31430"/>
                    <a:pt x="441472" y="49434"/>
                    <a:pt x="460515" y="73026"/>
                  </a:cubicBezTo>
                  <a:cubicBezTo>
                    <a:pt x="479479" y="96540"/>
                    <a:pt x="493703" y="126263"/>
                    <a:pt x="503341" y="162194"/>
                  </a:cubicBezTo>
                  <a:cubicBezTo>
                    <a:pt x="512901" y="198125"/>
                    <a:pt x="517719" y="240186"/>
                    <a:pt x="517719" y="288379"/>
                  </a:cubicBezTo>
                  <a:lnTo>
                    <a:pt x="517719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9000187-782D-911B-42D1-4DB871BC3C7D}"/>
                </a:ext>
              </a:extLst>
            </p:cNvPr>
            <p:cNvSpPr/>
            <p:nvPr/>
          </p:nvSpPr>
          <p:spPr bwMode="invGray">
            <a:xfrm>
              <a:off x="7909572" y="3191752"/>
              <a:ext cx="574457" cy="670503"/>
            </a:xfrm>
            <a:custGeom>
              <a:avLst/>
              <a:gdLst>
                <a:gd name="connsiteX0" fmla="*/ 446913 w 574457"/>
                <a:gd name="connsiteY0" fmla="*/ 335485 h 670503"/>
                <a:gd name="connsiteX1" fmla="*/ 435487 w 574457"/>
                <a:gd name="connsiteY1" fmla="*/ 246628 h 670503"/>
                <a:gd name="connsiteX2" fmla="*/ 402843 w 574457"/>
                <a:gd name="connsiteY2" fmla="*/ 178724 h 670503"/>
                <a:gd name="connsiteX3" fmla="*/ 351001 w 574457"/>
                <a:gd name="connsiteY3" fmla="*/ 135342 h 670503"/>
                <a:gd name="connsiteX4" fmla="*/ 282138 w 574457"/>
                <a:gd name="connsiteY4" fmla="*/ 120132 h 670503"/>
                <a:gd name="connsiteX5" fmla="*/ 217705 w 574457"/>
                <a:gd name="connsiteY5" fmla="*/ 135342 h 670503"/>
                <a:gd name="connsiteX6" fmla="*/ 169205 w 574457"/>
                <a:gd name="connsiteY6" fmla="*/ 178413 h 670503"/>
                <a:gd name="connsiteX7" fmla="*/ 138349 w 574457"/>
                <a:gd name="connsiteY7" fmla="*/ 245153 h 670503"/>
                <a:gd name="connsiteX8" fmla="*/ 127623 w 574457"/>
                <a:gd name="connsiteY8" fmla="*/ 331837 h 670503"/>
                <a:gd name="connsiteX9" fmla="*/ 139281 w 574457"/>
                <a:gd name="connsiteY9" fmla="*/ 425739 h 670503"/>
                <a:gd name="connsiteX10" fmla="*/ 172236 w 574457"/>
                <a:gd name="connsiteY10" fmla="*/ 493953 h 670503"/>
                <a:gd name="connsiteX11" fmla="*/ 223145 w 574457"/>
                <a:gd name="connsiteY11" fmla="*/ 535782 h 670503"/>
                <a:gd name="connsiteX12" fmla="*/ 288744 w 574457"/>
                <a:gd name="connsiteY12" fmla="*/ 550139 h 670503"/>
                <a:gd name="connsiteX13" fmla="*/ 353722 w 574457"/>
                <a:gd name="connsiteY13" fmla="*/ 533066 h 670503"/>
                <a:gd name="connsiteX14" fmla="*/ 403465 w 574457"/>
                <a:gd name="connsiteY14" fmla="*/ 486969 h 670503"/>
                <a:gd name="connsiteX15" fmla="*/ 435487 w 574457"/>
                <a:gd name="connsiteY15" fmla="*/ 418755 h 670503"/>
                <a:gd name="connsiteX16" fmla="*/ 446913 w 574457"/>
                <a:gd name="connsiteY16" fmla="*/ 335330 h 670503"/>
                <a:gd name="connsiteX17" fmla="*/ 574458 w 574457"/>
                <a:gd name="connsiteY17" fmla="*/ 331915 h 670503"/>
                <a:gd name="connsiteX18" fmla="*/ 552307 w 574457"/>
                <a:gd name="connsiteY18" fmla="*/ 474863 h 670503"/>
                <a:gd name="connsiteX19" fmla="*/ 491216 w 574457"/>
                <a:gd name="connsiteY19" fmla="*/ 581336 h 670503"/>
                <a:gd name="connsiteX20" fmla="*/ 398957 w 574457"/>
                <a:gd name="connsiteY20" fmla="*/ 647766 h 670503"/>
                <a:gd name="connsiteX21" fmla="*/ 283926 w 574457"/>
                <a:gd name="connsiteY21" fmla="*/ 670504 h 670503"/>
                <a:gd name="connsiteX22" fmla="*/ 170993 w 574457"/>
                <a:gd name="connsiteY22" fmla="*/ 646602 h 670503"/>
                <a:gd name="connsiteX23" fmla="*/ 81144 w 574457"/>
                <a:gd name="connsiteY23" fmla="*/ 578698 h 670503"/>
                <a:gd name="connsiteX24" fmla="*/ 21529 w 574457"/>
                <a:gd name="connsiteY24" fmla="*/ 472845 h 670503"/>
                <a:gd name="connsiteX25" fmla="*/ 0 w 574457"/>
                <a:gd name="connsiteY25" fmla="*/ 335562 h 670503"/>
                <a:gd name="connsiteX26" fmla="*/ 22151 w 574457"/>
                <a:gd name="connsiteY26" fmla="*/ 194400 h 670503"/>
                <a:gd name="connsiteX27" fmla="*/ 82931 w 574457"/>
                <a:gd name="connsiteY27" fmla="*/ 88857 h 670503"/>
                <a:gd name="connsiteX28" fmla="*/ 174024 w 574457"/>
                <a:gd name="connsiteY28" fmla="*/ 22738 h 670503"/>
                <a:gd name="connsiteX29" fmla="*/ 287579 w 574457"/>
                <a:gd name="connsiteY29" fmla="*/ 0 h 670503"/>
                <a:gd name="connsiteX30" fmla="*/ 401678 w 574457"/>
                <a:gd name="connsiteY30" fmla="*/ 23669 h 670503"/>
                <a:gd name="connsiteX31" fmla="*/ 492459 w 574457"/>
                <a:gd name="connsiteY31" fmla="*/ 90642 h 670503"/>
                <a:gd name="connsiteX32" fmla="*/ 552617 w 574457"/>
                <a:gd name="connsiteY32" fmla="*/ 195331 h 670503"/>
                <a:gd name="connsiteX33" fmla="*/ 574458 w 574457"/>
                <a:gd name="connsiteY33" fmla="*/ 33199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74457" h="670503">
                  <a:moveTo>
                    <a:pt x="446913" y="335485"/>
                  </a:moveTo>
                  <a:cubicBezTo>
                    <a:pt x="446913" y="302813"/>
                    <a:pt x="443105" y="273168"/>
                    <a:pt x="435487" y="246628"/>
                  </a:cubicBezTo>
                  <a:cubicBezTo>
                    <a:pt x="427871" y="220164"/>
                    <a:pt x="416989" y="197504"/>
                    <a:pt x="402843" y="178724"/>
                  </a:cubicBezTo>
                  <a:cubicBezTo>
                    <a:pt x="388698" y="160021"/>
                    <a:pt x="371365" y="145509"/>
                    <a:pt x="351001" y="135342"/>
                  </a:cubicBezTo>
                  <a:cubicBezTo>
                    <a:pt x="330638" y="125176"/>
                    <a:pt x="307631" y="120132"/>
                    <a:pt x="282138" y="120132"/>
                  </a:cubicBezTo>
                  <a:cubicBezTo>
                    <a:pt x="258199" y="120132"/>
                    <a:pt x="236670" y="125176"/>
                    <a:pt x="217705" y="135342"/>
                  </a:cubicBezTo>
                  <a:cubicBezTo>
                    <a:pt x="198740" y="145509"/>
                    <a:pt x="182574" y="159866"/>
                    <a:pt x="169205" y="178413"/>
                  </a:cubicBezTo>
                  <a:cubicBezTo>
                    <a:pt x="155837" y="196960"/>
                    <a:pt x="145577" y="219233"/>
                    <a:pt x="138349" y="245153"/>
                  </a:cubicBezTo>
                  <a:cubicBezTo>
                    <a:pt x="131120" y="271073"/>
                    <a:pt x="127623" y="300019"/>
                    <a:pt x="127623" y="331837"/>
                  </a:cubicBezTo>
                  <a:cubicBezTo>
                    <a:pt x="127623" y="367303"/>
                    <a:pt x="131509" y="398655"/>
                    <a:pt x="139281" y="425739"/>
                  </a:cubicBezTo>
                  <a:cubicBezTo>
                    <a:pt x="147054" y="452901"/>
                    <a:pt x="158013" y="475561"/>
                    <a:pt x="172236" y="493953"/>
                  </a:cubicBezTo>
                  <a:cubicBezTo>
                    <a:pt x="186382" y="512268"/>
                    <a:pt x="203404" y="526237"/>
                    <a:pt x="223145" y="535782"/>
                  </a:cubicBezTo>
                  <a:cubicBezTo>
                    <a:pt x="242888" y="545328"/>
                    <a:pt x="264728" y="550139"/>
                    <a:pt x="288744" y="550139"/>
                  </a:cubicBezTo>
                  <a:cubicBezTo>
                    <a:pt x="312761" y="550139"/>
                    <a:pt x="334368" y="544474"/>
                    <a:pt x="353722" y="533066"/>
                  </a:cubicBezTo>
                  <a:cubicBezTo>
                    <a:pt x="373075" y="521658"/>
                    <a:pt x="389708" y="506293"/>
                    <a:pt x="403465" y="486969"/>
                  </a:cubicBezTo>
                  <a:cubicBezTo>
                    <a:pt x="417222" y="467645"/>
                    <a:pt x="427948" y="444907"/>
                    <a:pt x="435487" y="418755"/>
                  </a:cubicBezTo>
                  <a:cubicBezTo>
                    <a:pt x="443027" y="392602"/>
                    <a:pt x="446913" y="364819"/>
                    <a:pt x="446913" y="335330"/>
                  </a:cubicBezTo>
                  <a:moveTo>
                    <a:pt x="574458" y="331915"/>
                  </a:moveTo>
                  <a:cubicBezTo>
                    <a:pt x="574458" y="385384"/>
                    <a:pt x="567074" y="433034"/>
                    <a:pt x="552307" y="474863"/>
                  </a:cubicBezTo>
                  <a:cubicBezTo>
                    <a:pt x="537539" y="516769"/>
                    <a:pt x="517175" y="552234"/>
                    <a:pt x="491216" y="581336"/>
                  </a:cubicBezTo>
                  <a:cubicBezTo>
                    <a:pt x="465256" y="610438"/>
                    <a:pt x="434477" y="632555"/>
                    <a:pt x="398957" y="647766"/>
                  </a:cubicBezTo>
                  <a:cubicBezTo>
                    <a:pt x="363438" y="662899"/>
                    <a:pt x="325042" y="670504"/>
                    <a:pt x="283926" y="670504"/>
                  </a:cubicBezTo>
                  <a:cubicBezTo>
                    <a:pt x="242810" y="670504"/>
                    <a:pt x="205502" y="662511"/>
                    <a:pt x="170993" y="646602"/>
                  </a:cubicBezTo>
                  <a:cubicBezTo>
                    <a:pt x="136483" y="630693"/>
                    <a:pt x="106482" y="608032"/>
                    <a:pt x="81144" y="578698"/>
                  </a:cubicBezTo>
                  <a:cubicBezTo>
                    <a:pt x="55728" y="549363"/>
                    <a:pt x="35908" y="514130"/>
                    <a:pt x="21529" y="472845"/>
                  </a:cubicBezTo>
                  <a:cubicBezTo>
                    <a:pt x="7150" y="431559"/>
                    <a:pt x="0" y="385850"/>
                    <a:pt x="0" y="335562"/>
                  </a:cubicBezTo>
                  <a:cubicBezTo>
                    <a:pt x="0" y="285275"/>
                    <a:pt x="7384" y="235840"/>
                    <a:pt x="22151" y="194400"/>
                  </a:cubicBezTo>
                  <a:cubicBezTo>
                    <a:pt x="36919" y="152959"/>
                    <a:pt x="57205" y="117726"/>
                    <a:pt x="82931" y="88857"/>
                  </a:cubicBezTo>
                  <a:cubicBezTo>
                    <a:pt x="108658" y="59988"/>
                    <a:pt x="139048" y="37949"/>
                    <a:pt x="174024" y="22738"/>
                  </a:cubicBezTo>
                  <a:cubicBezTo>
                    <a:pt x="208999" y="7605"/>
                    <a:pt x="246774" y="0"/>
                    <a:pt x="287579" y="0"/>
                  </a:cubicBezTo>
                  <a:cubicBezTo>
                    <a:pt x="328384" y="0"/>
                    <a:pt x="366702" y="7916"/>
                    <a:pt x="401678" y="23669"/>
                  </a:cubicBezTo>
                  <a:cubicBezTo>
                    <a:pt x="436653" y="39423"/>
                    <a:pt x="466888" y="61773"/>
                    <a:pt x="492459" y="90642"/>
                  </a:cubicBezTo>
                  <a:cubicBezTo>
                    <a:pt x="518030" y="119589"/>
                    <a:pt x="538083" y="154433"/>
                    <a:pt x="552617" y="195331"/>
                  </a:cubicBezTo>
                  <a:cubicBezTo>
                    <a:pt x="567152" y="236151"/>
                    <a:pt x="574458" y="281782"/>
                    <a:pt x="574458" y="331993"/>
                  </a:cubicBezTo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51839D3-F1F8-1057-F819-65C92C64E29E}"/>
                </a:ext>
              </a:extLst>
            </p:cNvPr>
            <p:cNvSpPr/>
            <p:nvPr/>
          </p:nvSpPr>
          <p:spPr bwMode="invGray">
            <a:xfrm>
              <a:off x="8577920" y="3191752"/>
              <a:ext cx="517641" cy="656845"/>
            </a:xfrm>
            <a:custGeom>
              <a:avLst/>
              <a:gdLst>
                <a:gd name="connsiteX0" fmla="*/ 391262 w 517641"/>
                <a:gd name="connsiteY0" fmla="*/ 656690 h 656845"/>
                <a:gd name="connsiteX1" fmla="*/ 391262 w 517641"/>
                <a:gd name="connsiteY1" fmla="*/ 293035 h 656845"/>
                <a:gd name="connsiteX2" fmla="*/ 360095 w 517641"/>
                <a:gd name="connsiteY2" fmla="*/ 161107 h 656845"/>
                <a:gd name="connsiteX3" fmla="*/ 258821 w 517641"/>
                <a:gd name="connsiteY3" fmla="*/ 116562 h 656845"/>
                <a:gd name="connsiteX4" fmla="*/ 202549 w 517641"/>
                <a:gd name="connsiteY4" fmla="*/ 127349 h 656845"/>
                <a:gd name="connsiteX5" fmla="*/ 159412 w 517641"/>
                <a:gd name="connsiteY5" fmla="*/ 160874 h 656845"/>
                <a:gd name="connsiteX6" fmla="*/ 134230 w 517641"/>
                <a:gd name="connsiteY6" fmla="*/ 214421 h 656845"/>
                <a:gd name="connsiteX7" fmla="*/ 126457 w 517641"/>
                <a:gd name="connsiteY7" fmla="*/ 280541 h 656845"/>
                <a:gd name="connsiteX8" fmla="*/ 126457 w 517641"/>
                <a:gd name="connsiteY8" fmla="*/ 656768 h 656845"/>
                <a:gd name="connsiteX9" fmla="*/ 0 w 517641"/>
                <a:gd name="connsiteY9" fmla="*/ 656768 h 656845"/>
                <a:gd name="connsiteX10" fmla="*/ 0 w 517641"/>
                <a:gd name="connsiteY10" fmla="*/ 13736 h 656845"/>
                <a:gd name="connsiteX11" fmla="*/ 126457 w 517641"/>
                <a:gd name="connsiteY11" fmla="*/ 13736 h 656845"/>
                <a:gd name="connsiteX12" fmla="*/ 126457 w 517641"/>
                <a:gd name="connsiteY12" fmla="*/ 74733 h 656845"/>
                <a:gd name="connsiteX13" fmla="*/ 155837 w 517641"/>
                <a:gd name="connsiteY13" fmla="*/ 43381 h 656845"/>
                <a:gd name="connsiteX14" fmla="*/ 194154 w 517641"/>
                <a:gd name="connsiteY14" fmla="*/ 19789 h 656845"/>
                <a:gd name="connsiteX15" fmla="*/ 239079 w 517641"/>
                <a:gd name="connsiteY15" fmla="*/ 5122 h 656845"/>
                <a:gd name="connsiteX16" fmla="*/ 288201 w 517641"/>
                <a:gd name="connsiteY16" fmla="*/ 0 h 656845"/>
                <a:gd name="connsiteX17" fmla="*/ 389164 w 517641"/>
                <a:gd name="connsiteY17" fmla="*/ 18858 h 656845"/>
                <a:gd name="connsiteX18" fmla="*/ 460437 w 517641"/>
                <a:gd name="connsiteY18" fmla="*/ 73026 h 656845"/>
                <a:gd name="connsiteX19" fmla="*/ 503263 w 517641"/>
                <a:gd name="connsiteY19" fmla="*/ 162194 h 656845"/>
                <a:gd name="connsiteX20" fmla="*/ 517642 w 517641"/>
                <a:gd name="connsiteY20" fmla="*/ 288379 h 656845"/>
                <a:gd name="connsiteX21" fmla="*/ 517642 w 517641"/>
                <a:gd name="connsiteY21" fmla="*/ 656845 h 656845"/>
                <a:gd name="connsiteX22" fmla="*/ 391262 w 517641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1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549" y="127349"/>
                  </a:cubicBezTo>
                  <a:cubicBezTo>
                    <a:pt x="185372" y="134566"/>
                    <a:pt x="170993" y="145664"/>
                    <a:pt x="159412" y="160874"/>
                  </a:cubicBezTo>
                  <a:cubicBezTo>
                    <a:pt x="147831" y="176007"/>
                    <a:pt x="139437" y="193856"/>
                    <a:pt x="134230" y="214421"/>
                  </a:cubicBezTo>
                  <a:cubicBezTo>
                    <a:pt x="129022" y="234987"/>
                    <a:pt x="126457" y="257027"/>
                    <a:pt x="126457" y="280541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4462" y="63170"/>
                    <a:pt x="144178" y="52693"/>
                    <a:pt x="155837" y="43381"/>
                  </a:cubicBezTo>
                  <a:cubicBezTo>
                    <a:pt x="167417" y="33991"/>
                    <a:pt x="180164" y="26153"/>
                    <a:pt x="194154" y="19789"/>
                  </a:cubicBezTo>
                  <a:cubicBezTo>
                    <a:pt x="208145" y="13426"/>
                    <a:pt x="223146" y="8537"/>
                    <a:pt x="239079" y="5122"/>
                  </a:cubicBezTo>
                  <a:cubicBezTo>
                    <a:pt x="255012" y="1707"/>
                    <a:pt x="271412" y="0"/>
                    <a:pt x="288201" y="0"/>
                  </a:cubicBezTo>
                  <a:cubicBezTo>
                    <a:pt x="326985" y="0"/>
                    <a:pt x="360562" y="6286"/>
                    <a:pt x="389164" y="18858"/>
                  </a:cubicBezTo>
                  <a:cubicBezTo>
                    <a:pt x="417689" y="31430"/>
                    <a:pt x="441472" y="49434"/>
                    <a:pt x="460437" y="73026"/>
                  </a:cubicBezTo>
                  <a:cubicBezTo>
                    <a:pt x="479402" y="96540"/>
                    <a:pt x="493703" y="126263"/>
                    <a:pt x="503263" y="162194"/>
                  </a:cubicBezTo>
                  <a:cubicBezTo>
                    <a:pt x="512823" y="198125"/>
                    <a:pt x="517642" y="240186"/>
                    <a:pt x="517642" y="288379"/>
                  </a:cubicBezTo>
                  <a:lnTo>
                    <a:pt x="517642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rgbClr val="1A9AFA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B166C278-B0C2-C96A-B7F8-D256DC57F425}"/>
                </a:ext>
              </a:extLst>
            </p:cNvPr>
            <p:cNvSpPr/>
            <p:nvPr/>
          </p:nvSpPr>
          <p:spPr bwMode="invGray">
            <a:xfrm>
              <a:off x="1333500" y="1365250"/>
              <a:ext cx="2432217" cy="886244"/>
            </a:xfrm>
            <a:custGeom>
              <a:avLst/>
              <a:gdLst>
                <a:gd name="connsiteX0" fmla="*/ 2431984 w 2432217"/>
                <a:gd name="connsiteY0" fmla="*/ 0 h 886244"/>
                <a:gd name="connsiteX1" fmla="*/ 0 w 2432217"/>
                <a:gd name="connsiteY1" fmla="*/ 886245 h 886244"/>
                <a:gd name="connsiteX2" fmla="*/ 2432217 w 2432217"/>
                <a:gd name="connsiteY2" fmla="*/ 457246 h 886244"/>
                <a:gd name="connsiteX3" fmla="*/ 2432217 w 2432217"/>
                <a:gd name="connsiteY3" fmla="*/ 0 h 886244"/>
                <a:gd name="connsiteX4" fmla="*/ 2431984 w 2432217"/>
                <a:gd name="connsiteY4" fmla="*/ 0 h 886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2217" h="886244">
                  <a:moveTo>
                    <a:pt x="2431984" y="0"/>
                  </a:moveTo>
                  <a:lnTo>
                    <a:pt x="0" y="886245"/>
                  </a:lnTo>
                  <a:lnTo>
                    <a:pt x="2432217" y="457246"/>
                  </a:lnTo>
                  <a:lnTo>
                    <a:pt x="2432217" y="0"/>
                  </a:lnTo>
                  <a:lnTo>
                    <a:pt x="2431984" y="0"/>
                  </a:lnTo>
                  <a:close/>
                </a:path>
              </a:pathLst>
            </a:custGeom>
            <a:solidFill>
              <a:srgbClr val="FFE600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AB98A38-55D2-F221-8661-10919A83F8F3}"/>
                </a:ext>
              </a:extLst>
            </p:cNvPr>
            <p:cNvSpPr/>
            <p:nvPr/>
          </p:nvSpPr>
          <p:spPr bwMode="invGray">
            <a:xfrm>
              <a:off x="1354718" y="2619961"/>
              <a:ext cx="2042042" cy="1228558"/>
            </a:xfrm>
            <a:custGeom>
              <a:avLst/>
              <a:gdLst>
                <a:gd name="connsiteX0" fmla="*/ 1639277 w 2042042"/>
                <a:gd name="connsiteY0" fmla="*/ 78 h 1228558"/>
                <a:gd name="connsiteX1" fmla="*/ 1430277 w 2042042"/>
                <a:gd name="connsiteY1" fmla="*/ 400983 h 1228558"/>
                <a:gd name="connsiteX2" fmla="*/ 1221821 w 2042042"/>
                <a:gd name="connsiteY2" fmla="*/ 78 h 1228558"/>
                <a:gd name="connsiteX3" fmla="*/ 813848 w 2042042"/>
                <a:gd name="connsiteY3" fmla="*/ 78 h 1228558"/>
                <a:gd name="connsiteX4" fmla="*/ 1243662 w 2042042"/>
                <a:gd name="connsiteY4" fmla="*/ 743297 h 1228558"/>
                <a:gd name="connsiteX5" fmla="*/ 1243662 w 2042042"/>
                <a:gd name="connsiteY5" fmla="*/ 1228559 h 1228558"/>
                <a:gd name="connsiteX6" fmla="*/ 1611607 w 2042042"/>
                <a:gd name="connsiteY6" fmla="*/ 1228559 h 1228558"/>
                <a:gd name="connsiteX7" fmla="*/ 1611607 w 2042042"/>
                <a:gd name="connsiteY7" fmla="*/ 743297 h 1228558"/>
                <a:gd name="connsiteX8" fmla="*/ 2042043 w 2042042"/>
                <a:gd name="connsiteY8" fmla="*/ 78 h 1228558"/>
                <a:gd name="connsiteX9" fmla="*/ 1639277 w 2042042"/>
                <a:gd name="connsiteY9" fmla="*/ 78 h 1228558"/>
                <a:gd name="connsiteX10" fmla="*/ 0 w 2042042"/>
                <a:gd name="connsiteY10" fmla="*/ 78 h 1228558"/>
                <a:gd name="connsiteX11" fmla="*/ 0 w 2042042"/>
                <a:gd name="connsiteY11" fmla="*/ 1228481 h 1228558"/>
                <a:gd name="connsiteX12" fmla="*/ 984219 w 2042042"/>
                <a:gd name="connsiteY12" fmla="*/ 1228481 h 1228558"/>
                <a:gd name="connsiteX13" fmla="*/ 984219 w 2042042"/>
                <a:gd name="connsiteY13" fmla="*/ 945923 h 1228558"/>
                <a:gd name="connsiteX14" fmla="*/ 369034 w 2042042"/>
                <a:gd name="connsiteY14" fmla="*/ 945923 h 1228558"/>
                <a:gd name="connsiteX15" fmla="*/ 369034 w 2042042"/>
                <a:gd name="connsiteY15" fmla="*/ 743220 h 1228558"/>
                <a:gd name="connsiteX16" fmla="*/ 813848 w 2042042"/>
                <a:gd name="connsiteY16" fmla="*/ 743220 h 1228558"/>
                <a:gd name="connsiteX17" fmla="*/ 813848 w 2042042"/>
                <a:gd name="connsiteY17" fmla="*/ 485339 h 1228558"/>
                <a:gd name="connsiteX18" fmla="*/ 369034 w 2042042"/>
                <a:gd name="connsiteY18" fmla="*/ 485339 h 1228558"/>
                <a:gd name="connsiteX19" fmla="*/ 369034 w 2042042"/>
                <a:gd name="connsiteY19" fmla="*/ 282558 h 1228558"/>
                <a:gd name="connsiteX20" fmla="*/ 861182 w 2042042"/>
                <a:gd name="connsiteY20" fmla="*/ 282558 h 1228558"/>
                <a:gd name="connsiteX21" fmla="*/ 697884 w 2042042"/>
                <a:gd name="connsiteY21" fmla="*/ 0 h 1228558"/>
                <a:gd name="connsiteX22" fmla="*/ 0 w 2042042"/>
                <a:gd name="connsiteY22" fmla="*/ 0 h 122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2042" h="1228558">
                  <a:moveTo>
                    <a:pt x="1639277" y="78"/>
                  </a:moveTo>
                  <a:lnTo>
                    <a:pt x="1430277" y="400983"/>
                  </a:lnTo>
                  <a:lnTo>
                    <a:pt x="1221821" y="78"/>
                  </a:lnTo>
                  <a:lnTo>
                    <a:pt x="813848" y="78"/>
                  </a:lnTo>
                  <a:lnTo>
                    <a:pt x="1243662" y="743297"/>
                  </a:lnTo>
                  <a:lnTo>
                    <a:pt x="1243662" y="1228559"/>
                  </a:lnTo>
                  <a:lnTo>
                    <a:pt x="1611607" y="1228559"/>
                  </a:lnTo>
                  <a:lnTo>
                    <a:pt x="1611607" y="743297"/>
                  </a:lnTo>
                  <a:lnTo>
                    <a:pt x="2042043" y="78"/>
                  </a:lnTo>
                  <a:lnTo>
                    <a:pt x="1639277" y="78"/>
                  </a:lnTo>
                  <a:close/>
                  <a:moveTo>
                    <a:pt x="0" y="78"/>
                  </a:moveTo>
                  <a:lnTo>
                    <a:pt x="0" y="1228481"/>
                  </a:lnTo>
                  <a:lnTo>
                    <a:pt x="984219" y="1228481"/>
                  </a:lnTo>
                  <a:lnTo>
                    <a:pt x="984219" y="945923"/>
                  </a:lnTo>
                  <a:lnTo>
                    <a:pt x="369034" y="945923"/>
                  </a:lnTo>
                  <a:lnTo>
                    <a:pt x="369034" y="743220"/>
                  </a:lnTo>
                  <a:lnTo>
                    <a:pt x="813848" y="743220"/>
                  </a:lnTo>
                  <a:lnTo>
                    <a:pt x="813848" y="485339"/>
                  </a:lnTo>
                  <a:lnTo>
                    <a:pt x="369034" y="485339"/>
                  </a:lnTo>
                  <a:lnTo>
                    <a:pt x="369034" y="282558"/>
                  </a:lnTo>
                  <a:lnTo>
                    <a:pt x="861182" y="282558"/>
                  </a:lnTo>
                  <a:lnTo>
                    <a:pt x="6978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624800E8-DAA7-5A8E-C1EC-C14160B1F109}"/>
                </a:ext>
              </a:extLst>
            </p:cNvPr>
            <p:cNvSpPr/>
            <p:nvPr/>
          </p:nvSpPr>
          <p:spPr bwMode="invGray">
            <a:xfrm>
              <a:off x="5925900" y="4251210"/>
              <a:ext cx="200839" cy="388178"/>
            </a:xfrm>
            <a:custGeom>
              <a:avLst/>
              <a:gdLst>
                <a:gd name="connsiteX0" fmla="*/ 119151 w 200839"/>
                <a:gd name="connsiteY0" fmla="*/ 286749 h 388178"/>
                <a:gd name="connsiteX1" fmla="*/ 119151 w 200839"/>
                <a:gd name="connsiteY1" fmla="*/ 173679 h 388178"/>
                <a:gd name="connsiteX2" fmla="*/ 199751 w 200839"/>
                <a:gd name="connsiteY2" fmla="*/ 173679 h 388178"/>
                <a:gd name="connsiteX3" fmla="*/ 199751 w 200839"/>
                <a:gd name="connsiteY3" fmla="*/ 107250 h 388178"/>
                <a:gd name="connsiteX4" fmla="*/ 119151 w 200839"/>
                <a:gd name="connsiteY4" fmla="*/ 107250 h 388178"/>
                <a:gd name="connsiteX5" fmla="*/ 119151 w 200839"/>
                <a:gd name="connsiteY5" fmla="*/ 0 h 388178"/>
                <a:gd name="connsiteX6" fmla="*/ 47878 w 200839"/>
                <a:gd name="connsiteY6" fmla="*/ 35543 h 388178"/>
                <a:gd name="connsiteX7" fmla="*/ 47878 w 200839"/>
                <a:gd name="connsiteY7" fmla="*/ 107250 h 388178"/>
                <a:gd name="connsiteX8" fmla="*/ 0 w 200839"/>
                <a:gd name="connsiteY8" fmla="*/ 107250 h 388178"/>
                <a:gd name="connsiteX9" fmla="*/ 0 w 200839"/>
                <a:gd name="connsiteY9" fmla="*/ 173679 h 388178"/>
                <a:gd name="connsiteX10" fmla="*/ 47878 w 200839"/>
                <a:gd name="connsiteY10" fmla="*/ 173679 h 388178"/>
                <a:gd name="connsiteX11" fmla="*/ 47878 w 200839"/>
                <a:gd name="connsiteY11" fmla="*/ 305995 h 388178"/>
                <a:gd name="connsiteX12" fmla="*/ 122027 w 200839"/>
                <a:gd name="connsiteY12" fmla="*/ 388178 h 388178"/>
                <a:gd name="connsiteX13" fmla="*/ 190346 w 200839"/>
                <a:gd name="connsiteY13" fmla="*/ 371260 h 388178"/>
                <a:gd name="connsiteX14" fmla="*/ 200839 w 200839"/>
                <a:gd name="connsiteY14" fmla="*/ 299554 h 388178"/>
                <a:gd name="connsiteX15" fmla="*/ 145344 w 200839"/>
                <a:gd name="connsiteY15" fmla="*/ 319964 h 388178"/>
                <a:gd name="connsiteX16" fmla="*/ 119073 w 200839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9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1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10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B5299136-83AD-E17A-33F9-78C8FC8E0A9D}"/>
                </a:ext>
              </a:extLst>
            </p:cNvPr>
            <p:cNvSpPr/>
            <p:nvPr/>
          </p:nvSpPr>
          <p:spPr bwMode="invGray">
            <a:xfrm>
              <a:off x="4293307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B69F6196-0943-B87F-902C-23EDAA93EEFC}"/>
                </a:ext>
              </a:extLst>
            </p:cNvPr>
            <p:cNvSpPr/>
            <p:nvPr/>
          </p:nvSpPr>
          <p:spPr bwMode="invGray">
            <a:xfrm>
              <a:off x="617057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2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79 w 238379"/>
                <a:gd name="connsiteY10" fmla="*/ 382436 h 382435"/>
                <a:gd name="connsiteX11" fmla="*/ 238379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2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79" y="382436"/>
                  </a:lnTo>
                  <a:lnTo>
                    <a:pt x="238379" y="226761"/>
                  </a:lnTo>
                  <a:cubicBezTo>
                    <a:pt x="238379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D4018A2E-1DBB-0753-0253-93B81A142161}"/>
                </a:ext>
              </a:extLst>
            </p:cNvPr>
            <p:cNvSpPr/>
            <p:nvPr/>
          </p:nvSpPr>
          <p:spPr bwMode="invGray">
            <a:xfrm>
              <a:off x="167820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C2397064-41E1-7832-0786-29C655415287}"/>
                </a:ext>
              </a:extLst>
            </p:cNvPr>
            <p:cNvSpPr/>
            <p:nvPr/>
          </p:nvSpPr>
          <p:spPr bwMode="invGray">
            <a:xfrm>
              <a:off x="2898939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8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CAF65560-DD5B-EC27-3F41-03F3D4EA4246}"/>
                </a:ext>
              </a:extLst>
            </p:cNvPr>
            <p:cNvSpPr/>
            <p:nvPr/>
          </p:nvSpPr>
          <p:spPr bwMode="invGray">
            <a:xfrm>
              <a:off x="3143614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0412C56F-E3E0-A897-99B7-89FD8435F9C0}"/>
                </a:ext>
              </a:extLst>
            </p:cNvPr>
            <p:cNvSpPr/>
            <p:nvPr/>
          </p:nvSpPr>
          <p:spPr bwMode="invGray">
            <a:xfrm>
              <a:off x="2242171" y="4352251"/>
              <a:ext cx="237602" cy="382513"/>
            </a:xfrm>
            <a:custGeom>
              <a:avLst/>
              <a:gdLst>
                <a:gd name="connsiteX0" fmla="*/ 131354 w 237602"/>
                <a:gd name="connsiteY0" fmla="*/ 0 h 382513"/>
                <a:gd name="connsiteX1" fmla="*/ 68863 w 237602"/>
                <a:gd name="connsiteY1" fmla="*/ 24523 h 382513"/>
                <a:gd name="connsiteX2" fmla="*/ 68863 w 237602"/>
                <a:gd name="connsiteY2" fmla="*/ 5898 h 382513"/>
                <a:gd name="connsiteX3" fmla="*/ 0 w 237602"/>
                <a:gd name="connsiteY3" fmla="*/ 5898 h 382513"/>
                <a:gd name="connsiteX4" fmla="*/ 0 w 237602"/>
                <a:gd name="connsiteY4" fmla="*/ 382513 h 382513"/>
                <a:gd name="connsiteX5" fmla="*/ 68863 w 237602"/>
                <a:gd name="connsiteY5" fmla="*/ 348134 h 382513"/>
                <a:gd name="connsiteX6" fmla="*/ 68863 w 237602"/>
                <a:gd name="connsiteY6" fmla="*/ 264166 h 382513"/>
                <a:gd name="connsiteX7" fmla="*/ 130188 w 237602"/>
                <a:gd name="connsiteY7" fmla="*/ 286904 h 382513"/>
                <a:gd name="connsiteX8" fmla="*/ 237602 w 237602"/>
                <a:gd name="connsiteY8" fmla="*/ 144034 h 382513"/>
                <a:gd name="connsiteX9" fmla="*/ 131354 w 237602"/>
                <a:gd name="connsiteY9" fmla="*/ 0 h 382513"/>
                <a:gd name="connsiteX10" fmla="*/ 118529 w 237602"/>
                <a:gd name="connsiteY10" fmla="*/ 220940 h 382513"/>
                <a:gd name="connsiteX11" fmla="*/ 68863 w 237602"/>
                <a:gd name="connsiteY11" fmla="*/ 195874 h 382513"/>
                <a:gd name="connsiteX12" fmla="*/ 68863 w 237602"/>
                <a:gd name="connsiteY12" fmla="*/ 90953 h 382513"/>
                <a:gd name="connsiteX13" fmla="*/ 114410 w 237602"/>
                <a:gd name="connsiteY13" fmla="*/ 66430 h 382513"/>
                <a:gd name="connsiteX14" fmla="*/ 166407 w 237602"/>
                <a:gd name="connsiteY14" fmla="*/ 147449 h 382513"/>
                <a:gd name="connsiteX15" fmla="*/ 118529 w 237602"/>
                <a:gd name="connsiteY15" fmla="*/ 220940 h 382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7602" h="382513">
                  <a:moveTo>
                    <a:pt x="131354" y="0"/>
                  </a:moveTo>
                  <a:cubicBezTo>
                    <a:pt x="105627" y="0"/>
                    <a:pt x="86973" y="8149"/>
                    <a:pt x="68863" y="24523"/>
                  </a:cubicBezTo>
                  <a:lnTo>
                    <a:pt x="68863" y="5898"/>
                  </a:lnTo>
                  <a:lnTo>
                    <a:pt x="0" y="5898"/>
                  </a:lnTo>
                  <a:lnTo>
                    <a:pt x="0" y="382513"/>
                  </a:lnTo>
                  <a:lnTo>
                    <a:pt x="68863" y="348134"/>
                  </a:lnTo>
                  <a:lnTo>
                    <a:pt x="68863" y="264166"/>
                  </a:lnTo>
                  <a:cubicBezTo>
                    <a:pt x="81144" y="275807"/>
                    <a:pt x="99798" y="286904"/>
                    <a:pt x="130188" y="286904"/>
                  </a:cubicBezTo>
                  <a:cubicBezTo>
                    <a:pt x="208456" y="286904"/>
                    <a:pt x="237602" y="214577"/>
                    <a:pt x="237602" y="144034"/>
                  </a:cubicBezTo>
                  <a:cubicBezTo>
                    <a:pt x="237602" y="70000"/>
                    <a:pt x="205502" y="0"/>
                    <a:pt x="131354" y="0"/>
                  </a:cubicBezTo>
                  <a:close/>
                  <a:moveTo>
                    <a:pt x="118529" y="220940"/>
                  </a:moveTo>
                  <a:cubicBezTo>
                    <a:pt x="98709" y="220940"/>
                    <a:pt x="79978" y="211628"/>
                    <a:pt x="68863" y="195874"/>
                  </a:cubicBezTo>
                  <a:lnTo>
                    <a:pt x="68863" y="90953"/>
                  </a:lnTo>
                  <a:cubicBezTo>
                    <a:pt x="79978" y="75199"/>
                    <a:pt x="95134" y="66430"/>
                    <a:pt x="114410" y="66430"/>
                  </a:cubicBezTo>
                  <a:cubicBezTo>
                    <a:pt x="155837" y="66430"/>
                    <a:pt x="166407" y="107250"/>
                    <a:pt x="166407" y="147449"/>
                  </a:cubicBezTo>
                  <a:cubicBezTo>
                    <a:pt x="166407" y="187648"/>
                    <a:pt x="157080" y="220940"/>
                    <a:pt x="118529" y="22094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24ED8474-CACC-1336-080A-9A2216E868B2}"/>
                </a:ext>
              </a:extLst>
            </p:cNvPr>
            <p:cNvSpPr/>
            <p:nvPr/>
          </p:nvSpPr>
          <p:spPr bwMode="invGray">
            <a:xfrm>
              <a:off x="1958323" y="4352251"/>
              <a:ext cx="230063" cy="286826"/>
            </a:xfrm>
            <a:custGeom>
              <a:avLst/>
              <a:gdLst>
                <a:gd name="connsiteX0" fmla="*/ 230063 w 230063"/>
                <a:gd name="connsiteY0" fmla="*/ 281006 h 286826"/>
                <a:gd name="connsiteX1" fmla="*/ 230063 w 230063"/>
                <a:gd name="connsiteY1" fmla="*/ 96230 h 286826"/>
                <a:gd name="connsiteX2" fmla="*/ 117985 w 230063"/>
                <a:gd name="connsiteY2" fmla="*/ 0 h 286826"/>
                <a:gd name="connsiteX3" fmla="*/ 22773 w 230063"/>
                <a:gd name="connsiteY3" fmla="*/ 28015 h 286826"/>
                <a:gd name="connsiteX4" fmla="*/ 50210 w 230063"/>
                <a:gd name="connsiteY4" fmla="*/ 76984 h 286826"/>
                <a:gd name="connsiteX5" fmla="*/ 113866 w 230063"/>
                <a:gd name="connsiteY5" fmla="*/ 58902 h 286826"/>
                <a:gd name="connsiteX6" fmla="*/ 161122 w 230063"/>
                <a:gd name="connsiteY6" fmla="*/ 95066 h 286826"/>
                <a:gd name="connsiteX7" fmla="*/ 161122 w 230063"/>
                <a:gd name="connsiteY7" fmla="*/ 109655 h 286826"/>
                <a:gd name="connsiteX8" fmla="*/ 107415 w 230063"/>
                <a:gd name="connsiteY8" fmla="*/ 98558 h 286826"/>
                <a:gd name="connsiteX9" fmla="*/ 0 w 230063"/>
                <a:gd name="connsiteY9" fmla="*/ 191218 h 286826"/>
                <a:gd name="connsiteX10" fmla="*/ 96922 w 230063"/>
                <a:gd name="connsiteY10" fmla="*/ 286827 h 286826"/>
                <a:gd name="connsiteX11" fmla="*/ 161122 w 230063"/>
                <a:gd name="connsiteY11" fmla="*/ 261760 h 286826"/>
                <a:gd name="connsiteX12" fmla="*/ 161122 w 230063"/>
                <a:gd name="connsiteY12" fmla="*/ 281006 h 286826"/>
                <a:gd name="connsiteX13" fmla="*/ 229985 w 230063"/>
                <a:gd name="connsiteY13" fmla="*/ 281006 h 286826"/>
                <a:gd name="connsiteX14" fmla="*/ 109202 w 230063"/>
                <a:gd name="connsiteY14" fmla="*/ 227382 h 286826"/>
                <a:gd name="connsiteX15" fmla="*/ 70107 w 230063"/>
                <a:gd name="connsiteY15" fmla="*/ 189511 h 286826"/>
                <a:gd name="connsiteX16" fmla="*/ 115032 w 230063"/>
                <a:gd name="connsiteY16" fmla="*/ 153968 h 286826"/>
                <a:gd name="connsiteX17" fmla="*/ 161122 w 230063"/>
                <a:gd name="connsiteY17" fmla="*/ 165608 h 286826"/>
                <a:gd name="connsiteX18" fmla="*/ 161122 w 230063"/>
                <a:gd name="connsiteY18" fmla="*/ 200608 h 286826"/>
                <a:gd name="connsiteX19" fmla="*/ 109125 w 230063"/>
                <a:gd name="connsiteY19" fmla="*/ 22745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0063" h="286826">
                  <a:moveTo>
                    <a:pt x="230063" y="281006"/>
                  </a:moveTo>
                  <a:lnTo>
                    <a:pt x="230063" y="96230"/>
                  </a:lnTo>
                  <a:cubicBezTo>
                    <a:pt x="230063" y="33836"/>
                    <a:pt x="187470" y="0"/>
                    <a:pt x="117985" y="0"/>
                  </a:cubicBezTo>
                  <a:cubicBezTo>
                    <a:pt x="81222" y="0"/>
                    <a:pt x="52619" y="9313"/>
                    <a:pt x="22773" y="28015"/>
                  </a:cubicBezTo>
                  <a:lnTo>
                    <a:pt x="50210" y="76984"/>
                  </a:lnTo>
                  <a:cubicBezTo>
                    <a:pt x="71817" y="64179"/>
                    <a:pt x="92258" y="58902"/>
                    <a:pt x="113866" y="58902"/>
                  </a:cubicBezTo>
                  <a:cubicBezTo>
                    <a:pt x="144256" y="58902"/>
                    <a:pt x="161122" y="69379"/>
                    <a:pt x="161122" y="95066"/>
                  </a:cubicBezTo>
                  <a:lnTo>
                    <a:pt x="161122" y="109655"/>
                  </a:lnTo>
                  <a:cubicBezTo>
                    <a:pt x="143012" y="100886"/>
                    <a:pt x="124902" y="98558"/>
                    <a:pt x="107415" y="98558"/>
                  </a:cubicBezTo>
                  <a:cubicBezTo>
                    <a:pt x="41427" y="98558"/>
                    <a:pt x="0" y="131229"/>
                    <a:pt x="0" y="191218"/>
                  </a:cubicBezTo>
                  <a:cubicBezTo>
                    <a:pt x="0" y="251206"/>
                    <a:pt x="42593" y="286827"/>
                    <a:pt x="96922" y="286827"/>
                  </a:cubicBezTo>
                  <a:cubicBezTo>
                    <a:pt x="123814" y="286827"/>
                    <a:pt x="144800" y="278057"/>
                    <a:pt x="161122" y="261760"/>
                  </a:cubicBezTo>
                  <a:lnTo>
                    <a:pt x="161122" y="281006"/>
                  </a:lnTo>
                  <a:lnTo>
                    <a:pt x="229985" y="281006"/>
                  </a:lnTo>
                  <a:close/>
                  <a:moveTo>
                    <a:pt x="109202" y="227382"/>
                  </a:moveTo>
                  <a:cubicBezTo>
                    <a:pt x="83476" y="227382"/>
                    <a:pt x="70107" y="210464"/>
                    <a:pt x="70107" y="189511"/>
                  </a:cubicBezTo>
                  <a:cubicBezTo>
                    <a:pt x="70107" y="167393"/>
                    <a:pt x="84719" y="153968"/>
                    <a:pt x="115032" y="153968"/>
                  </a:cubicBezTo>
                  <a:cubicBezTo>
                    <a:pt x="129022" y="153968"/>
                    <a:pt x="147132" y="156917"/>
                    <a:pt x="161122" y="165608"/>
                  </a:cubicBezTo>
                  <a:lnTo>
                    <a:pt x="161122" y="200608"/>
                  </a:lnTo>
                  <a:cubicBezTo>
                    <a:pt x="145966" y="222725"/>
                    <a:pt x="122571" y="227459"/>
                    <a:pt x="109125" y="22745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A0E50E6F-186F-29D5-EBF6-237B3F8F010E}"/>
                </a:ext>
              </a:extLst>
            </p:cNvPr>
            <p:cNvSpPr/>
            <p:nvPr/>
          </p:nvSpPr>
          <p:spPr bwMode="invGray">
            <a:xfrm>
              <a:off x="1340728" y="4260755"/>
              <a:ext cx="284392" cy="378322"/>
            </a:xfrm>
            <a:custGeom>
              <a:avLst/>
              <a:gdLst>
                <a:gd name="connsiteX0" fmla="*/ 144800 w 284392"/>
                <a:gd name="connsiteY0" fmla="*/ 308944 h 378322"/>
                <a:gd name="connsiteX1" fmla="*/ 51376 w 284392"/>
                <a:gd name="connsiteY1" fmla="*/ 266960 h 378322"/>
                <a:gd name="connsiteX2" fmla="*/ 0 w 284392"/>
                <a:gd name="connsiteY2" fmla="*/ 312436 h 378322"/>
                <a:gd name="connsiteX3" fmla="*/ 146587 w 284392"/>
                <a:gd name="connsiteY3" fmla="*/ 378322 h 378322"/>
                <a:gd name="connsiteX4" fmla="*/ 284392 w 284392"/>
                <a:gd name="connsiteY4" fmla="*/ 262304 h 378322"/>
                <a:gd name="connsiteX5" fmla="*/ 251126 w 284392"/>
                <a:gd name="connsiteY5" fmla="*/ 185941 h 378322"/>
                <a:gd name="connsiteX6" fmla="*/ 161821 w 284392"/>
                <a:gd name="connsiteY6" fmla="*/ 149234 h 378322"/>
                <a:gd name="connsiteX7" fmla="*/ 102829 w 284392"/>
                <a:gd name="connsiteY7" fmla="*/ 129988 h 378322"/>
                <a:gd name="connsiteX8" fmla="*/ 87673 w 284392"/>
                <a:gd name="connsiteY8" fmla="*/ 104922 h 378322"/>
                <a:gd name="connsiteX9" fmla="*/ 141380 w 284392"/>
                <a:gd name="connsiteY9" fmla="*/ 69379 h 378322"/>
                <a:gd name="connsiteX10" fmla="*/ 224856 w 284392"/>
                <a:gd name="connsiteY10" fmla="*/ 106706 h 378322"/>
                <a:gd name="connsiteX11" fmla="*/ 276231 w 284392"/>
                <a:gd name="connsiteY11" fmla="*/ 56574 h 378322"/>
                <a:gd name="connsiteX12" fmla="*/ 146043 w 284392"/>
                <a:gd name="connsiteY12" fmla="*/ 0 h 378322"/>
                <a:gd name="connsiteX13" fmla="*/ 14068 w 284392"/>
                <a:gd name="connsiteY13" fmla="*/ 109035 h 378322"/>
                <a:gd name="connsiteX14" fmla="*/ 45624 w 284392"/>
                <a:gd name="connsiteY14" fmla="*/ 182526 h 378322"/>
                <a:gd name="connsiteX15" fmla="*/ 129100 w 284392"/>
                <a:gd name="connsiteY15" fmla="*/ 216362 h 378322"/>
                <a:gd name="connsiteX16" fmla="*/ 188636 w 284392"/>
                <a:gd name="connsiteY16" fmla="*/ 234444 h 378322"/>
                <a:gd name="connsiteX17" fmla="*/ 210243 w 284392"/>
                <a:gd name="connsiteY17" fmla="*/ 264166 h 378322"/>
                <a:gd name="connsiteX18" fmla="*/ 144878 w 284392"/>
                <a:gd name="connsiteY18" fmla="*/ 309022 h 378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84392" h="378322">
                  <a:moveTo>
                    <a:pt x="144800" y="308944"/>
                  </a:moveTo>
                  <a:cubicBezTo>
                    <a:pt x="109746" y="308944"/>
                    <a:pt x="75315" y="295518"/>
                    <a:pt x="51376" y="266960"/>
                  </a:cubicBezTo>
                  <a:lnTo>
                    <a:pt x="0" y="312436"/>
                  </a:lnTo>
                  <a:cubicBezTo>
                    <a:pt x="33266" y="361405"/>
                    <a:pt x="92802" y="378322"/>
                    <a:pt x="146587" y="378322"/>
                  </a:cubicBezTo>
                  <a:cubicBezTo>
                    <a:pt x="221358" y="378322"/>
                    <a:pt x="284392" y="345108"/>
                    <a:pt x="284392" y="262304"/>
                  </a:cubicBezTo>
                  <a:cubicBezTo>
                    <a:pt x="284392" y="227925"/>
                    <a:pt x="273278" y="204023"/>
                    <a:pt x="251126" y="185941"/>
                  </a:cubicBezTo>
                  <a:cubicBezTo>
                    <a:pt x="226021" y="165531"/>
                    <a:pt x="195087" y="157925"/>
                    <a:pt x="161821" y="149234"/>
                  </a:cubicBezTo>
                  <a:cubicBezTo>
                    <a:pt x="133763" y="142249"/>
                    <a:pt x="115731" y="136972"/>
                    <a:pt x="102829" y="129988"/>
                  </a:cubicBezTo>
                  <a:cubicBezTo>
                    <a:pt x="91714" y="123547"/>
                    <a:pt x="87673" y="116019"/>
                    <a:pt x="87673" y="104922"/>
                  </a:cubicBezTo>
                  <a:cubicBezTo>
                    <a:pt x="87673" y="79234"/>
                    <a:pt x="110446" y="69379"/>
                    <a:pt x="141380" y="69379"/>
                  </a:cubicBezTo>
                  <a:cubicBezTo>
                    <a:pt x="177599" y="69379"/>
                    <a:pt x="200917" y="82804"/>
                    <a:pt x="224856" y="106706"/>
                  </a:cubicBezTo>
                  <a:lnTo>
                    <a:pt x="276231" y="56574"/>
                  </a:lnTo>
                  <a:cubicBezTo>
                    <a:pt x="243509" y="23359"/>
                    <a:pt x="202626" y="0"/>
                    <a:pt x="146043" y="0"/>
                  </a:cubicBezTo>
                  <a:cubicBezTo>
                    <a:pt x="80678" y="0"/>
                    <a:pt x="14068" y="31508"/>
                    <a:pt x="14068" y="109035"/>
                  </a:cubicBezTo>
                  <a:cubicBezTo>
                    <a:pt x="14068" y="134101"/>
                    <a:pt x="21063" y="162659"/>
                    <a:pt x="45624" y="182526"/>
                  </a:cubicBezTo>
                  <a:cubicBezTo>
                    <a:pt x="70185" y="202315"/>
                    <a:pt x="109824" y="211706"/>
                    <a:pt x="129100" y="216362"/>
                  </a:cubicBezTo>
                  <a:cubicBezTo>
                    <a:pt x="160034" y="223967"/>
                    <a:pt x="175812" y="228002"/>
                    <a:pt x="188636" y="234444"/>
                  </a:cubicBezTo>
                  <a:cubicBezTo>
                    <a:pt x="206124" y="243213"/>
                    <a:pt x="210243" y="253689"/>
                    <a:pt x="210243" y="264166"/>
                  </a:cubicBezTo>
                  <a:cubicBezTo>
                    <a:pt x="210243" y="290397"/>
                    <a:pt x="186304" y="309022"/>
                    <a:pt x="144878" y="309022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343232EF-F2DE-E5BD-2EF0-9B401683959E}"/>
                </a:ext>
              </a:extLst>
            </p:cNvPr>
            <p:cNvSpPr/>
            <p:nvPr/>
          </p:nvSpPr>
          <p:spPr bwMode="invGray">
            <a:xfrm>
              <a:off x="4818877" y="4352329"/>
              <a:ext cx="177521" cy="281006"/>
            </a:xfrm>
            <a:custGeom>
              <a:avLst/>
              <a:gdLst>
                <a:gd name="connsiteX0" fmla="*/ 68864 w 177521"/>
                <a:gd name="connsiteY0" fmla="*/ 131074 h 281006"/>
                <a:gd name="connsiteX1" fmla="*/ 109669 w 177521"/>
                <a:gd name="connsiteY1" fmla="*/ 70465 h 281006"/>
                <a:gd name="connsiteX2" fmla="*/ 149386 w 177521"/>
                <a:gd name="connsiteY2" fmla="*/ 87383 h 281006"/>
                <a:gd name="connsiteX3" fmla="*/ 177522 w 177521"/>
                <a:gd name="connsiteY3" fmla="*/ 18625 h 281006"/>
                <a:gd name="connsiteX4" fmla="*/ 126690 w 177521"/>
                <a:gd name="connsiteY4" fmla="*/ 0 h 281006"/>
                <a:gd name="connsiteX5" fmla="*/ 68864 w 177521"/>
                <a:gd name="connsiteY5" fmla="*/ 25066 h 281006"/>
                <a:gd name="connsiteX6" fmla="*/ 68864 w 177521"/>
                <a:gd name="connsiteY6" fmla="*/ 5820 h 281006"/>
                <a:gd name="connsiteX7" fmla="*/ 0 w 177521"/>
                <a:gd name="connsiteY7" fmla="*/ 5820 h 281006"/>
                <a:gd name="connsiteX8" fmla="*/ 0 w 177521"/>
                <a:gd name="connsiteY8" fmla="*/ 281006 h 281006"/>
                <a:gd name="connsiteX9" fmla="*/ 68864 w 177521"/>
                <a:gd name="connsiteY9" fmla="*/ 281006 h 281006"/>
                <a:gd name="connsiteX10" fmla="*/ 68864 w 177521"/>
                <a:gd name="connsiteY10" fmla="*/ 131152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7521" h="281006">
                  <a:moveTo>
                    <a:pt x="68864" y="131074"/>
                  </a:moveTo>
                  <a:cubicBezTo>
                    <a:pt x="68864" y="97859"/>
                    <a:pt x="76947" y="70465"/>
                    <a:pt x="109669" y="70465"/>
                  </a:cubicBezTo>
                  <a:cubicBezTo>
                    <a:pt x="126612" y="70465"/>
                    <a:pt x="138893" y="77449"/>
                    <a:pt x="149386" y="87383"/>
                  </a:cubicBezTo>
                  <a:lnTo>
                    <a:pt x="177522" y="18625"/>
                  </a:lnTo>
                  <a:cubicBezTo>
                    <a:pt x="162910" y="5820"/>
                    <a:pt x="145966" y="0"/>
                    <a:pt x="126690" y="0"/>
                  </a:cubicBezTo>
                  <a:cubicBezTo>
                    <a:pt x="104539" y="0"/>
                    <a:pt x="84642" y="9312"/>
                    <a:pt x="68864" y="25066"/>
                  </a:cubicBezTo>
                  <a:lnTo>
                    <a:pt x="68864" y="5820"/>
                  </a:lnTo>
                  <a:lnTo>
                    <a:pt x="0" y="5820"/>
                  </a:lnTo>
                  <a:lnTo>
                    <a:pt x="0" y="281006"/>
                  </a:lnTo>
                  <a:lnTo>
                    <a:pt x="68864" y="281006"/>
                  </a:lnTo>
                  <a:lnTo>
                    <a:pt x="68864" y="131152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C669137C-7A79-0F0F-8F7B-3C93674FBEBE}"/>
                </a:ext>
              </a:extLst>
            </p:cNvPr>
            <p:cNvSpPr/>
            <p:nvPr/>
          </p:nvSpPr>
          <p:spPr bwMode="invGray">
            <a:xfrm>
              <a:off x="5810324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D423BD95-D5DF-B8AB-7263-75FF77B1053D}"/>
                </a:ext>
              </a:extLst>
            </p:cNvPr>
            <p:cNvSpPr/>
            <p:nvPr/>
          </p:nvSpPr>
          <p:spPr bwMode="invGray">
            <a:xfrm>
              <a:off x="5379966" y="4358382"/>
              <a:ext cx="398257" cy="275185"/>
            </a:xfrm>
            <a:custGeom>
              <a:avLst/>
              <a:gdLst>
                <a:gd name="connsiteX0" fmla="*/ 279107 w 398257"/>
                <a:gd name="connsiteY0" fmla="*/ 159710 h 275185"/>
                <a:gd name="connsiteX1" fmla="*/ 232395 w 398257"/>
                <a:gd name="connsiteY1" fmla="*/ 0 h 275185"/>
                <a:gd name="connsiteX2" fmla="*/ 167651 w 398257"/>
                <a:gd name="connsiteY2" fmla="*/ 0 h 275185"/>
                <a:gd name="connsiteX3" fmla="*/ 120939 w 398257"/>
                <a:gd name="connsiteY3" fmla="*/ 159710 h 275185"/>
                <a:gd name="connsiteX4" fmla="*/ 79434 w 398257"/>
                <a:gd name="connsiteY4" fmla="*/ 0 h 275185"/>
                <a:gd name="connsiteX5" fmla="*/ 0 w 398257"/>
                <a:gd name="connsiteY5" fmla="*/ 0 h 275185"/>
                <a:gd name="connsiteX6" fmla="*/ 86429 w 398257"/>
                <a:gd name="connsiteY6" fmla="*/ 275186 h 275185"/>
                <a:gd name="connsiteX7" fmla="*/ 151873 w 398257"/>
                <a:gd name="connsiteY7" fmla="*/ 275186 h 275185"/>
                <a:gd name="connsiteX8" fmla="*/ 199129 w 398257"/>
                <a:gd name="connsiteY8" fmla="*/ 107870 h 275185"/>
                <a:gd name="connsiteX9" fmla="*/ 245841 w 398257"/>
                <a:gd name="connsiteY9" fmla="*/ 275186 h 275185"/>
                <a:gd name="connsiteX10" fmla="*/ 311285 w 398257"/>
                <a:gd name="connsiteY10" fmla="*/ 275186 h 275185"/>
                <a:gd name="connsiteX11" fmla="*/ 398258 w 398257"/>
                <a:gd name="connsiteY11" fmla="*/ 0 h 275185"/>
                <a:gd name="connsiteX12" fmla="*/ 321156 w 398257"/>
                <a:gd name="connsiteY12" fmla="*/ 0 h 275185"/>
                <a:gd name="connsiteX13" fmla="*/ 279107 w 398257"/>
                <a:gd name="connsiteY13" fmla="*/ 159710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8257" h="275185">
                  <a:moveTo>
                    <a:pt x="279107" y="159710"/>
                  </a:moveTo>
                  <a:lnTo>
                    <a:pt x="232395" y="0"/>
                  </a:lnTo>
                  <a:lnTo>
                    <a:pt x="167651" y="0"/>
                  </a:lnTo>
                  <a:lnTo>
                    <a:pt x="120939" y="159710"/>
                  </a:lnTo>
                  <a:lnTo>
                    <a:pt x="79434" y="0"/>
                  </a:lnTo>
                  <a:lnTo>
                    <a:pt x="0" y="0"/>
                  </a:lnTo>
                  <a:lnTo>
                    <a:pt x="86429" y="275186"/>
                  </a:lnTo>
                  <a:lnTo>
                    <a:pt x="151873" y="275186"/>
                  </a:lnTo>
                  <a:lnTo>
                    <a:pt x="199129" y="107870"/>
                  </a:lnTo>
                  <a:lnTo>
                    <a:pt x="245841" y="275186"/>
                  </a:lnTo>
                  <a:lnTo>
                    <a:pt x="311285" y="275186"/>
                  </a:lnTo>
                  <a:lnTo>
                    <a:pt x="398258" y="0"/>
                  </a:lnTo>
                  <a:lnTo>
                    <a:pt x="321156" y="0"/>
                  </a:lnTo>
                  <a:lnTo>
                    <a:pt x="279107" y="15971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1040D29F-B3F4-3D45-E99D-A11FC36CDF2D}"/>
                </a:ext>
              </a:extLst>
            </p:cNvPr>
            <p:cNvSpPr/>
            <p:nvPr/>
          </p:nvSpPr>
          <p:spPr bwMode="invGray">
            <a:xfrm>
              <a:off x="5815609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E590FCA2-B515-E53C-DC31-E02D800EE774}"/>
                </a:ext>
              </a:extLst>
            </p:cNvPr>
            <p:cNvSpPr/>
            <p:nvPr/>
          </p:nvSpPr>
          <p:spPr bwMode="invGray">
            <a:xfrm>
              <a:off x="6582279" y="4352561"/>
              <a:ext cx="240555" cy="286904"/>
            </a:xfrm>
            <a:custGeom>
              <a:avLst/>
              <a:gdLst>
                <a:gd name="connsiteX0" fmla="*/ 131975 w 240555"/>
                <a:gd name="connsiteY0" fmla="*/ 218069 h 286904"/>
                <a:gd name="connsiteX1" fmla="*/ 73605 w 240555"/>
                <a:gd name="connsiteY1" fmla="*/ 142870 h 286904"/>
                <a:gd name="connsiteX2" fmla="*/ 131431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5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5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5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1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19" y="0"/>
                    <a:pt x="131975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5" y="204721"/>
                    <a:pt x="157080" y="218146"/>
                    <a:pt x="131975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48603D9-9F39-C439-4A7D-55185FA78AE6}"/>
                </a:ext>
              </a:extLst>
            </p:cNvPr>
            <p:cNvSpPr/>
            <p:nvPr/>
          </p:nvSpPr>
          <p:spPr bwMode="invGray">
            <a:xfrm>
              <a:off x="7751870" y="4251132"/>
              <a:ext cx="247007" cy="388255"/>
            </a:xfrm>
            <a:custGeom>
              <a:avLst/>
              <a:gdLst>
                <a:gd name="connsiteX0" fmla="*/ 175734 w 247007"/>
                <a:gd name="connsiteY0" fmla="*/ 123547 h 388255"/>
                <a:gd name="connsiteX1" fmla="*/ 111534 w 247007"/>
                <a:gd name="connsiteY1" fmla="*/ 101429 h 388255"/>
                <a:gd name="connsiteX2" fmla="*/ 0 w 247007"/>
                <a:gd name="connsiteY2" fmla="*/ 242514 h 388255"/>
                <a:gd name="connsiteX3" fmla="*/ 113244 w 247007"/>
                <a:gd name="connsiteY3" fmla="*/ 388256 h 388255"/>
                <a:gd name="connsiteX4" fmla="*/ 175734 w 247007"/>
                <a:gd name="connsiteY4" fmla="*/ 364354 h 388255"/>
                <a:gd name="connsiteX5" fmla="*/ 175734 w 247007"/>
                <a:gd name="connsiteY5" fmla="*/ 382436 h 388255"/>
                <a:gd name="connsiteX6" fmla="*/ 247007 w 247007"/>
                <a:gd name="connsiteY6" fmla="*/ 382436 h 388255"/>
                <a:gd name="connsiteX7" fmla="*/ 247007 w 247007"/>
                <a:gd name="connsiteY7" fmla="*/ 0 h 388255"/>
                <a:gd name="connsiteX8" fmla="*/ 175734 w 247007"/>
                <a:gd name="connsiteY8" fmla="*/ 35543 h 388255"/>
                <a:gd name="connsiteX9" fmla="*/ 175734 w 247007"/>
                <a:gd name="connsiteY9" fmla="*/ 123547 h 388255"/>
                <a:gd name="connsiteX10" fmla="*/ 175734 w 247007"/>
                <a:gd name="connsiteY10" fmla="*/ 297303 h 388255"/>
                <a:gd name="connsiteX11" fmla="*/ 127856 w 247007"/>
                <a:gd name="connsiteY11" fmla="*/ 321206 h 388255"/>
                <a:gd name="connsiteX12" fmla="*/ 74693 w 247007"/>
                <a:gd name="connsiteY12" fmla="*/ 240186 h 388255"/>
                <a:gd name="connsiteX13" fmla="*/ 126069 w 247007"/>
                <a:gd name="connsiteY13" fmla="*/ 168480 h 388255"/>
                <a:gd name="connsiteX14" fmla="*/ 175734 w 247007"/>
                <a:gd name="connsiteY14" fmla="*/ 192382 h 388255"/>
                <a:gd name="connsiteX15" fmla="*/ 175734 w 247007"/>
                <a:gd name="connsiteY15" fmla="*/ 297303 h 388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7007" h="388255">
                  <a:moveTo>
                    <a:pt x="175734" y="123547"/>
                  </a:moveTo>
                  <a:cubicBezTo>
                    <a:pt x="158246" y="107793"/>
                    <a:pt x="135473" y="101429"/>
                    <a:pt x="111534" y="101429"/>
                  </a:cubicBezTo>
                  <a:cubicBezTo>
                    <a:pt x="39717" y="101429"/>
                    <a:pt x="0" y="159167"/>
                    <a:pt x="0" y="242514"/>
                  </a:cubicBezTo>
                  <a:cubicBezTo>
                    <a:pt x="0" y="319498"/>
                    <a:pt x="33888" y="388256"/>
                    <a:pt x="113244" y="388256"/>
                  </a:cubicBezTo>
                  <a:cubicBezTo>
                    <a:pt x="138349" y="388256"/>
                    <a:pt x="152339" y="381271"/>
                    <a:pt x="175734" y="364354"/>
                  </a:cubicBezTo>
                  <a:lnTo>
                    <a:pt x="175734" y="382436"/>
                  </a:lnTo>
                  <a:lnTo>
                    <a:pt x="247007" y="382436"/>
                  </a:lnTo>
                  <a:lnTo>
                    <a:pt x="247007" y="0"/>
                  </a:lnTo>
                  <a:lnTo>
                    <a:pt x="175734" y="35543"/>
                  </a:lnTo>
                  <a:lnTo>
                    <a:pt x="175734" y="123547"/>
                  </a:lnTo>
                  <a:close/>
                  <a:moveTo>
                    <a:pt x="175734" y="297303"/>
                  </a:moveTo>
                  <a:cubicBezTo>
                    <a:pt x="161744" y="312436"/>
                    <a:pt x="147676" y="321206"/>
                    <a:pt x="127856" y="321206"/>
                  </a:cubicBezTo>
                  <a:cubicBezTo>
                    <a:pt x="87595" y="321206"/>
                    <a:pt x="74693" y="284499"/>
                    <a:pt x="74693" y="240186"/>
                  </a:cubicBezTo>
                  <a:cubicBezTo>
                    <a:pt x="74693" y="201151"/>
                    <a:pt x="84642" y="168480"/>
                    <a:pt x="126069" y="168480"/>
                  </a:cubicBezTo>
                  <a:cubicBezTo>
                    <a:pt x="145888" y="168480"/>
                    <a:pt x="160500" y="176085"/>
                    <a:pt x="175734" y="192382"/>
                  </a:cubicBezTo>
                  <a:lnTo>
                    <a:pt x="175734" y="297303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66C0B803-9DC5-3E80-E983-0A806A931CDE}"/>
                </a:ext>
              </a:extLst>
            </p:cNvPr>
            <p:cNvSpPr/>
            <p:nvPr/>
          </p:nvSpPr>
          <p:spPr bwMode="invGray">
            <a:xfrm>
              <a:off x="8325162" y="4352561"/>
              <a:ext cx="237757" cy="281083"/>
            </a:xfrm>
            <a:custGeom>
              <a:avLst/>
              <a:gdLst>
                <a:gd name="connsiteX0" fmla="*/ 138426 w 237757"/>
                <a:gd name="connsiteY0" fmla="*/ 0 h 281083"/>
                <a:gd name="connsiteX1" fmla="*/ 71273 w 237757"/>
                <a:gd name="connsiteY1" fmla="*/ 24523 h 281083"/>
                <a:gd name="connsiteX2" fmla="*/ 71273 w 237757"/>
                <a:gd name="connsiteY2" fmla="*/ 5898 h 281083"/>
                <a:gd name="connsiteX3" fmla="*/ 0 w 237757"/>
                <a:gd name="connsiteY3" fmla="*/ 5898 h 281083"/>
                <a:gd name="connsiteX4" fmla="*/ 0 w 237757"/>
                <a:gd name="connsiteY4" fmla="*/ 281084 h 281083"/>
                <a:gd name="connsiteX5" fmla="*/ 71273 w 237757"/>
                <a:gd name="connsiteY5" fmla="*/ 281084 h 281083"/>
                <a:gd name="connsiteX6" fmla="*/ 71273 w 237757"/>
                <a:gd name="connsiteY6" fmla="*/ 129522 h 281083"/>
                <a:gd name="connsiteX7" fmla="*/ 119151 w 237757"/>
                <a:gd name="connsiteY7" fmla="*/ 67128 h 281083"/>
                <a:gd name="connsiteX8" fmla="*/ 166485 w 237757"/>
                <a:gd name="connsiteY8" fmla="*/ 131229 h 281083"/>
                <a:gd name="connsiteX9" fmla="*/ 166485 w 237757"/>
                <a:gd name="connsiteY9" fmla="*/ 281084 h 281083"/>
                <a:gd name="connsiteX10" fmla="*/ 237758 w 237757"/>
                <a:gd name="connsiteY10" fmla="*/ 281084 h 281083"/>
                <a:gd name="connsiteX11" fmla="*/ 237758 w 237757"/>
                <a:gd name="connsiteY11" fmla="*/ 125409 h 281083"/>
                <a:gd name="connsiteX12" fmla="*/ 138504 w 237757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757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85" y="92815"/>
                    <a:pt x="166485" y="131229"/>
                  </a:cubicBezTo>
                  <a:lnTo>
                    <a:pt x="166485" y="281084"/>
                  </a:lnTo>
                  <a:lnTo>
                    <a:pt x="237758" y="281084"/>
                  </a:lnTo>
                  <a:lnTo>
                    <a:pt x="237758" y="125409"/>
                  </a:lnTo>
                  <a:cubicBezTo>
                    <a:pt x="237758" y="57816"/>
                    <a:pt x="213197" y="78"/>
                    <a:pt x="138504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92D6A761-A824-64AB-DA27-2F0726EE9E96}"/>
                </a:ext>
              </a:extLst>
            </p:cNvPr>
            <p:cNvSpPr/>
            <p:nvPr/>
          </p:nvSpPr>
          <p:spPr bwMode="invGray">
            <a:xfrm>
              <a:off x="8041469" y="4352561"/>
              <a:ext cx="238846" cy="286904"/>
            </a:xfrm>
            <a:custGeom>
              <a:avLst/>
              <a:gdLst>
                <a:gd name="connsiteX0" fmla="*/ 122027 w 238846"/>
                <a:gd name="connsiteY0" fmla="*/ 0 h 286904"/>
                <a:gd name="connsiteX1" fmla="*/ 0 w 238846"/>
                <a:gd name="connsiteY1" fmla="*/ 144034 h 286904"/>
                <a:gd name="connsiteX2" fmla="*/ 126690 w 238846"/>
                <a:gd name="connsiteY2" fmla="*/ 286904 h 286904"/>
                <a:gd name="connsiteX3" fmla="*/ 226566 w 238846"/>
                <a:gd name="connsiteY3" fmla="*/ 243213 h 286904"/>
                <a:gd name="connsiteX4" fmla="*/ 177522 w 238846"/>
                <a:gd name="connsiteY4" fmla="*/ 201850 h 286904"/>
                <a:gd name="connsiteX5" fmla="*/ 129644 w 238846"/>
                <a:gd name="connsiteY5" fmla="*/ 221095 h 286904"/>
                <a:gd name="connsiteX6" fmla="*/ 70651 w 238846"/>
                <a:gd name="connsiteY6" fmla="*/ 166850 h 286904"/>
                <a:gd name="connsiteX7" fmla="*/ 237680 w 238846"/>
                <a:gd name="connsiteY7" fmla="*/ 166850 h 286904"/>
                <a:gd name="connsiteX8" fmla="*/ 238846 w 238846"/>
                <a:gd name="connsiteY8" fmla="*/ 142948 h 286904"/>
                <a:gd name="connsiteX9" fmla="*/ 122027 w 238846"/>
                <a:gd name="connsiteY9" fmla="*/ 78 h 286904"/>
                <a:gd name="connsiteX10" fmla="*/ 71817 w 238846"/>
                <a:gd name="connsiteY10" fmla="*/ 113070 h 286904"/>
                <a:gd name="connsiteX11" fmla="*/ 119695 w 238846"/>
                <a:gd name="connsiteY11" fmla="*/ 61152 h 286904"/>
                <a:gd name="connsiteX12" fmla="*/ 169905 w 238846"/>
                <a:gd name="connsiteY12" fmla="*/ 113070 h 286904"/>
                <a:gd name="connsiteX13" fmla="*/ 71817 w 238846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6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2" y="215818"/>
                    <a:pt x="147131" y="221095"/>
                    <a:pt x="129644" y="221095"/>
                  </a:cubicBezTo>
                  <a:cubicBezTo>
                    <a:pt x="99876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6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3FB99E09-B1FB-73EF-8C79-752BAD6C4B5B}"/>
                </a:ext>
              </a:extLst>
            </p:cNvPr>
            <p:cNvSpPr/>
            <p:nvPr/>
          </p:nvSpPr>
          <p:spPr bwMode="invGray">
            <a:xfrm>
              <a:off x="8867054" y="4352561"/>
              <a:ext cx="238845" cy="286904"/>
            </a:xfrm>
            <a:custGeom>
              <a:avLst/>
              <a:gdLst>
                <a:gd name="connsiteX0" fmla="*/ 122026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1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6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6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1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4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6" y="78"/>
                  </a:cubicBezTo>
                  <a:close/>
                  <a:moveTo>
                    <a:pt x="71817" y="113070"/>
                  </a:moveTo>
                  <a:cubicBezTo>
                    <a:pt x="73604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CEAD6942-EC63-873F-6B88-DF34F8FAE3ED}"/>
                </a:ext>
              </a:extLst>
            </p:cNvPr>
            <p:cNvSpPr/>
            <p:nvPr/>
          </p:nvSpPr>
          <p:spPr bwMode="invGray">
            <a:xfrm>
              <a:off x="4999974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1AA8F706-7E52-135A-E450-B5FB0F6A56C8}"/>
                </a:ext>
              </a:extLst>
            </p:cNvPr>
            <p:cNvSpPr/>
            <p:nvPr/>
          </p:nvSpPr>
          <p:spPr bwMode="invGray">
            <a:xfrm>
              <a:off x="3424508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2017CBB6-2DEC-A235-9E86-D880D6EF369C}"/>
                </a:ext>
              </a:extLst>
            </p:cNvPr>
            <p:cNvSpPr/>
            <p:nvPr/>
          </p:nvSpPr>
          <p:spPr bwMode="invGray">
            <a:xfrm>
              <a:off x="2512417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6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1" y="215818"/>
                    <a:pt x="147132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A10DBA33-8321-2E9B-68C4-828214A8C8F4}"/>
                </a:ext>
              </a:extLst>
            </p:cNvPr>
            <p:cNvSpPr/>
            <p:nvPr/>
          </p:nvSpPr>
          <p:spPr bwMode="invGray">
            <a:xfrm>
              <a:off x="4536739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DA5A467A-676D-BCAC-3153-1DF479A03794}"/>
                </a:ext>
              </a:extLst>
            </p:cNvPr>
            <p:cNvSpPr/>
            <p:nvPr/>
          </p:nvSpPr>
          <p:spPr bwMode="invGray">
            <a:xfrm>
              <a:off x="4026014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59FA21C1-CC5D-048F-A64D-C063B7299373}"/>
                </a:ext>
              </a:extLst>
            </p:cNvPr>
            <p:cNvSpPr/>
            <p:nvPr/>
          </p:nvSpPr>
          <p:spPr bwMode="invGray">
            <a:xfrm>
              <a:off x="8604890" y="4352561"/>
              <a:ext cx="240555" cy="286904"/>
            </a:xfrm>
            <a:custGeom>
              <a:avLst/>
              <a:gdLst>
                <a:gd name="connsiteX0" fmla="*/ 131976 w 240555"/>
                <a:gd name="connsiteY0" fmla="*/ 218069 h 286904"/>
                <a:gd name="connsiteX1" fmla="*/ 73605 w 240555"/>
                <a:gd name="connsiteY1" fmla="*/ 142870 h 286904"/>
                <a:gd name="connsiteX2" fmla="*/ 131432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6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6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6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2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20" y="0"/>
                    <a:pt x="131976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6" y="204721"/>
                    <a:pt x="157080" y="218146"/>
                    <a:pt x="131976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7D93FAF5-B123-A8A8-94E3-87A99EB15B9E}"/>
                </a:ext>
              </a:extLst>
            </p:cNvPr>
            <p:cNvSpPr/>
            <p:nvPr/>
          </p:nvSpPr>
          <p:spPr bwMode="invGray">
            <a:xfrm>
              <a:off x="6846230" y="4352561"/>
              <a:ext cx="258043" cy="286826"/>
            </a:xfrm>
            <a:custGeom>
              <a:avLst/>
              <a:gdLst>
                <a:gd name="connsiteX0" fmla="*/ 129022 w 258043"/>
                <a:gd name="connsiteY0" fmla="*/ 0 h 286826"/>
                <a:gd name="connsiteX1" fmla="*/ 0 w 258043"/>
                <a:gd name="connsiteY1" fmla="*/ 143413 h 286826"/>
                <a:gd name="connsiteX2" fmla="*/ 129022 w 258043"/>
                <a:gd name="connsiteY2" fmla="*/ 286827 h 286826"/>
                <a:gd name="connsiteX3" fmla="*/ 258043 w 258043"/>
                <a:gd name="connsiteY3" fmla="*/ 143413 h 286826"/>
                <a:gd name="connsiteX4" fmla="*/ 129022 w 258043"/>
                <a:gd name="connsiteY4" fmla="*/ 0 h 286826"/>
                <a:gd name="connsiteX5" fmla="*/ 129022 w 258043"/>
                <a:gd name="connsiteY5" fmla="*/ 218069 h 286826"/>
                <a:gd name="connsiteX6" fmla="*/ 73527 w 258043"/>
                <a:gd name="connsiteY6" fmla="*/ 143413 h 286826"/>
                <a:gd name="connsiteX7" fmla="*/ 129022 w 258043"/>
                <a:gd name="connsiteY7" fmla="*/ 68215 h 286826"/>
                <a:gd name="connsiteX8" fmla="*/ 184517 w 258043"/>
                <a:gd name="connsiteY8" fmla="*/ 143413 h 286826"/>
                <a:gd name="connsiteX9" fmla="*/ 129022 w 258043"/>
                <a:gd name="connsiteY9" fmla="*/ 21806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8043" h="286826">
                  <a:moveTo>
                    <a:pt x="129022" y="0"/>
                  </a:moveTo>
                  <a:cubicBezTo>
                    <a:pt x="49588" y="0"/>
                    <a:pt x="0" y="62394"/>
                    <a:pt x="0" y="143413"/>
                  </a:cubicBezTo>
                  <a:cubicBezTo>
                    <a:pt x="0" y="228546"/>
                    <a:pt x="54329" y="286827"/>
                    <a:pt x="129022" y="286827"/>
                  </a:cubicBezTo>
                  <a:cubicBezTo>
                    <a:pt x="203714" y="286827"/>
                    <a:pt x="258043" y="228546"/>
                    <a:pt x="258043" y="143413"/>
                  </a:cubicBezTo>
                  <a:cubicBezTo>
                    <a:pt x="258043" y="58281"/>
                    <a:pt x="208378" y="0"/>
                    <a:pt x="129022" y="0"/>
                  </a:cubicBezTo>
                  <a:close/>
                  <a:moveTo>
                    <a:pt x="129022" y="218069"/>
                  </a:moveTo>
                  <a:cubicBezTo>
                    <a:pt x="83476" y="218069"/>
                    <a:pt x="73527" y="174378"/>
                    <a:pt x="73527" y="143413"/>
                  </a:cubicBezTo>
                  <a:cubicBezTo>
                    <a:pt x="73527" y="100886"/>
                    <a:pt x="91015" y="68215"/>
                    <a:pt x="129022" y="68215"/>
                  </a:cubicBezTo>
                  <a:cubicBezTo>
                    <a:pt x="167029" y="68215"/>
                    <a:pt x="184517" y="100886"/>
                    <a:pt x="184517" y="143413"/>
                  </a:cubicBezTo>
                  <a:cubicBezTo>
                    <a:pt x="184517" y="174300"/>
                    <a:pt x="174568" y="218069"/>
                    <a:pt x="129022" y="21806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2B3C9137-2D72-D05E-E0DA-91EE35FF6C9C}"/>
                </a:ext>
              </a:extLst>
            </p:cNvPr>
            <p:cNvSpPr/>
            <p:nvPr/>
          </p:nvSpPr>
          <p:spPr bwMode="invGray">
            <a:xfrm>
              <a:off x="7419599" y="4252917"/>
              <a:ext cx="174646" cy="380573"/>
            </a:xfrm>
            <a:custGeom>
              <a:avLst/>
              <a:gdLst>
                <a:gd name="connsiteX0" fmla="*/ 38551 w 174646"/>
                <a:gd name="connsiteY0" fmla="*/ 72250 h 380573"/>
                <a:gd name="connsiteX1" fmla="*/ 38551 w 174646"/>
                <a:gd name="connsiteY1" fmla="*/ 105465 h 380573"/>
                <a:gd name="connsiteX2" fmla="*/ 0 w 174646"/>
                <a:gd name="connsiteY2" fmla="*/ 105465 h 380573"/>
                <a:gd name="connsiteX3" fmla="*/ 0 w 174646"/>
                <a:gd name="connsiteY3" fmla="*/ 171894 h 380573"/>
                <a:gd name="connsiteX4" fmla="*/ 38551 w 174646"/>
                <a:gd name="connsiteY4" fmla="*/ 171894 h 380573"/>
                <a:gd name="connsiteX5" fmla="*/ 38551 w 174646"/>
                <a:gd name="connsiteY5" fmla="*/ 380573 h 380573"/>
                <a:gd name="connsiteX6" fmla="*/ 109824 w 174646"/>
                <a:gd name="connsiteY6" fmla="*/ 380573 h 380573"/>
                <a:gd name="connsiteX7" fmla="*/ 109824 w 174646"/>
                <a:gd name="connsiteY7" fmla="*/ 171894 h 380573"/>
                <a:gd name="connsiteX8" fmla="*/ 168817 w 174646"/>
                <a:gd name="connsiteY8" fmla="*/ 171894 h 380573"/>
                <a:gd name="connsiteX9" fmla="*/ 168817 w 174646"/>
                <a:gd name="connsiteY9" fmla="*/ 105465 h 380573"/>
                <a:gd name="connsiteX10" fmla="*/ 109824 w 174646"/>
                <a:gd name="connsiteY10" fmla="*/ 105465 h 380573"/>
                <a:gd name="connsiteX11" fmla="*/ 109824 w 174646"/>
                <a:gd name="connsiteY11" fmla="*/ 83347 h 380573"/>
                <a:gd name="connsiteX12" fmla="*/ 139592 w 174646"/>
                <a:gd name="connsiteY12" fmla="*/ 59445 h 380573"/>
                <a:gd name="connsiteX13" fmla="*/ 174646 w 174646"/>
                <a:gd name="connsiteY13" fmla="*/ 64722 h 380573"/>
                <a:gd name="connsiteX14" fmla="*/ 174646 w 174646"/>
                <a:gd name="connsiteY14" fmla="*/ 7605 h 380573"/>
                <a:gd name="connsiteX15" fmla="*/ 122649 w 174646"/>
                <a:gd name="connsiteY15" fmla="*/ 0 h 380573"/>
                <a:gd name="connsiteX16" fmla="*/ 38551 w 174646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6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3" y="0"/>
                    <a:pt x="122649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1EA7E5F9-549C-2BA0-F145-DDAFD4071580}"/>
                </a:ext>
              </a:extLst>
            </p:cNvPr>
            <p:cNvSpPr/>
            <p:nvPr/>
          </p:nvSpPr>
          <p:spPr bwMode="invGray">
            <a:xfrm>
              <a:off x="3814838" y="4252917"/>
              <a:ext cx="174645" cy="380573"/>
            </a:xfrm>
            <a:custGeom>
              <a:avLst/>
              <a:gdLst>
                <a:gd name="connsiteX0" fmla="*/ 38551 w 174645"/>
                <a:gd name="connsiteY0" fmla="*/ 72250 h 380573"/>
                <a:gd name="connsiteX1" fmla="*/ 38551 w 174645"/>
                <a:gd name="connsiteY1" fmla="*/ 105465 h 380573"/>
                <a:gd name="connsiteX2" fmla="*/ 0 w 174645"/>
                <a:gd name="connsiteY2" fmla="*/ 105465 h 380573"/>
                <a:gd name="connsiteX3" fmla="*/ 0 w 174645"/>
                <a:gd name="connsiteY3" fmla="*/ 171894 h 380573"/>
                <a:gd name="connsiteX4" fmla="*/ 38551 w 174645"/>
                <a:gd name="connsiteY4" fmla="*/ 171894 h 380573"/>
                <a:gd name="connsiteX5" fmla="*/ 38551 w 174645"/>
                <a:gd name="connsiteY5" fmla="*/ 380573 h 380573"/>
                <a:gd name="connsiteX6" fmla="*/ 109824 w 174645"/>
                <a:gd name="connsiteY6" fmla="*/ 380573 h 380573"/>
                <a:gd name="connsiteX7" fmla="*/ 109824 w 174645"/>
                <a:gd name="connsiteY7" fmla="*/ 171894 h 380573"/>
                <a:gd name="connsiteX8" fmla="*/ 168817 w 174645"/>
                <a:gd name="connsiteY8" fmla="*/ 171894 h 380573"/>
                <a:gd name="connsiteX9" fmla="*/ 168817 w 174645"/>
                <a:gd name="connsiteY9" fmla="*/ 105465 h 380573"/>
                <a:gd name="connsiteX10" fmla="*/ 109824 w 174645"/>
                <a:gd name="connsiteY10" fmla="*/ 105465 h 380573"/>
                <a:gd name="connsiteX11" fmla="*/ 109824 w 174645"/>
                <a:gd name="connsiteY11" fmla="*/ 83347 h 380573"/>
                <a:gd name="connsiteX12" fmla="*/ 139592 w 174645"/>
                <a:gd name="connsiteY12" fmla="*/ 59445 h 380573"/>
                <a:gd name="connsiteX13" fmla="*/ 174646 w 174645"/>
                <a:gd name="connsiteY13" fmla="*/ 64722 h 380573"/>
                <a:gd name="connsiteX14" fmla="*/ 174646 w 174645"/>
                <a:gd name="connsiteY14" fmla="*/ 7605 h 380573"/>
                <a:gd name="connsiteX15" fmla="*/ 122648 w 174645"/>
                <a:gd name="connsiteY15" fmla="*/ 0 h 380573"/>
                <a:gd name="connsiteX16" fmla="*/ 38551 w 174645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5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2" y="0"/>
                    <a:pt x="122648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CB21BF8F-D69A-D448-965D-DF98FC40B05E}"/>
                </a:ext>
              </a:extLst>
            </p:cNvPr>
            <p:cNvSpPr/>
            <p:nvPr/>
          </p:nvSpPr>
          <p:spPr bwMode="invGray">
            <a:xfrm>
              <a:off x="7146866" y="4352561"/>
              <a:ext cx="237680" cy="281083"/>
            </a:xfrm>
            <a:custGeom>
              <a:avLst/>
              <a:gdLst>
                <a:gd name="connsiteX0" fmla="*/ 138426 w 237680"/>
                <a:gd name="connsiteY0" fmla="*/ 0 h 281083"/>
                <a:gd name="connsiteX1" fmla="*/ 71273 w 237680"/>
                <a:gd name="connsiteY1" fmla="*/ 24523 h 281083"/>
                <a:gd name="connsiteX2" fmla="*/ 71273 w 237680"/>
                <a:gd name="connsiteY2" fmla="*/ 5898 h 281083"/>
                <a:gd name="connsiteX3" fmla="*/ 0 w 237680"/>
                <a:gd name="connsiteY3" fmla="*/ 5898 h 281083"/>
                <a:gd name="connsiteX4" fmla="*/ 0 w 237680"/>
                <a:gd name="connsiteY4" fmla="*/ 281084 h 281083"/>
                <a:gd name="connsiteX5" fmla="*/ 71273 w 237680"/>
                <a:gd name="connsiteY5" fmla="*/ 281084 h 281083"/>
                <a:gd name="connsiteX6" fmla="*/ 71273 w 237680"/>
                <a:gd name="connsiteY6" fmla="*/ 129522 h 281083"/>
                <a:gd name="connsiteX7" fmla="*/ 119151 w 237680"/>
                <a:gd name="connsiteY7" fmla="*/ 67128 h 281083"/>
                <a:gd name="connsiteX8" fmla="*/ 166407 w 237680"/>
                <a:gd name="connsiteY8" fmla="*/ 131229 h 281083"/>
                <a:gd name="connsiteX9" fmla="*/ 166407 w 237680"/>
                <a:gd name="connsiteY9" fmla="*/ 281084 h 281083"/>
                <a:gd name="connsiteX10" fmla="*/ 237680 w 237680"/>
                <a:gd name="connsiteY10" fmla="*/ 281084 h 281083"/>
                <a:gd name="connsiteX11" fmla="*/ 237680 w 237680"/>
                <a:gd name="connsiteY11" fmla="*/ 125409 h 281083"/>
                <a:gd name="connsiteX12" fmla="*/ 138426 w 237680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680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07" y="92815"/>
                    <a:pt x="166407" y="131229"/>
                  </a:cubicBezTo>
                  <a:lnTo>
                    <a:pt x="166407" y="281084"/>
                  </a:lnTo>
                  <a:lnTo>
                    <a:pt x="237680" y="281084"/>
                  </a:lnTo>
                  <a:lnTo>
                    <a:pt x="237680" y="125409"/>
                  </a:lnTo>
                  <a:cubicBezTo>
                    <a:pt x="237680" y="57816"/>
                    <a:pt x="213119" y="78"/>
                    <a:pt x="138426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80EE662B-C257-3A02-BEF6-0047B8A44764}"/>
                </a:ext>
              </a:extLst>
            </p:cNvPr>
            <p:cNvSpPr/>
            <p:nvPr/>
          </p:nvSpPr>
          <p:spPr bwMode="invGray">
            <a:xfrm>
              <a:off x="7635595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26790BE4-F990-7763-F984-4CF14BE2007C}"/>
                </a:ext>
              </a:extLst>
            </p:cNvPr>
            <p:cNvSpPr/>
            <p:nvPr/>
          </p:nvSpPr>
          <p:spPr bwMode="invGray">
            <a:xfrm>
              <a:off x="7630931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1F429F6-D3F6-A8CC-B236-6E9AA6A8C18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  <a:gradFill>
            <a:gsLst>
              <a:gs pos="39000">
                <a:srgbClr val="1A9AFA"/>
              </a:gs>
              <a:gs pos="68000">
                <a:srgbClr val="175BB4"/>
              </a:gs>
              <a:gs pos="100000">
                <a:srgbClr val="072E65"/>
              </a:gs>
            </a:gsLst>
            <a:lin ang="18900000" scaled="0"/>
          </a:gradFill>
        </p:grpSpPr>
        <p:sp>
          <p:nvSpPr>
            <p:cNvPr id="21" name="Freeform 25">
              <a:extLst>
                <a:ext uri="{FF2B5EF4-FFF2-40B4-BE49-F238E27FC236}">
                  <a16:creationId xmlns:a16="http://schemas.microsoft.com/office/drawing/2014/main" id="{410B74CE-C8E5-0886-C1A8-4D75AE652F92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grpFill/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5FCD8BD4-4EE5-E829-4C4C-015B4AED9E3C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pFill/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7106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Highlight line 1">
            <a:extLst>
              <a:ext uri="{FF2B5EF4-FFF2-40B4-BE49-F238E27FC236}">
                <a16:creationId xmlns:a16="http://schemas.microsoft.com/office/drawing/2014/main" id="{A3C26D1B-E44E-200F-409F-5CC54ED5CF33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005026"/>
            <a:ext cx="11224347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16925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7"/>
            <a:ext cx="5356800" cy="4638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7"/>
            <a:ext cx="5356800" cy="4638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Highlight line 1">
            <a:extLst>
              <a:ext uri="{FF2B5EF4-FFF2-40B4-BE49-F238E27FC236}">
                <a16:creationId xmlns:a16="http://schemas.microsoft.com/office/drawing/2014/main" id="{79B824B2-861C-B5F6-96F5-BD66A482050C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485523" y="1005026"/>
            <a:ext cx="11224347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18714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12688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39853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Highlight line 1">
            <a:extLst>
              <a:ext uri="{FF2B5EF4-FFF2-40B4-BE49-F238E27FC236}">
                <a16:creationId xmlns:a16="http://schemas.microsoft.com/office/drawing/2014/main" id="{9C2F3D3D-E843-6924-653B-F9E969E06D84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005026"/>
            <a:ext cx="11224347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24BB767-F23F-7FBE-357D-B4DCD5C38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41786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85522" y="1411287"/>
            <a:ext cx="3571200" cy="4638675"/>
          </a:xfrm>
          <a:solidFill>
            <a:schemeClr val="accent3">
              <a:alpha val="25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/>
              <a:t>Only one highlight line should appear. Delete the other two lines.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auto">
          <a:xfrm>
            <a:off x="4312222" y="1411287"/>
            <a:ext cx="3571200" cy="4638675"/>
          </a:xfrm>
          <a:solidFill>
            <a:schemeClr val="accent3">
              <a:alpha val="25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/>
              <a:t>Only one highlight line should appear. Delete the other two lines.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auto">
          <a:xfrm>
            <a:off x="8138670" y="1411287"/>
            <a:ext cx="3571200" cy="4638675"/>
          </a:xfrm>
          <a:solidFill>
            <a:schemeClr val="accent3">
              <a:alpha val="25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/>
              <a:t>Only one highlight line should appear. Delete the other two lines.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E1FBA9F5-4E1E-7157-650F-920396E6BD16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775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Highlight line 2">
            <a:extLst>
              <a:ext uri="{FF2B5EF4-FFF2-40B4-BE49-F238E27FC236}">
                <a16:creationId xmlns:a16="http://schemas.microsoft.com/office/drawing/2014/main" id="{F0D5216F-CE4B-8B47-FCA1-EA9B01BBAD6B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312222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Highlight line 3">
            <a:extLst>
              <a:ext uri="{FF2B5EF4-FFF2-40B4-BE49-F238E27FC236}">
                <a16:creationId xmlns:a16="http://schemas.microsoft.com/office/drawing/2014/main" id="{945CF969-2B44-5C5F-B1A2-132B74FE4B46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8138670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05372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77372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9221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961CD-5D51-5DAB-76F4-3F2524B3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A89EC53-4B4E-25EA-86D3-0A198384FA8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61070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Highlight line 1">
            <a:extLst>
              <a:ext uri="{FF2B5EF4-FFF2-40B4-BE49-F238E27FC236}">
                <a16:creationId xmlns:a16="http://schemas.microsoft.com/office/drawing/2014/main" id="{86C86ABC-6979-1E9F-A6F3-8F34A358B12F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85523" y="1005026"/>
            <a:ext cx="11224347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363661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77455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9388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961CD-5D51-5DAB-76F4-3F2524B3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A89EC53-4B4E-25EA-86D3-0A198384FA8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61321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091EC5-9CD6-B52C-F192-1D28C197D5E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85523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F5F74F9-864E-3DD7-6291-763A9D830F2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377372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EC6B6C9-6D62-F36C-8404-9E032EF106E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269221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D7F9E8A1-A5A0-CC6C-3FD8-D24AC966E14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61070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Highlight line 1">
            <a:extLst>
              <a:ext uri="{FF2B5EF4-FFF2-40B4-BE49-F238E27FC236}">
                <a16:creationId xmlns:a16="http://schemas.microsoft.com/office/drawing/2014/main" id="{697662F9-EE83-592F-ECD5-4C66089C580B}"/>
              </a:ext>
            </a:extLst>
          </p:cNvPr>
          <p:cNvSpPr>
            <a:spLocks noGrp="1"/>
          </p:cNvSpPr>
          <p:nvPr>
            <p:ph type="dgm" sz="quarter" idx="20" hasCustomPrompt="1"/>
          </p:nvPr>
        </p:nvSpPr>
        <p:spPr>
          <a:xfrm>
            <a:off x="485523" y="1005026"/>
            <a:ext cx="11224347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55823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1411287"/>
            <a:ext cx="5610479" cy="4638673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9868" y="0"/>
            <a:ext cx="5842132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88C567-2561-2AD2-63FE-0886450D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561047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Highlight line 1">
            <a:extLst>
              <a:ext uri="{FF2B5EF4-FFF2-40B4-BE49-F238E27FC236}">
                <a16:creationId xmlns:a16="http://schemas.microsoft.com/office/drawing/2014/main" id="{01DF52AF-375B-1E1D-A831-1F49E72CE456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485523" y="1005026"/>
            <a:ext cx="56160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852364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3568952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9938" y="0"/>
            <a:ext cx="3802061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D119AB-28F4-6336-28B6-59438D27F15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311524" y="1411287"/>
            <a:ext cx="3568952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9361665-A619-0AEE-E8F0-5711C7980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7394953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A791F6DF-6EA0-5CF0-E65C-503BC94EB274}"/>
              </a:ext>
            </a:extLst>
          </p:cNvPr>
          <p:cNvSpPr>
            <a:spLocks noGrp="1"/>
          </p:cNvSpPr>
          <p:nvPr>
            <p:ph type="dgm" sz="quarter" idx="31" hasCustomPrompt="1"/>
          </p:nvPr>
        </p:nvSpPr>
        <p:spPr>
          <a:xfrm>
            <a:off x="485523" y="1005026"/>
            <a:ext cx="73800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491713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254977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5113" y="0"/>
            <a:ext cx="3036886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D119AB-28F4-6336-28B6-59438D27F15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3290888" y="1411287"/>
            <a:ext cx="2549525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468690-9C07-32F0-8029-E127A361B770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6117908" y="1411287"/>
            <a:ext cx="2549525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4452E42-0F44-3CC2-78EC-9EE78A1B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82588"/>
            <a:ext cx="8181910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1C7AF73A-5E2F-12D1-45A4-CD3FEC24FE97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005026"/>
            <a:ext cx="81720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81960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Media Placeholder 11">
            <a:extLst>
              <a:ext uri="{FF2B5EF4-FFF2-40B4-BE49-F238E27FC236}">
                <a16:creationId xmlns:a16="http://schemas.microsoft.com/office/drawing/2014/main" id="{7AA8680C-DF0E-A59A-1D40-85E5B348B8F4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5524" y="1411287"/>
            <a:ext cx="8160263" cy="463867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85579B-86BF-EE24-023A-9F648CFE07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4632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0562FB85-259D-A89A-1C34-899156C3DE47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005026"/>
            <a:ext cx="11224347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457489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EC20394-F6AE-DC91-F7F3-91384D3756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8C26B76-6BF1-741E-77C9-1AE58FAA9D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5523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5250BC2-E0E2-741C-128C-67991E7FE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8661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BAB1B720-8C35-31CC-E8BA-A24F76EC23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78661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9756EF2-9996-0FB9-D7B0-C8F68A711B3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1799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BDC17D8-DC6B-1BF9-23DC-FF6D20C0FD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1799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DE2BFA5-8DD3-AAE2-BA88-2C21E5EA38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64936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A6334C15-AC9A-3BC9-AC49-BB8588AC06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4937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47795BA7-FED2-3A4E-668F-CA4916635A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7323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AF8E8AE1-116F-1D7C-AFB6-535FEA2ADD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80461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34B1E875-44CC-11CC-E72A-001D464384F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73598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8D314131-1577-B46C-596B-C2AD516D1E6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66736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Highlight line 1">
            <a:extLst>
              <a:ext uri="{FF2B5EF4-FFF2-40B4-BE49-F238E27FC236}">
                <a16:creationId xmlns:a16="http://schemas.microsoft.com/office/drawing/2014/main" id="{8609294F-2255-61BF-4D4F-7ACA32F6D228}"/>
              </a:ext>
            </a:extLst>
          </p:cNvPr>
          <p:cNvSpPr>
            <a:spLocks noGrp="1"/>
          </p:cNvSpPr>
          <p:nvPr>
            <p:ph type="dgm" sz="quarter" idx="25" hasCustomPrompt="1"/>
          </p:nvPr>
        </p:nvSpPr>
        <p:spPr>
          <a:xfrm>
            <a:off x="485523" y="1005026"/>
            <a:ext cx="11224347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6466607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1B7BC80A-0B74-DD25-90D5-7D9F71589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07923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6F5E5E41-09E4-029C-0E75-C9B547EC8A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07923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1A34F1E0-A87C-7178-6538-22253973A9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5523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74E37A4-57E6-2CDF-2A5F-3C554861B7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5523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Team name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116B2E5-B73A-D121-0F3D-AD18A29831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07923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EEB861F1-1DCD-AC14-72C5-74E3CBEDCC6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923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2AD0FA3F-F163-4A05-299B-BC661CE2D5A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85523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E5857066-46A9-72C9-EBC1-46A671B0000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07923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018DCA9A-F508-544F-26AE-564194DADCB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07923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0057E680-F84B-F640-97B3-1574895E590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85523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7A0A840B-4CD0-8E51-0DB8-CAA8C5CE56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07923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907FD0F3-2EFB-1048-729B-F8D9C5387E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07923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30" name="Picture Placeholder 12">
            <a:extLst>
              <a:ext uri="{FF2B5EF4-FFF2-40B4-BE49-F238E27FC236}">
                <a16:creationId xmlns:a16="http://schemas.microsoft.com/office/drawing/2014/main" id="{8F182A88-FA5D-6BF5-64A4-F27206333D0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85523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0E55779C-A246-7AA1-1246-32F3BAC3E9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99772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AE906D56-BF94-FEC3-DB85-DEC802C0EDF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99772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33" name="Picture Placeholder 12">
            <a:extLst>
              <a:ext uri="{FF2B5EF4-FFF2-40B4-BE49-F238E27FC236}">
                <a16:creationId xmlns:a16="http://schemas.microsoft.com/office/drawing/2014/main" id="{CF08BE99-68E9-C172-4584-192EAC7EBA24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3377372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61B59087-059A-8552-985C-C458B49492E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377372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Team name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B80CEAFC-3F56-53A9-7CA1-6FF2EFEA9F7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99772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1F927087-C230-38DF-C1BC-D979647576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99772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37" name="Picture Placeholder 12">
            <a:extLst>
              <a:ext uri="{FF2B5EF4-FFF2-40B4-BE49-F238E27FC236}">
                <a16:creationId xmlns:a16="http://schemas.microsoft.com/office/drawing/2014/main" id="{E5B079F2-242E-7156-DFAD-AED073123B53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377372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BAD8BB7A-C875-E730-22F2-58BF881807E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99772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428864EC-7BF7-9E3F-14AA-1569F68FDBF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99772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40" name="Picture Placeholder 12">
            <a:extLst>
              <a:ext uri="{FF2B5EF4-FFF2-40B4-BE49-F238E27FC236}">
                <a16:creationId xmlns:a16="http://schemas.microsoft.com/office/drawing/2014/main" id="{01784631-4FDE-2C65-08D2-90389B52BB27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3377372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0154653D-5642-2E90-794A-C1E075F2C19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99772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42" name="Text Placeholder 9">
            <a:extLst>
              <a:ext uri="{FF2B5EF4-FFF2-40B4-BE49-F238E27FC236}">
                <a16:creationId xmlns:a16="http://schemas.microsoft.com/office/drawing/2014/main" id="{7B745924-C16B-48BF-AE37-F5CD447BF3B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99772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43" name="Picture Placeholder 12">
            <a:extLst>
              <a:ext uri="{FF2B5EF4-FFF2-40B4-BE49-F238E27FC236}">
                <a16:creationId xmlns:a16="http://schemas.microsoft.com/office/drawing/2014/main" id="{4E35CBCD-AFBE-52EA-7BC2-89F29ED83F88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377372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44" name="Text Placeholder 9">
            <a:extLst>
              <a:ext uri="{FF2B5EF4-FFF2-40B4-BE49-F238E27FC236}">
                <a16:creationId xmlns:a16="http://schemas.microsoft.com/office/drawing/2014/main" id="{C6A4FD7C-43FE-CC16-4728-179DD98E56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291621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CCC5923F-9079-4223-BD7D-2ECA17762C8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291621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D730576F-217C-362A-C36F-674299D51B91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6269221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47" name="Text Placeholder 9">
            <a:extLst>
              <a:ext uri="{FF2B5EF4-FFF2-40B4-BE49-F238E27FC236}">
                <a16:creationId xmlns:a16="http://schemas.microsoft.com/office/drawing/2014/main" id="{683AAA8B-B0B9-8676-2816-59B9081C344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269221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Team name</a:t>
            </a:r>
            <a:endParaRPr lang="en-US"/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66FDE5EC-EECA-8ACE-6501-3066CB7FE8A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291621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49" name="Text Placeholder 9">
            <a:extLst>
              <a:ext uri="{FF2B5EF4-FFF2-40B4-BE49-F238E27FC236}">
                <a16:creationId xmlns:a16="http://schemas.microsoft.com/office/drawing/2014/main" id="{73D20F87-E90C-42D0-0ED6-6300216BB30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91621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50" name="Picture Placeholder 12">
            <a:extLst>
              <a:ext uri="{FF2B5EF4-FFF2-40B4-BE49-F238E27FC236}">
                <a16:creationId xmlns:a16="http://schemas.microsoft.com/office/drawing/2014/main" id="{03693376-1C6C-F15B-897B-29DF694405E9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6269221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51" name="Text Placeholder 9">
            <a:extLst>
              <a:ext uri="{FF2B5EF4-FFF2-40B4-BE49-F238E27FC236}">
                <a16:creationId xmlns:a16="http://schemas.microsoft.com/office/drawing/2014/main" id="{77461B86-A1F2-292C-BC4A-3A720C40ECF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291621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52" name="Text Placeholder 9">
            <a:extLst>
              <a:ext uri="{FF2B5EF4-FFF2-40B4-BE49-F238E27FC236}">
                <a16:creationId xmlns:a16="http://schemas.microsoft.com/office/drawing/2014/main" id="{32236890-E7EA-252D-D7B2-D649918B3AD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291621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53" name="Picture Placeholder 12">
            <a:extLst>
              <a:ext uri="{FF2B5EF4-FFF2-40B4-BE49-F238E27FC236}">
                <a16:creationId xmlns:a16="http://schemas.microsoft.com/office/drawing/2014/main" id="{9D7279F8-145F-2BC9-392D-C195932B23E9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69221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54" name="Text Placeholder 9">
            <a:extLst>
              <a:ext uri="{FF2B5EF4-FFF2-40B4-BE49-F238E27FC236}">
                <a16:creationId xmlns:a16="http://schemas.microsoft.com/office/drawing/2014/main" id="{38CC5E8C-843D-F801-E86E-74E733EC4AC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291621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1F5E5E23-4BD8-2BF8-132F-46B1EEF1CE4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291621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56" name="Picture Placeholder 12">
            <a:extLst>
              <a:ext uri="{FF2B5EF4-FFF2-40B4-BE49-F238E27FC236}">
                <a16:creationId xmlns:a16="http://schemas.microsoft.com/office/drawing/2014/main" id="{5CD9EB6F-BA12-B7A4-0F8D-EF9271F7223A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6269221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23566F37-EF18-0360-14F6-C03B1215951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183471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58" name="Text Placeholder 9">
            <a:extLst>
              <a:ext uri="{FF2B5EF4-FFF2-40B4-BE49-F238E27FC236}">
                <a16:creationId xmlns:a16="http://schemas.microsoft.com/office/drawing/2014/main" id="{58D642CD-278F-34F9-CF75-99A7339353C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183471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59" name="Picture Placeholder 12">
            <a:extLst>
              <a:ext uri="{FF2B5EF4-FFF2-40B4-BE49-F238E27FC236}">
                <a16:creationId xmlns:a16="http://schemas.microsoft.com/office/drawing/2014/main" id="{4F6E90F8-DB8A-5E9D-7163-AC30457FEAC0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9161070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60" name="Text Placeholder 9">
            <a:extLst>
              <a:ext uri="{FF2B5EF4-FFF2-40B4-BE49-F238E27FC236}">
                <a16:creationId xmlns:a16="http://schemas.microsoft.com/office/drawing/2014/main" id="{7435555B-D553-70C9-B67C-5A661E9585CD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161070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Team name</a:t>
            </a:r>
            <a:endParaRPr lang="en-US"/>
          </a:p>
        </p:txBody>
      </p:sp>
      <p:sp>
        <p:nvSpPr>
          <p:cNvPr id="61" name="Text Placeholder 9">
            <a:extLst>
              <a:ext uri="{FF2B5EF4-FFF2-40B4-BE49-F238E27FC236}">
                <a16:creationId xmlns:a16="http://schemas.microsoft.com/office/drawing/2014/main" id="{5DB8DE5C-79AE-8E49-DC40-B4E1DDB68BA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0183471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62" name="Text Placeholder 9">
            <a:extLst>
              <a:ext uri="{FF2B5EF4-FFF2-40B4-BE49-F238E27FC236}">
                <a16:creationId xmlns:a16="http://schemas.microsoft.com/office/drawing/2014/main" id="{289E0F5F-936F-FA54-01D7-5CD0040D07C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0183471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63" name="Picture Placeholder 12">
            <a:extLst>
              <a:ext uri="{FF2B5EF4-FFF2-40B4-BE49-F238E27FC236}">
                <a16:creationId xmlns:a16="http://schemas.microsoft.com/office/drawing/2014/main" id="{11FBE638-0595-F8E5-AFBB-43DC12983672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9161070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64" name="Text Placeholder 9">
            <a:extLst>
              <a:ext uri="{FF2B5EF4-FFF2-40B4-BE49-F238E27FC236}">
                <a16:creationId xmlns:a16="http://schemas.microsoft.com/office/drawing/2014/main" id="{A3352A0C-1A08-FCFC-FF9C-CCA8F22308A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0183471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65" name="Text Placeholder 9">
            <a:extLst>
              <a:ext uri="{FF2B5EF4-FFF2-40B4-BE49-F238E27FC236}">
                <a16:creationId xmlns:a16="http://schemas.microsoft.com/office/drawing/2014/main" id="{6E261588-76E1-16B7-8374-3F9A28832EF4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183471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CAE85F7E-2BA3-3513-9E8B-8B03FE7AAC4C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161070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67" name="Text Placeholder 9">
            <a:extLst>
              <a:ext uri="{FF2B5EF4-FFF2-40B4-BE49-F238E27FC236}">
                <a16:creationId xmlns:a16="http://schemas.microsoft.com/office/drawing/2014/main" id="{7280094F-B199-060D-4D4B-CA4F1BFCF5F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0183471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68" name="Text Placeholder 9">
            <a:extLst>
              <a:ext uri="{FF2B5EF4-FFF2-40B4-BE49-F238E27FC236}">
                <a16:creationId xmlns:a16="http://schemas.microsoft.com/office/drawing/2014/main" id="{253E3C85-558C-05C1-155E-0E52AA94351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0183471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69" name="Picture Placeholder 12">
            <a:extLst>
              <a:ext uri="{FF2B5EF4-FFF2-40B4-BE49-F238E27FC236}">
                <a16:creationId xmlns:a16="http://schemas.microsoft.com/office/drawing/2014/main" id="{E5B87C2C-7F36-6D34-D014-54305471A5A7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9161070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70" name="SmartArt Placeholder 7">
            <a:extLst>
              <a:ext uri="{FF2B5EF4-FFF2-40B4-BE49-F238E27FC236}">
                <a16:creationId xmlns:a16="http://schemas.microsoft.com/office/drawing/2014/main" id="{162A8BA6-6F67-C4EB-3430-78F1A0EC0F06}"/>
              </a:ext>
            </a:extLst>
          </p:cNvPr>
          <p:cNvSpPr>
            <a:spLocks noGrp="1"/>
          </p:cNvSpPr>
          <p:nvPr>
            <p:ph type="dgm" sz="quarter" idx="74" hasCustomPrompt="1"/>
          </p:nvPr>
        </p:nvSpPr>
        <p:spPr>
          <a:xfrm>
            <a:off x="485523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71" name="SmartArt Placeholder 7">
            <a:extLst>
              <a:ext uri="{FF2B5EF4-FFF2-40B4-BE49-F238E27FC236}">
                <a16:creationId xmlns:a16="http://schemas.microsoft.com/office/drawing/2014/main" id="{EC5DF0FE-64D1-AB19-CAF1-A390D6492B0D}"/>
              </a:ext>
            </a:extLst>
          </p:cNvPr>
          <p:cNvSpPr>
            <a:spLocks noGrp="1"/>
          </p:cNvSpPr>
          <p:nvPr>
            <p:ph type="dgm" sz="quarter" idx="75" hasCustomPrompt="1"/>
          </p:nvPr>
        </p:nvSpPr>
        <p:spPr>
          <a:xfrm>
            <a:off x="3377372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72" name="SmartArt Placeholder 7">
            <a:extLst>
              <a:ext uri="{FF2B5EF4-FFF2-40B4-BE49-F238E27FC236}">
                <a16:creationId xmlns:a16="http://schemas.microsoft.com/office/drawing/2014/main" id="{60800279-F9E3-EDED-BB35-F73EEF52F830}"/>
              </a:ext>
            </a:extLst>
          </p:cNvPr>
          <p:cNvSpPr>
            <a:spLocks noGrp="1"/>
          </p:cNvSpPr>
          <p:nvPr>
            <p:ph type="dgm" sz="quarter" idx="76" hasCustomPrompt="1"/>
          </p:nvPr>
        </p:nvSpPr>
        <p:spPr>
          <a:xfrm>
            <a:off x="6269221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73" name="SmartArt Placeholder 7">
            <a:extLst>
              <a:ext uri="{FF2B5EF4-FFF2-40B4-BE49-F238E27FC236}">
                <a16:creationId xmlns:a16="http://schemas.microsoft.com/office/drawing/2014/main" id="{1BF95AC1-33EC-C487-C489-B7A97BBB2925}"/>
              </a:ext>
            </a:extLst>
          </p:cNvPr>
          <p:cNvSpPr>
            <a:spLocks noGrp="1"/>
          </p:cNvSpPr>
          <p:nvPr>
            <p:ph type="dgm" sz="quarter" idx="77" hasCustomPrompt="1"/>
          </p:nvPr>
        </p:nvSpPr>
        <p:spPr>
          <a:xfrm>
            <a:off x="9161070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55E58D2B-0CA9-0D19-53DD-C4C9BE12F41A}"/>
              </a:ext>
            </a:extLst>
          </p:cNvPr>
          <p:cNvSpPr>
            <a:spLocks noGrp="1"/>
          </p:cNvSpPr>
          <p:nvPr>
            <p:ph type="dgm" sz="quarter" idx="78" hasCustomPrompt="1"/>
          </p:nvPr>
        </p:nvSpPr>
        <p:spPr>
          <a:xfrm>
            <a:off x="485523" y="1005026"/>
            <a:ext cx="11224347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37127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2016125"/>
            <a:ext cx="5610479" cy="4033837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9868" y="0"/>
            <a:ext cx="5842132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97C4A53-D484-0A91-32DE-DC7DFBC6D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9"/>
            <a:ext cx="5610479" cy="10574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D63F9319-A816-EE92-F8BF-040DCA87ED76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485523" y="1005026"/>
            <a:ext cx="56160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528728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2523291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tx1"/>
                </a:solidFill>
                <a:latin typeface="+mj-lt"/>
              </a:defRPr>
            </a:lvl1pPr>
            <a:lvl2pPr marL="252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000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0886606-7F7C-229B-523F-A51D629D8F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2096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tx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000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4DFDFED0-9426-6F78-EE09-B416D35596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38670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tx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0D1CEB-1876-8DB7-6913-D6F96D953A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5523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344ED76-364E-1538-DFB0-B25FC3D75E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2096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CFE1354-17C3-F8BE-C22A-B4DC2FEEE4D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8670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Highlight line 1">
            <a:extLst>
              <a:ext uri="{FF2B5EF4-FFF2-40B4-BE49-F238E27FC236}">
                <a16:creationId xmlns:a16="http://schemas.microsoft.com/office/drawing/2014/main" id="{34F207C9-9A8B-EF87-98D3-1C82E5A73D92}"/>
              </a:ext>
            </a:extLst>
          </p:cNvPr>
          <p:cNvSpPr>
            <a:spLocks noGrp="1"/>
          </p:cNvSpPr>
          <p:nvPr>
            <p:ph type="dgm" sz="quarter" idx="19" hasCustomPrompt="1"/>
          </p:nvPr>
        </p:nvSpPr>
        <p:spPr>
          <a:xfrm>
            <a:off x="485523" y="2386525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14" name="Highlight line 2">
            <a:extLst>
              <a:ext uri="{FF2B5EF4-FFF2-40B4-BE49-F238E27FC236}">
                <a16:creationId xmlns:a16="http://schemas.microsoft.com/office/drawing/2014/main" id="{F2F8A8EF-34AC-8909-599F-945923D00AEF}"/>
              </a:ext>
            </a:extLst>
          </p:cNvPr>
          <p:cNvSpPr>
            <a:spLocks noGrp="1"/>
          </p:cNvSpPr>
          <p:nvPr>
            <p:ph type="dgm" sz="quarter" idx="20" hasCustomPrompt="1"/>
          </p:nvPr>
        </p:nvSpPr>
        <p:spPr>
          <a:xfrm>
            <a:off x="4312096" y="2386525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15" name="Highlight line 3">
            <a:extLst>
              <a:ext uri="{FF2B5EF4-FFF2-40B4-BE49-F238E27FC236}">
                <a16:creationId xmlns:a16="http://schemas.microsoft.com/office/drawing/2014/main" id="{FAEBBCA3-F771-49F4-C4AD-11D468F96AB6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8138670" y="2386525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CD60D0CB-F958-DDF7-30FB-BA190D1D5897}"/>
              </a:ext>
            </a:extLst>
          </p:cNvPr>
          <p:cNvSpPr>
            <a:spLocks noGrp="1"/>
          </p:cNvSpPr>
          <p:nvPr>
            <p:ph type="dgm" sz="quarter" idx="22" hasCustomPrompt="1"/>
          </p:nvPr>
        </p:nvSpPr>
        <p:spPr>
          <a:xfrm>
            <a:off x="485523" y="1005026"/>
            <a:ext cx="11224347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5545353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Media Placeholder 11">
            <a:extLst>
              <a:ext uri="{FF2B5EF4-FFF2-40B4-BE49-F238E27FC236}">
                <a16:creationId xmlns:a16="http://schemas.microsoft.com/office/drawing/2014/main" id="{7AA8680C-DF0E-A59A-1D40-85E5B348B8F4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5524" y="1411287"/>
            <a:ext cx="8160263" cy="463867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85579B-86BF-EE24-023A-9F648CFE07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4632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6689895F-167A-0F91-AD8F-E93DA7D00455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005026"/>
            <a:ext cx="11224347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47954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EC20394-F6AE-DC91-F7F3-91384D3756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8C26B76-6BF1-741E-77C9-1AE58FAA9D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5523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5250BC2-E0E2-741C-128C-67991E7FE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8572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BAB1B720-8C35-31CC-E8BA-A24F76EC23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78572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9756EF2-9996-0FB9-D7B0-C8F68A711B3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1620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BDC17D8-DC6B-1BF9-23DC-FF6D20C0FD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1620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DE2BFA5-8DD3-AAE2-BA88-2C21E5EA38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64669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A6334C15-AC9A-3BC9-AC49-BB8588AC06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4670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0BA6537A-D367-6DF9-2A2C-F0EF216DD53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7323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1ABE1BD9-533C-1930-8960-4BAE5CA7463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80372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FFEBD01-EBC9-7BDA-3CC5-39B4C8203AA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73420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38869CAE-EFD2-4214-1658-F59F26B2225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66469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Highlight line 1">
            <a:extLst>
              <a:ext uri="{FF2B5EF4-FFF2-40B4-BE49-F238E27FC236}">
                <a16:creationId xmlns:a16="http://schemas.microsoft.com/office/drawing/2014/main" id="{EF4C1ACA-F998-861D-E81D-E014B78BD67D}"/>
              </a:ext>
            </a:extLst>
          </p:cNvPr>
          <p:cNvSpPr>
            <a:spLocks noGrp="1"/>
          </p:cNvSpPr>
          <p:nvPr>
            <p:ph type="dgm" sz="quarter" idx="25" hasCustomPrompt="1"/>
          </p:nvPr>
        </p:nvSpPr>
        <p:spPr>
          <a:xfrm>
            <a:off x="485523" y="1005026"/>
            <a:ext cx="11224347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701922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FCD1D3-FDB8-497D-286C-0F299F7344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243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924B414-5461-0CC3-FF79-6D6DCE1330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684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125B97A-9777-D8A4-B814-4BB264920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54324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98A57E-4281-B20C-440D-1019A9589B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8949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A7B2F26-C3A1-DD29-4E31-76BEBEC041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17604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610966-0D3A-F007-5DCA-E1C1D3427A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305361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21692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kumimoji="0" lang="en-US" sz="16600" b="1" i="0" u="none" strike="noStrike" kern="1200" cap="none" spc="0" normalizeH="0" baseline="0" dirty="0">
                <a:ln>
                  <a:noFill/>
                </a:ln>
                <a:solidFill>
                  <a:srgbClr val="747480">
                    <a:alpha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100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378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8E51E9-B132-1CDF-1DB4-10C3456EC8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0FFC6-DEA1-5FCD-0ABD-350186ADB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3314701" cy="47089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Contents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8AEA00-448F-1217-B10E-ABF6D402B4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775" y="1411287"/>
            <a:ext cx="5099050" cy="463867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Introduction text goes here and delete the bullet if not required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4A244641-8AF5-E5A2-18FB-105E0DDC42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9647" y="1411287"/>
            <a:ext cx="5610225" cy="463867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1800"/>
            </a:lvl1pPr>
            <a:lvl2pPr marL="914400" indent="-457200">
              <a:defRPr sz="1600"/>
            </a:lvl2pPr>
            <a:lvl3pPr marL="914400" indent="-457200">
              <a:defRPr sz="1600"/>
            </a:lvl3pPr>
            <a:lvl4pPr marL="914400" indent="-457200">
              <a:defRPr sz="1400"/>
            </a:lvl4pPr>
            <a:lvl5pPr marL="914400" indent="-457200">
              <a:defRPr sz="1400"/>
            </a:lvl5pPr>
          </a:lstStyle>
          <a:p>
            <a:pPr lvl="0"/>
            <a:r>
              <a:rPr lang="en-IN"/>
              <a:t>Section header goes here and to insert page numbers use the tab button on the keyboard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73516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848D6AC-834E-5CEE-9EE9-0783979101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B9199D71-1BDD-2925-CD92-9B0B3F8439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56521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F8391354-FDE4-DE4D-8084-A61467B9F4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845421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F575A1BC-5BD6-1793-C917-0720FC3DE9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16419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9CBCE1B-3F39-C7B5-CCE2-AE84242E77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5205319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14015C2-B8E4-B890-4CD0-F6A3A2052CA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65217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7959C9A-F406-FB92-6FFF-08F42234C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36214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C6A6256-32C1-F83C-4A32-D674785CF1D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25114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11224347" cy="47089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Agenda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0A2165-CDB3-28AA-F42A-E5E3D72C1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623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78D4931-12A7-7D80-F380-EDF6BE10CA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5523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8D52684-7A0E-2BDF-C56C-F721FED04E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76317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6D23DAA3-59C7-A352-8728-D157F22D25EF}"/>
              </a:ext>
            </a:extLst>
          </p:cNvPr>
          <p:cNvSpPr>
            <a:spLocks noGrp="1"/>
          </p:cNvSpPr>
          <p:nvPr>
            <p:ph type="dgm" sz="quarter" idx="36" hasCustomPrompt="1"/>
          </p:nvPr>
        </p:nvSpPr>
        <p:spPr>
          <a:xfrm>
            <a:off x="2556050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7" name="SmartArt Placeholder 35">
            <a:extLst>
              <a:ext uri="{FF2B5EF4-FFF2-40B4-BE49-F238E27FC236}">
                <a16:creationId xmlns:a16="http://schemas.microsoft.com/office/drawing/2014/main" id="{D33DFC67-321E-4CFE-436A-CF6FA96BA7E4}"/>
              </a:ext>
            </a:extLst>
          </p:cNvPr>
          <p:cNvSpPr>
            <a:spLocks noGrp="1"/>
          </p:cNvSpPr>
          <p:nvPr>
            <p:ph type="dgm" sz="quarter" idx="37" hasCustomPrompt="1"/>
          </p:nvPr>
        </p:nvSpPr>
        <p:spPr>
          <a:xfrm flipH="1">
            <a:off x="4915948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8" name="SmartArt Placeholder 35">
            <a:extLst>
              <a:ext uri="{FF2B5EF4-FFF2-40B4-BE49-F238E27FC236}">
                <a16:creationId xmlns:a16="http://schemas.microsoft.com/office/drawing/2014/main" id="{A43CB924-4778-AEB3-1D6C-5B802CD043B0}"/>
              </a:ext>
            </a:extLst>
          </p:cNvPr>
          <p:cNvSpPr>
            <a:spLocks noGrp="1"/>
          </p:cNvSpPr>
          <p:nvPr>
            <p:ph type="dgm" sz="quarter" idx="38" hasCustomPrompt="1"/>
          </p:nvPr>
        </p:nvSpPr>
        <p:spPr>
          <a:xfrm>
            <a:off x="7275846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9" name="SmartArt Placeholder 35">
            <a:extLst>
              <a:ext uri="{FF2B5EF4-FFF2-40B4-BE49-F238E27FC236}">
                <a16:creationId xmlns:a16="http://schemas.microsoft.com/office/drawing/2014/main" id="{225723D6-9330-76F1-3F3B-6A582AC1C154}"/>
              </a:ext>
            </a:extLst>
          </p:cNvPr>
          <p:cNvSpPr>
            <a:spLocks noGrp="1"/>
          </p:cNvSpPr>
          <p:nvPr>
            <p:ph type="dgm" sz="quarter" idx="39" hasCustomPrompt="1"/>
          </p:nvPr>
        </p:nvSpPr>
        <p:spPr>
          <a:xfrm>
            <a:off x="9635744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573073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B841A12-A49B-276A-BE8B-5ED07A7CC9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693724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528852B-3565-7534-5268-D7A5246DA2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510966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6086DA-FAB4-D672-5D3E-0B069D2B2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BA46848-8969-3428-7E66-3827EB17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959" y="4980757"/>
            <a:ext cx="3445104" cy="1938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8B5CC24-699C-7858-0807-40619F0D53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4961" y="5184857"/>
            <a:ext cx="3445104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E82A0447-0820-5F05-7D32-3BE15F1948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2884" y="358916"/>
            <a:ext cx="2023892" cy="1419083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200" b="0" i="0">
                <a:solidFill>
                  <a:schemeClr val="tx2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/>
              <a:t>“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8A771E8A-8B2A-ED69-3AEC-E5AEDB16F0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4959" y="1958113"/>
            <a:ext cx="7524979" cy="2721927"/>
          </a:xfrm>
        </p:spPr>
        <p:txBody>
          <a:bodyPr/>
          <a:lstStyle>
            <a:lvl1pPr marL="0" indent="0">
              <a:buNone/>
              <a:defRPr sz="4800" b="0" i="0"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/>
              <a:t>Quote goes here.</a:t>
            </a:r>
          </a:p>
        </p:txBody>
      </p:sp>
    </p:spTree>
    <p:extLst>
      <p:ext uri="{BB962C8B-B14F-4D97-AF65-F5344CB8AC3E}">
        <p14:creationId xmlns:p14="http://schemas.microsoft.com/office/powerpoint/2010/main" val="366240070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04648CD8-B307-812B-5BD0-91AA365C73D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2" name="SmartArt Placeholder 1">
            <a:extLst>
              <a:ext uri="{FF2B5EF4-FFF2-40B4-BE49-F238E27FC236}">
                <a16:creationId xmlns:a16="http://schemas.microsoft.com/office/drawing/2014/main" id="{14FDA5E5-E0EC-218F-B267-8FCE60A66BBC}"/>
              </a:ext>
            </a:extLst>
          </p:cNvPr>
          <p:cNvSpPr>
            <a:spLocks noGrp="1"/>
          </p:cNvSpPr>
          <p:nvPr>
            <p:ph type="dgm" sz="quarter" idx="14" hasCustomPrompt="1"/>
          </p:nvPr>
        </p:nvSpPr>
        <p:spPr bwMode="invGray">
          <a:xfrm>
            <a:off x="10864485" y="6275796"/>
            <a:ext cx="346392" cy="126450"/>
          </a:xfrm>
          <a:custGeom>
            <a:avLst/>
            <a:gdLst>
              <a:gd name="connsiteX0" fmla="*/ 346392 w 346392"/>
              <a:gd name="connsiteY0" fmla="*/ 0 h 126450"/>
              <a:gd name="connsiteX1" fmla="*/ 346392 w 346392"/>
              <a:gd name="connsiteY1" fmla="*/ 65422 h 126450"/>
              <a:gd name="connsiteX2" fmla="*/ 0 w 346392"/>
              <a:gd name="connsiteY2" fmla="*/ 126450 h 126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392" h="126450">
                <a:moveTo>
                  <a:pt x="346392" y="0"/>
                </a:moveTo>
                <a:lnTo>
                  <a:pt x="346392" y="65422"/>
                </a:lnTo>
                <a:lnTo>
                  <a:pt x="0" y="126450"/>
                </a:lnTo>
                <a:close/>
              </a:path>
            </a:pathLst>
          </a:custGeom>
          <a:solidFill>
            <a:srgbClr val="FBE74D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6374E09F-A3BB-9467-9E51-F18A87BB74C9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 bwMode="invGray">
          <a:xfrm>
            <a:off x="10867415" y="6454973"/>
            <a:ext cx="290979" cy="175270"/>
          </a:xfrm>
          <a:custGeom>
            <a:avLst/>
            <a:gdLst>
              <a:gd name="connsiteX0" fmla="*/ 115952 w 290979"/>
              <a:gd name="connsiteY0" fmla="*/ 0 h 175270"/>
              <a:gd name="connsiteX1" fmla="*/ 174051 w 290979"/>
              <a:gd name="connsiteY1" fmla="*/ 0 h 175270"/>
              <a:gd name="connsiteX2" fmla="*/ 203832 w 290979"/>
              <a:gd name="connsiteY2" fmla="*/ 57122 h 175270"/>
              <a:gd name="connsiteX3" fmla="*/ 233614 w 290979"/>
              <a:gd name="connsiteY3" fmla="*/ 0 h 175270"/>
              <a:gd name="connsiteX4" fmla="*/ 290979 w 290979"/>
              <a:gd name="connsiteY4" fmla="*/ 0 h 175270"/>
              <a:gd name="connsiteX5" fmla="*/ 229708 w 290979"/>
              <a:gd name="connsiteY5" fmla="*/ 105944 h 175270"/>
              <a:gd name="connsiteX6" fmla="*/ 229708 w 290979"/>
              <a:gd name="connsiteY6" fmla="*/ 175270 h 175270"/>
              <a:gd name="connsiteX7" fmla="*/ 177224 w 290979"/>
              <a:gd name="connsiteY7" fmla="*/ 175270 h 175270"/>
              <a:gd name="connsiteX8" fmla="*/ 177224 w 290979"/>
              <a:gd name="connsiteY8" fmla="*/ 105944 h 175270"/>
              <a:gd name="connsiteX9" fmla="*/ 0 w 290979"/>
              <a:gd name="connsiteY9" fmla="*/ 0 h 175270"/>
              <a:gd name="connsiteX10" fmla="*/ 99597 w 290979"/>
              <a:gd name="connsiteY10" fmla="*/ 0 h 175270"/>
              <a:gd name="connsiteX11" fmla="*/ 122788 w 290979"/>
              <a:gd name="connsiteY11" fmla="*/ 40278 h 175270"/>
              <a:gd name="connsiteX12" fmla="*/ 52484 w 290979"/>
              <a:gd name="connsiteY12" fmla="*/ 40278 h 175270"/>
              <a:gd name="connsiteX13" fmla="*/ 52484 w 290979"/>
              <a:gd name="connsiteY13" fmla="*/ 69327 h 175270"/>
              <a:gd name="connsiteX14" fmla="*/ 115952 w 290979"/>
              <a:gd name="connsiteY14" fmla="*/ 69327 h 175270"/>
              <a:gd name="connsiteX15" fmla="*/ 115952 w 290979"/>
              <a:gd name="connsiteY15" fmla="*/ 106188 h 175270"/>
              <a:gd name="connsiteX16" fmla="*/ 52484 w 290979"/>
              <a:gd name="connsiteY16" fmla="*/ 106188 h 175270"/>
              <a:gd name="connsiteX17" fmla="*/ 52484 w 290979"/>
              <a:gd name="connsiteY17" fmla="*/ 134992 h 175270"/>
              <a:gd name="connsiteX18" fmla="*/ 140119 w 290979"/>
              <a:gd name="connsiteY18" fmla="*/ 134992 h 175270"/>
              <a:gd name="connsiteX19" fmla="*/ 140119 w 290979"/>
              <a:gd name="connsiteY19" fmla="*/ 175270 h 175270"/>
              <a:gd name="connsiteX20" fmla="*/ 0 w 290979"/>
              <a:gd name="connsiteY20" fmla="*/ 175270 h 175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0979" h="175270">
                <a:moveTo>
                  <a:pt x="115952" y="0"/>
                </a:moveTo>
                <a:lnTo>
                  <a:pt x="174051" y="0"/>
                </a:lnTo>
                <a:lnTo>
                  <a:pt x="203832" y="57122"/>
                </a:lnTo>
                <a:lnTo>
                  <a:pt x="233614" y="0"/>
                </a:lnTo>
                <a:lnTo>
                  <a:pt x="290979" y="0"/>
                </a:lnTo>
                <a:lnTo>
                  <a:pt x="229708" y="105944"/>
                </a:lnTo>
                <a:lnTo>
                  <a:pt x="229708" y="175270"/>
                </a:lnTo>
                <a:lnTo>
                  <a:pt x="177224" y="175270"/>
                </a:lnTo>
                <a:lnTo>
                  <a:pt x="177224" y="105944"/>
                </a:lnTo>
                <a:close/>
                <a:moveTo>
                  <a:pt x="0" y="0"/>
                </a:moveTo>
                <a:lnTo>
                  <a:pt x="99597" y="0"/>
                </a:lnTo>
                <a:lnTo>
                  <a:pt x="122788" y="40278"/>
                </a:lnTo>
                <a:lnTo>
                  <a:pt x="52484" y="40278"/>
                </a:lnTo>
                <a:lnTo>
                  <a:pt x="52484" y="69327"/>
                </a:lnTo>
                <a:lnTo>
                  <a:pt x="115952" y="69327"/>
                </a:lnTo>
                <a:lnTo>
                  <a:pt x="115952" y="106188"/>
                </a:lnTo>
                <a:lnTo>
                  <a:pt x="52484" y="106188"/>
                </a:lnTo>
                <a:lnTo>
                  <a:pt x="52484" y="134992"/>
                </a:lnTo>
                <a:lnTo>
                  <a:pt x="140119" y="134992"/>
                </a:lnTo>
                <a:lnTo>
                  <a:pt x="140119" y="175270"/>
                </a:lnTo>
                <a:lnTo>
                  <a:pt x="0" y="17527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D28D1EB2-BFC3-4943-95EC-D05CE75FF0CD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 bwMode="invGray">
          <a:xfrm>
            <a:off x="11211121" y="6502575"/>
            <a:ext cx="758937" cy="129623"/>
          </a:xfrm>
          <a:custGeom>
            <a:avLst/>
            <a:gdLst>
              <a:gd name="connsiteX0" fmla="*/ 132308 w 758937"/>
              <a:gd name="connsiteY0" fmla="*/ 84218 h 129623"/>
              <a:gd name="connsiteX1" fmla="*/ 118637 w 758937"/>
              <a:gd name="connsiteY1" fmla="*/ 87880 h 129623"/>
              <a:gd name="connsiteX2" fmla="*/ 113511 w 758937"/>
              <a:gd name="connsiteY2" fmla="*/ 97888 h 129623"/>
              <a:gd name="connsiteX3" fmla="*/ 114976 w 758937"/>
              <a:gd name="connsiteY3" fmla="*/ 104723 h 129623"/>
              <a:gd name="connsiteX4" fmla="*/ 118637 w 758937"/>
              <a:gd name="connsiteY4" fmla="*/ 109361 h 129623"/>
              <a:gd name="connsiteX5" fmla="*/ 123764 w 758937"/>
              <a:gd name="connsiteY5" fmla="*/ 112046 h 129623"/>
              <a:gd name="connsiteX6" fmla="*/ 131087 w 758937"/>
              <a:gd name="connsiteY6" fmla="*/ 113023 h 129623"/>
              <a:gd name="connsiteX7" fmla="*/ 137922 w 758937"/>
              <a:gd name="connsiteY7" fmla="*/ 112046 h 129623"/>
              <a:gd name="connsiteX8" fmla="*/ 144269 w 758937"/>
              <a:gd name="connsiteY8" fmla="*/ 109361 h 129623"/>
              <a:gd name="connsiteX9" fmla="*/ 149395 w 758937"/>
              <a:gd name="connsiteY9" fmla="*/ 105699 h 129623"/>
              <a:gd name="connsiteX10" fmla="*/ 153301 w 758937"/>
              <a:gd name="connsiteY10" fmla="*/ 101550 h 129623"/>
              <a:gd name="connsiteX11" fmla="*/ 153301 w 758937"/>
              <a:gd name="connsiteY11" fmla="*/ 88368 h 129623"/>
              <a:gd name="connsiteX12" fmla="*/ 148663 w 758937"/>
              <a:gd name="connsiteY12" fmla="*/ 86415 h 129623"/>
              <a:gd name="connsiteX13" fmla="*/ 144513 w 758937"/>
              <a:gd name="connsiteY13" fmla="*/ 85194 h 129623"/>
              <a:gd name="connsiteX14" fmla="*/ 139143 w 758937"/>
              <a:gd name="connsiteY14" fmla="*/ 84462 h 129623"/>
              <a:gd name="connsiteX15" fmla="*/ 132308 w 758937"/>
              <a:gd name="connsiteY15" fmla="*/ 84218 h 129623"/>
              <a:gd name="connsiteX16" fmla="*/ 630291 w 758937"/>
              <a:gd name="connsiteY16" fmla="*/ 51019 h 129623"/>
              <a:gd name="connsiteX17" fmla="*/ 621015 w 758937"/>
              <a:gd name="connsiteY17" fmla="*/ 53216 h 129623"/>
              <a:gd name="connsiteX18" fmla="*/ 614180 w 758937"/>
              <a:gd name="connsiteY18" fmla="*/ 59319 h 129623"/>
              <a:gd name="connsiteX19" fmla="*/ 609786 w 758937"/>
              <a:gd name="connsiteY19" fmla="*/ 68839 h 129623"/>
              <a:gd name="connsiteX20" fmla="*/ 608321 w 758937"/>
              <a:gd name="connsiteY20" fmla="*/ 81289 h 129623"/>
              <a:gd name="connsiteX21" fmla="*/ 610030 w 758937"/>
              <a:gd name="connsiteY21" fmla="*/ 94715 h 129623"/>
              <a:gd name="connsiteX22" fmla="*/ 614668 w 758937"/>
              <a:gd name="connsiteY22" fmla="*/ 104479 h 129623"/>
              <a:gd name="connsiteX23" fmla="*/ 621991 w 758937"/>
              <a:gd name="connsiteY23" fmla="*/ 110338 h 129623"/>
              <a:gd name="connsiteX24" fmla="*/ 631268 w 758937"/>
              <a:gd name="connsiteY24" fmla="*/ 112291 h 129623"/>
              <a:gd name="connsiteX25" fmla="*/ 640544 w 758937"/>
              <a:gd name="connsiteY25" fmla="*/ 109849 h 129623"/>
              <a:gd name="connsiteX26" fmla="*/ 647623 w 758937"/>
              <a:gd name="connsiteY26" fmla="*/ 103259 h 129623"/>
              <a:gd name="connsiteX27" fmla="*/ 652261 w 758937"/>
              <a:gd name="connsiteY27" fmla="*/ 93494 h 129623"/>
              <a:gd name="connsiteX28" fmla="*/ 653726 w 758937"/>
              <a:gd name="connsiteY28" fmla="*/ 81777 h 129623"/>
              <a:gd name="connsiteX29" fmla="*/ 652017 w 758937"/>
              <a:gd name="connsiteY29" fmla="*/ 69083 h 129623"/>
              <a:gd name="connsiteX30" fmla="*/ 647379 w 758937"/>
              <a:gd name="connsiteY30" fmla="*/ 59319 h 129623"/>
              <a:gd name="connsiteX31" fmla="*/ 640056 w 758937"/>
              <a:gd name="connsiteY31" fmla="*/ 53216 h 129623"/>
              <a:gd name="connsiteX32" fmla="*/ 630291 w 758937"/>
              <a:gd name="connsiteY32" fmla="*/ 51019 h 129623"/>
              <a:gd name="connsiteX33" fmla="*/ 449650 w 758937"/>
              <a:gd name="connsiteY33" fmla="*/ 50287 h 129623"/>
              <a:gd name="connsiteX34" fmla="*/ 441351 w 758937"/>
              <a:gd name="connsiteY34" fmla="*/ 51751 h 129623"/>
              <a:gd name="connsiteX35" fmla="*/ 435248 w 758937"/>
              <a:gd name="connsiteY35" fmla="*/ 56145 h 129623"/>
              <a:gd name="connsiteX36" fmla="*/ 431098 w 758937"/>
              <a:gd name="connsiteY36" fmla="*/ 63225 h 129623"/>
              <a:gd name="connsiteX37" fmla="*/ 428901 w 758937"/>
              <a:gd name="connsiteY37" fmla="*/ 72989 h 129623"/>
              <a:gd name="connsiteX38" fmla="*/ 471329 w 758937"/>
              <a:gd name="connsiteY38" fmla="*/ 72989 h 129623"/>
              <a:gd name="connsiteX39" fmla="*/ 471376 w 758937"/>
              <a:gd name="connsiteY39" fmla="*/ 73233 h 129623"/>
              <a:gd name="connsiteX40" fmla="*/ 471376 w 758937"/>
              <a:gd name="connsiteY40" fmla="*/ 72989 h 129623"/>
              <a:gd name="connsiteX41" fmla="*/ 471329 w 758937"/>
              <a:gd name="connsiteY41" fmla="*/ 72989 h 129623"/>
              <a:gd name="connsiteX42" fmla="*/ 469667 w 758937"/>
              <a:gd name="connsiteY42" fmla="*/ 64445 h 129623"/>
              <a:gd name="connsiteX43" fmla="*/ 465762 w 758937"/>
              <a:gd name="connsiteY43" fmla="*/ 57122 h 129623"/>
              <a:gd name="connsiteX44" fmla="*/ 459171 w 758937"/>
              <a:gd name="connsiteY44" fmla="*/ 52240 h 129623"/>
              <a:gd name="connsiteX45" fmla="*/ 449650 w 758937"/>
              <a:gd name="connsiteY45" fmla="*/ 50287 h 129623"/>
              <a:gd name="connsiteX46" fmla="*/ 227510 w 758937"/>
              <a:gd name="connsiteY46" fmla="*/ 34419 h 129623"/>
              <a:gd name="connsiteX47" fmla="*/ 236786 w 758937"/>
              <a:gd name="connsiteY47" fmla="*/ 35396 h 129623"/>
              <a:gd name="connsiteX48" fmla="*/ 243133 w 758937"/>
              <a:gd name="connsiteY48" fmla="*/ 38325 h 129623"/>
              <a:gd name="connsiteX49" fmla="*/ 238251 w 758937"/>
              <a:gd name="connsiteY49" fmla="*/ 54924 h 129623"/>
              <a:gd name="connsiteX50" fmla="*/ 232148 w 758937"/>
              <a:gd name="connsiteY50" fmla="*/ 52483 h 129623"/>
              <a:gd name="connsiteX51" fmla="*/ 224581 w 758937"/>
              <a:gd name="connsiteY51" fmla="*/ 51751 h 129623"/>
              <a:gd name="connsiteX52" fmla="*/ 211155 w 758937"/>
              <a:gd name="connsiteY52" fmla="*/ 57610 h 129623"/>
              <a:gd name="connsiteX53" fmla="*/ 206517 w 758937"/>
              <a:gd name="connsiteY53" fmla="*/ 75430 h 129623"/>
              <a:gd name="connsiteX54" fmla="*/ 206517 w 758937"/>
              <a:gd name="connsiteY54" fmla="*/ 127914 h 129623"/>
              <a:gd name="connsiteX55" fmla="*/ 188453 w 758937"/>
              <a:gd name="connsiteY55" fmla="*/ 127914 h 129623"/>
              <a:gd name="connsiteX56" fmla="*/ 188453 w 758937"/>
              <a:gd name="connsiteY56" fmla="*/ 36128 h 129623"/>
              <a:gd name="connsiteX57" fmla="*/ 206517 w 758937"/>
              <a:gd name="connsiteY57" fmla="*/ 36128 h 129623"/>
              <a:gd name="connsiteX58" fmla="*/ 206517 w 758937"/>
              <a:gd name="connsiteY58" fmla="*/ 44916 h 129623"/>
              <a:gd name="connsiteX59" fmla="*/ 210179 w 758937"/>
              <a:gd name="connsiteY59" fmla="*/ 40766 h 129623"/>
              <a:gd name="connsiteX60" fmla="*/ 215061 w 758937"/>
              <a:gd name="connsiteY60" fmla="*/ 37349 h 129623"/>
              <a:gd name="connsiteX61" fmla="*/ 220919 w 758937"/>
              <a:gd name="connsiteY61" fmla="*/ 35152 h 129623"/>
              <a:gd name="connsiteX62" fmla="*/ 227510 w 758937"/>
              <a:gd name="connsiteY62" fmla="*/ 34419 h 129623"/>
              <a:gd name="connsiteX63" fmla="*/ 136213 w 758937"/>
              <a:gd name="connsiteY63" fmla="*/ 34175 h 129623"/>
              <a:gd name="connsiteX64" fmla="*/ 150372 w 758937"/>
              <a:gd name="connsiteY64" fmla="*/ 36128 h 129623"/>
              <a:gd name="connsiteX65" fmla="*/ 161357 w 758937"/>
              <a:gd name="connsiteY65" fmla="*/ 41743 h 129623"/>
              <a:gd name="connsiteX66" fmla="*/ 168436 w 758937"/>
              <a:gd name="connsiteY66" fmla="*/ 51507 h 129623"/>
              <a:gd name="connsiteX67" fmla="*/ 170877 w 758937"/>
              <a:gd name="connsiteY67" fmla="*/ 65177 h 129623"/>
              <a:gd name="connsiteX68" fmla="*/ 170877 w 758937"/>
              <a:gd name="connsiteY68" fmla="*/ 128158 h 129623"/>
              <a:gd name="connsiteX69" fmla="*/ 153301 w 758937"/>
              <a:gd name="connsiteY69" fmla="*/ 128158 h 129623"/>
              <a:gd name="connsiteX70" fmla="*/ 153301 w 758937"/>
              <a:gd name="connsiteY70" fmla="*/ 127669 h 129623"/>
              <a:gd name="connsiteX71" fmla="*/ 153301 w 758937"/>
              <a:gd name="connsiteY71" fmla="*/ 118637 h 129623"/>
              <a:gd name="connsiteX72" fmla="*/ 147443 w 758937"/>
              <a:gd name="connsiteY72" fmla="*/ 123276 h 129623"/>
              <a:gd name="connsiteX73" fmla="*/ 142560 w 758937"/>
              <a:gd name="connsiteY73" fmla="*/ 126205 h 129623"/>
              <a:gd name="connsiteX74" fmla="*/ 136213 w 758937"/>
              <a:gd name="connsiteY74" fmla="*/ 128646 h 129623"/>
              <a:gd name="connsiteX75" fmla="*/ 127914 w 758937"/>
              <a:gd name="connsiteY75" fmla="*/ 129622 h 129623"/>
              <a:gd name="connsiteX76" fmla="*/ 116685 w 758937"/>
              <a:gd name="connsiteY76" fmla="*/ 127914 h 129623"/>
              <a:gd name="connsiteX77" fmla="*/ 106432 w 758937"/>
              <a:gd name="connsiteY77" fmla="*/ 122543 h 129623"/>
              <a:gd name="connsiteX78" fmla="*/ 98864 w 758937"/>
              <a:gd name="connsiteY78" fmla="*/ 113023 h 129623"/>
              <a:gd name="connsiteX79" fmla="*/ 95935 w 758937"/>
              <a:gd name="connsiteY79" fmla="*/ 98620 h 129623"/>
              <a:gd name="connsiteX80" fmla="*/ 98620 w 758937"/>
              <a:gd name="connsiteY80" fmla="*/ 85438 h 129623"/>
              <a:gd name="connsiteX81" fmla="*/ 106188 w 758937"/>
              <a:gd name="connsiteY81" fmla="*/ 76162 h 129623"/>
              <a:gd name="connsiteX82" fmla="*/ 117905 w 758937"/>
              <a:gd name="connsiteY82" fmla="*/ 70792 h 129623"/>
              <a:gd name="connsiteX83" fmla="*/ 132308 w 758937"/>
              <a:gd name="connsiteY83" fmla="*/ 69083 h 129623"/>
              <a:gd name="connsiteX84" fmla="*/ 144513 w 758937"/>
              <a:gd name="connsiteY84" fmla="*/ 70059 h 129623"/>
              <a:gd name="connsiteX85" fmla="*/ 152813 w 758937"/>
              <a:gd name="connsiteY85" fmla="*/ 72500 h 129623"/>
              <a:gd name="connsiteX86" fmla="*/ 152813 w 758937"/>
              <a:gd name="connsiteY86" fmla="*/ 65665 h 129623"/>
              <a:gd name="connsiteX87" fmla="*/ 148419 w 758937"/>
              <a:gd name="connsiteY87" fmla="*/ 54192 h 129623"/>
              <a:gd name="connsiteX88" fmla="*/ 135481 w 758937"/>
              <a:gd name="connsiteY88" fmla="*/ 50287 h 129623"/>
              <a:gd name="connsiteX89" fmla="*/ 122787 w 758937"/>
              <a:gd name="connsiteY89" fmla="*/ 51751 h 129623"/>
              <a:gd name="connsiteX90" fmla="*/ 111802 w 758937"/>
              <a:gd name="connsiteY90" fmla="*/ 56145 h 129623"/>
              <a:gd name="connsiteX91" fmla="*/ 104723 w 758937"/>
              <a:gd name="connsiteY91" fmla="*/ 42475 h 129623"/>
              <a:gd name="connsiteX92" fmla="*/ 118881 w 758937"/>
              <a:gd name="connsiteY92" fmla="*/ 36372 h 129623"/>
              <a:gd name="connsiteX93" fmla="*/ 136213 w 758937"/>
              <a:gd name="connsiteY93" fmla="*/ 34175 h 129623"/>
              <a:gd name="connsiteX94" fmla="*/ 726226 w 758937"/>
              <a:gd name="connsiteY94" fmla="*/ 33931 h 129623"/>
              <a:gd name="connsiteX95" fmla="*/ 740629 w 758937"/>
              <a:gd name="connsiteY95" fmla="*/ 36617 h 129623"/>
              <a:gd name="connsiteX96" fmla="*/ 750881 w 758937"/>
              <a:gd name="connsiteY96" fmla="*/ 44428 h 129623"/>
              <a:gd name="connsiteX97" fmla="*/ 756984 w 758937"/>
              <a:gd name="connsiteY97" fmla="*/ 57122 h 129623"/>
              <a:gd name="connsiteX98" fmla="*/ 758937 w 758937"/>
              <a:gd name="connsiteY98" fmla="*/ 75186 h 129623"/>
              <a:gd name="connsiteX99" fmla="*/ 758937 w 758937"/>
              <a:gd name="connsiteY99" fmla="*/ 127670 h 129623"/>
              <a:gd name="connsiteX100" fmla="*/ 741117 w 758937"/>
              <a:gd name="connsiteY100" fmla="*/ 127670 h 129623"/>
              <a:gd name="connsiteX101" fmla="*/ 741117 w 758937"/>
              <a:gd name="connsiteY101" fmla="*/ 75674 h 129623"/>
              <a:gd name="connsiteX102" fmla="*/ 736723 w 758937"/>
              <a:gd name="connsiteY102" fmla="*/ 56878 h 129623"/>
              <a:gd name="connsiteX103" fmla="*/ 722321 w 758937"/>
              <a:gd name="connsiteY103" fmla="*/ 50531 h 129623"/>
              <a:gd name="connsiteX104" fmla="*/ 714265 w 758937"/>
              <a:gd name="connsiteY104" fmla="*/ 51995 h 129623"/>
              <a:gd name="connsiteX105" fmla="*/ 708162 w 758937"/>
              <a:gd name="connsiteY105" fmla="*/ 56878 h 129623"/>
              <a:gd name="connsiteX106" fmla="*/ 704501 w 758937"/>
              <a:gd name="connsiteY106" fmla="*/ 64445 h 129623"/>
              <a:gd name="connsiteX107" fmla="*/ 703280 w 758937"/>
              <a:gd name="connsiteY107" fmla="*/ 73965 h 129623"/>
              <a:gd name="connsiteX108" fmla="*/ 703280 w 758937"/>
              <a:gd name="connsiteY108" fmla="*/ 127670 h 129623"/>
              <a:gd name="connsiteX109" fmla="*/ 685216 w 758937"/>
              <a:gd name="connsiteY109" fmla="*/ 127670 h 129623"/>
              <a:gd name="connsiteX110" fmla="*/ 685216 w 758937"/>
              <a:gd name="connsiteY110" fmla="*/ 35884 h 129623"/>
              <a:gd name="connsiteX111" fmla="*/ 703280 w 758937"/>
              <a:gd name="connsiteY111" fmla="*/ 35884 h 129623"/>
              <a:gd name="connsiteX112" fmla="*/ 703280 w 758937"/>
              <a:gd name="connsiteY112" fmla="*/ 44672 h 129623"/>
              <a:gd name="connsiteX113" fmla="*/ 707430 w 758937"/>
              <a:gd name="connsiteY113" fmla="*/ 40278 h 129623"/>
              <a:gd name="connsiteX114" fmla="*/ 712800 w 758937"/>
              <a:gd name="connsiteY114" fmla="*/ 36861 h 129623"/>
              <a:gd name="connsiteX115" fmla="*/ 719147 w 758937"/>
              <a:gd name="connsiteY115" fmla="*/ 34664 h 129623"/>
              <a:gd name="connsiteX116" fmla="*/ 726226 w 758937"/>
              <a:gd name="connsiteY116" fmla="*/ 33931 h 129623"/>
              <a:gd name="connsiteX117" fmla="*/ 543876 w 758937"/>
              <a:gd name="connsiteY117" fmla="*/ 33931 h 129623"/>
              <a:gd name="connsiteX118" fmla="*/ 558279 w 758937"/>
              <a:gd name="connsiteY118" fmla="*/ 36617 h 129623"/>
              <a:gd name="connsiteX119" fmla="*/ 568531 w 758937"/>
              <a:gd name="connsiteY119" fmla="*/ 44428 h 129623"/>
              <a:gd name="connsiteX120" fmla="*/ 574634 w 758937"/>
              <a:gd name="connsiteY120" fmla="*/ 57122 h 129623"/>
              <a:gd name="connsiteX121" fmla="*/ 576587 w 758937"/>
              <a:gd name="connsiteY121" fmla="*/ 75186 h 129623"/>
              <a:gd name="connsiteX122" fmla="*/ 576587 w 758937"/>
              <a:gd name="connsiteY122" fmla="*/ 127670 h 129623"/>
              <a:gd name="connsiteX123" fmla="*/ 558767 w 758937"/>
              <a:gd name="connsiteY123" fmla="*/ 127670 h 129623"/>
              <a:gd name="connsiteX124" fmla="*/ 558767 w 758937"/>
              <a:gd name="connsiteY124" fmla="*/ 75674 h 129623"/>
              <a:gd name="connsiteX125" fmla="*/ 554373 w 758937"/>
              <a:gd name="connsiteY125" fmla="*/ 56878 h 129623"/>
              <a:gd name="connsiteX126" fmla="*/ 539971 w 758937"/>
              <a:gd name="connsiteY126" fmla="*/ 50531 h 129623"/>
              <a:gd name="connsiteX127" fmla="*/ 531915 w 758937"/>
              <a:gd name="connsiteY127" fmla="*/ 51995 h 129623"/>
              <a:gd name="connsiteX128" fmla="*/ 525812 w 758937"/>
              <a:gd name="connsiteY128" fmla="*/ 56878 h 129623"/>
              <a:gd name="connsiteX129" fmla="*/ 522151 w 758937"/>
              <a:gd name="connsiteY129" fmla="*/ 64445 h 129623"/>
              <a:gd name="connsiteX130" fmla="*/ 520930 w 758937"/>
              <a:gd name="connsiteY130" fmla="*/ 73965 h 129623"/>
              <a:gd name="connsiteX131" fmla="*/ 520930 w 758937"/>
              <a:gd name="connsiteY131" fmla="*/ 127670 h 129623"/>
              <a:gd name="connsiteX132" fmla="*/ 502866 w 758937"/>
              <a:gd name="connsiteY132" fmla="*/ 127670 h 129623"/>
              <a:gd name="connsiteX133" fmla="*/ 502866 w 758937"/>
              <a:gd name="connsiteY133" fmla="*/ 35884 h 129623"/>
              <a:gd name="connsiteX134" fmla="*/ 520930 w 758937"/>
              <a:gd name="connsiteY134" fmla="*/ 35884 h 129623"/>
              <a:gd name="connsiteX135" fmla="*/ 520930 w 758937"/>
              <a:gd name="connsiteY135" fmla="*/ 44672 h 129623"/>
              <a:gd name="connsiteX136" fmla="*/ 525080 w 758937"/>
              <a:gd name="connsiteY136" fmla="*/ 40278 h 129623"/>
              <a:gd name="connsiteX137" fmla="*/ 530450 w 758937"/>
              <a:gd name="connsiteY137" fmla="*/ 36861 h 129623"/>
              <a:gd name="connsiteX138" fmla="*/ 536797 w 758937"/>
              <a:gd name="connsiteY138" fmla="*/ 34664 h 129623"/>
              <a:gd name="connsiteX139" fmla="*/ 543876 w 758937"/>
              <a:gd name="connsiteY139" fmla="*/ 33931 h 129623"/>
              <a:gd name="connsiteX140" fmla="*/ 630779 w 758937"/>
              <a:gd name="connsiteY140" fmla="*/ 33687 h 129623"/>
              <a:gd name="connsiteX141" fmla="*/ 647135 w 758937"/>
              <a:gd name="connsiteY141" fmla="*/ 37105 h 129623"/>
              <a:gd name="connsiteX142" fmla="*/ 660073 w 758937"/>
              <a:gd name="connsiteY142" fmla="*/ 46625 h 129623"/>
              <a:gd name="connsiteX143" fmla="*/ 668617 w 758937"/>
              <a:gd name="connsiteY143" fmla="*/ 61516 h 129623"/>
              <a:gd name="connsiteX144" fmla="*/ 672034 w 758937"/>
              <a:gd name="connsiteY144" fmla="*/ 81289 h 129623"/>
              <a:gd name="connsiteX145" fmla="*/ 668861 w 758937"/>
              <a:gd name="connsiteY145" fmla="*/ 101794 h 129623"/>
              <a:gd name="connsiteX146" fmla="*/ 660073 w 758937"/>
              <a:gd name="connsiteY146" fmla="*/ 116929 h 129623"/>
              <a:gd name="connsiteX147" fmla="*/ 646891 w 758937"/>
              <a:gd name="connsiteY147" fmla="*/ 126449 h 129623"/>
              <a:gd name="connsiteX148" fmla="*/ 630535 w 758937"/>
              <a:gd name="connsiteY148" fmla="*/ 129623 h 129623"/>
              <a:gd name="connsiteX149" fmla="*/ 614424 w 758937"/>
              <a:gd name="connsiteY149" fmla="*/ 126205 h 129623"/>
              <a:gd name="connsiteX150" fmla="*/ 601730 w 758937"/>
              <a:gd name="connsiteY150" fmla="*/ 116441 h 129623"/>
              <a:gd name="connsiteX151" fmla="*/ 593186 w 758937"/>
              <a:gd name="connsiteY151" fmla="*/ 101306 h 129623"/>
              <a:gd name="connsiteX152" fmla="*/ 590013 w 758937"/>
              <a:gd name="connsiteY152" fmla="*/ 81777 h 129623"/>
              <a:gd name="connsiteX153" fmla="*/ 593186 w 758937"/>
              <a:gd name="connsiteY153" fmla="*/ 61516 h 129623"/>
              <a:gd name="connsiteX154" fmla="*/ 601730 w 758937"/>
              <a:gd name="connsiteY154" fmla="*/ 46381 h 129623"/>
              <a:gd name="connsiteX155" fmla="*/ 614668 w 758937"/>
              <a:gd name="connsiteY155" fmla="*/ 36861 h 129623"/>
              <a:gd name="connsiteX156" fmla="*/ 630779 w 758937"/>
              <a:gd name="connsiteY156" fmla="*/ 33687 h 129623"/>
              <a:gd name="connsiteX157" fmla="*/ 450871 w 758937"/>
              <a:gd name="connsiteY157" fmla="*/ 33687 h 129623"/>
              <a:gd name="connsiteX158" fmla="*/ 467959 w 758937"/>
              <a:gd name="connsiteY158" fmla="*/ 37349 h 129623"/>
              <a:gd name="connsiteX159" fmla="*/ 479920 w 758937"/>
              <a:gd name="connsiteY159" fmla="*/ 47357 h 129623"/>
              <a:gd name="connsiteX160" fmla="*/ 486999 w 758937"/>
              <a:gd name="connsiteY160" fmla="*/ 62004 h 129623"/>
              <a:gd name="connsiteX161" fmla="*/ 489684 w 758937"/>
              <a:gd name="connsiteY161" fmla="*/ 79824 h 129623"/>
              <a:gd name="connsiteX162" fmla="*/ 489440 w 758937"/>
              <a:gd name="connsiteY162" fmla="*/ 84462 h 129623"/>
              <a:gd name="connsiteX163" fmla="*/ 489196 w 758937"/>
              <a:gd name="connsiteY163" fmla="*/ 88124 h 129623"/>
              <a:gd name="connsiteX164" fmla="*/ 428413 w 758937"/>
              <a:gd name="connsiteY164" fmla="*/ 88124 h 129623"/>
              <a:gd name="connsiteX165" fmla="*/ 431342 w 758937"/>
              <a:gd name="connsiteY165" fmla="*/ 99597 h 129623"/>
              <a:gd name="connsiteX166" fmla="*/ 436469 w 758937"/>
              <a:gd name="connsiteY166" fmla="*/ 107408 h 129623"/>
              <a:gd name="connsiteX167" fmla="*/ 443548 w 758937"/>
              <a:gd name="connsiteY167" fmla="*/ 112047 h 129623"/>
              <a:gd name="connsiteX168" fmla="*/ 451603 w 758937"/>
              <a:gd name="connsiteY168" fmla="*/ 113511 h 129623"/>
              <a:gd name="connsiteX169" fmla="*/ 457218 w 758937"/>
              <a:gd name="connsiteY169" fmla="*/ 113023 h 129623"/>
              <a:gd name="connsiteX170" fmla="*/ 462344 w 758937"/>
              <a:gd name="connsiteY170" fmla="*/ 111558 h 129623"/>
              <a:gd name="connsiteX171" fmla="*/ 466738 w 758937"/>
              <a:gd name="connsiteY171" fmla="*/ 109361 h 129623"/>
              <a:gd name="connsiteX172" fmla="*/ 471620 w 758937"/>
              <a:gd name="connsiteY172" fmla="*/ 106188 h 129623"/>
              <a:gd name="connsiteX173" fmla="*/ 482361 w 758937"/>
              <a:gd name="connsiteY173" fmla="*/ 117661 h 129623"/>
              <a:gd name="connsiteX174" fmla="*/ 475770 w 758937"/>
              <a:gd name="connsiteY174" fmla="*/ 122787 h 129623"/>
              <a:gd name="connsiteX175" fmla="*/ 468935 w 758937"/>
              <a:gd name="connsiteY175" fmla="*/ 126449 h 129623"/>
              <a:gd name="connsiteX176" fmla="*/ 460635 w 758937"/>
              <a:gd name="connsiteY176" fmla="*/ 128890 h 129623"/>
              <a:gd name="connsiteX177" fmla="*/ 450383 w 758937"/>
              <a:gd name="connsiteY177" fmla="*/ 129623 h 129623"/>
              <a:gd name="connsiteX178" fmla="*/ 439154 w 758937"/>
              <a:gd name="connsiteY178" fmla="*/ 127914 h 129623"/>
              <a:gd name="connsiteX179" fmla="*/ 429877 w 758937"/>
              <a:gd name="connsiteY179" fmla="*/ 123520 h 129623"/>
              <a:gd name="connsiteX180" fmla="*/ 422554 w 758937"/>
              <a:gd name="connsiteY180" fmla="*/ 117417 h 129623"/>
              <a:gd name="connsiteX181" fmla="*/ 416452 w 758937"/>
              <a:gd name="connsiteY181" fmla="*/ 108629 h 129623"/>
              <a:gd name="connsiteX182" fmla="*/ 412058 w 758937"/>
              <a:gd name="connsiteY182" fmla="*/ 96424 h 129623"/>
              <a:gd name="connsiteX183" fmla="*/ 410593 w 758937"/>
              <a:gd name="connsiteY183" fmla="*/ 81777 h 129623"/>
              <a:gd name="connsiteX184" fmla="*/ 413522 w 758937"/>
              <a:gd name="connsiteY184" fmla="*/ 61272 h 129623"/>
              <a:gd name="connsiteX185" fmla="*/ 421822 w 758937"/>
              <a:gd name="connsiteY185" fmla="*/ 46137 h 129623"/>
              <a:gd name="connsiteX186" fmla="*/ 434516 w 758937"/>
              <a:gd name="connsiteY186" fmla="*/ 36861 h 129623"/>
              <a:gd name="connsiteX187" fmla="*/ 450871 w 758937"/>
              <a:gd name="connsiteY187" fmla="*/ 33687 h 129623"/>
              <a:gd name="connsiteX188" fmla="*/ 18064 w 758937"/>
              <a:gd name="connsiteY188" fmla="*/ 22213 h 129623"/>
              <a:gd name="connsiteX189" fmla="*/ 18064 w 758937"/>
              <a:gd name="connsiteY189" fmla="*/ 64445 h 129623"/>
              <a:gd name="connsiteX190" fmla="*/ 51019 w 758937"/>
              <a:gd name="connsiteY190" fmla="*/ 64445 h 129623"/>
              <a:gd name="connsiteX191" fmla="*/ 66886 w 758937"/>
              <a:gd name="connsiteY191" fmla="*/ 58830 h 129623"/>
              <a:gd name="connsiteX192" fmla="*/ 71769 w 758937"/>
              <a:gd name="connsiteY192" fmla="*/ 43451 h 129623"/>
              <a:gd name="connsiteX193" fmla="*/ 70304 w 758937"/>
              <a:gd name="connsiteY193" fmla="*/ 34419 h 129623"/>
              <a:gd name="connsiteX194" fmla="*/ 66154 w 758937"/>
              <a:gd name="connsiteY194" fmla="*/ 27828 h 129623"/>
              <a:gd name="connsiteX195" fmla="*/ 59563 w 758937"/>
              <a:gd name="connsiteY195" fmla="*/ 23678 h 129623"/>
              <a:gd name="connsiteX196" fmla="*/ 51019 w 758937"/>
              <a:gd name="connsiteY196" fmla="*/ 22213 h 129623"/>
              <a:gd name="connsiteX197" fmla="*/ 0 w 758937"/>
              <a:gd name="connsiteY197" fmla="*/ 5126 h 129623"/>
              <a:gd name="connsiteX198" fmla="*/ 51263 w 758937"/>
              <a:gd name="connsiteY198" fmla="*/ 5126 h 129623"/>
              <a:gd name="connsiteX199" fmla="*/ 66886 w 758937"/>
              <a:gd name="connsiteY199" fmla="*/ 7567 h 129623"/>
              <a:gd name="connsiteX200" fmla="*/ 79336 w 758937"/>
              <a:gd name="connsiteY200" fmla="*/ 14890 h 129623"/>
              <a:gd name="connsiteX201" fmla="*/ 87636 w 758937"/>
              <a:gd name="connsiteY201" fmla="*/ 26852 h 129623"/>
              <a:gd name="connsiteX202" fmla="*/ 90321 w 758937"/>
              <a:gd name="connsiteY202" fmla="*/ 43451 h 129623"/>
              <a:gd name="connsiteX203" fmla="*/ 87392 w 758937"/>
              <a:gd name="connsiteY203" fmla="*/ 60051 h 129623"/>
              <a:gd name="connsiteX204" fmla="*/ 79092 w 758937"/>
              <a:gd name="connsiteY204" fmla="*/ 72012 h 129623"/>
              <a:gd name="connsiteX205" fmla="*/ 66398 w 758937"/>
              <a:gd name="connsiteY205" fmla="*/ 79336 h 129623"/>
              <a:gd name="connsiteX206" fmla="*/ 50043 w 758937"/>
              <a:gd name="connsiteY206" fmla="*/ 81777 h 129623"/>
              <a:gd name="connsiteX207" fmla="*/ 18064 w 758937"/>
              <a:gd name="connsiteY207" fmla="*/ 81777 h 129623"/>
              <a:gd name="connsiteX208" fmla="*/ 18064 w 758937"/>
              <a:gd name="connsiteY208" fmla="*/ 127426 h 129623"/>
              <a:gd name="connsiteX209" fmla="*/ 0 w 758937"/>
              <a:gd name="connsiteY209" fmla="*/ 127426 h 129623"/>
              <a:gd name="connsiteX210" fmla="*/ 284388 w 758937"/>
              <a:gd name="connsiteY210" fmla="*/ 244 h 129623"/>
              <a:gd name="connsiteX211" fmla="*/ 284388 w 758937"/>
              <a:gd name="connsiteY211" fmla="*/ 35884 h 129623"/>
              <a:gd name="connsiteX212" fmla="*/ 307090 w 758937"/>
              <a:gd name="connsiteY212" fmla="*/ 35884 h 129623"/>
              <a:gd name="connsiteX213" fmla="*/ 307090 w 758937"/>
              <a:gd name="connsiteY213" fmla="*/ 52240 h 129623"/>
              <a:gd name="connsiteX214" fmla="*/ 284388 w 758937"/>
              <a:gd name="connsiteY214" fmla="*/ 52240 h 129623"/>
              <a:gd name="connsiteX215" fmla="*/ 284388 w 758937"/>
              <a:gd name="connsiteY215" fmla="*/ 102038 h 129623"/>
              <a:gd name="connsiteX216" fmla="*/ 284876 w 758937"/>
              <a:gd name="connsiteY216" fmla="*/ 107408 h 129623"/>
              <a:gd name="connsiteX217" fmla="*/ 286585 w 758937"/>
              <a:gd name="connsiteY217" fmla="*/ 110826 h 129623"/>
              <a:gd name="connsiteX218" fmla="*/ 289514 w 758937"/>
              <a:gd name="connsiteY218" fmla="*/ 112535 h 129623"/>
              <a:gd name="connsiteX219" fmla="*/ 293664 w 758937"/>
              <a:gd name="connsiteY219" fmla="*/ 113023 h 129623"/>
              <a:gd name="connsiteX220" fmla="*/ 300743 w 758937"/>
              <a:gd name="connsiteY220" fmla="*/ 111802 h 129623"/>
              <a:gd name="connsiteX221" fmla="*/ 306846 w 758937"/>
              <a:gd name="connsiteY221" fmla="*/ 109361 h 129623"/>
              <a:gd name="connsiteX222" fmla="*/ 304893 w 758937"/>
              <a:gd name="connsiteY222" fmla="*/ 125228 h 129623"/>
              <a:gd name="connsiteX223" fmla="*/ 297082 w 758937"/>
              <a:gd name="connsiteY223" fmla="*/ 128402 h 129623"/>
              <a:gd name="connsiteX224" fmla="*/ 287317 w 758937"/>
              <a:gd name="connsiteY224" fmla="*/ 129622 h 129623"/>
              <a:gd name="connsiteX225" fmla="*/ 279017 w 758937"/>
              <a:gd name="connsiteY225" fmla="*/ 128402 h 129623"/>
              <a:gd name="connsiteX226" fmla="*/ 272671 w 758937"/>
              <a:gd name="connsiteY226" fmla="*/ 124252 h 129623"/>
              <a:gd name="connsiteX227" fmla="*/ 268277 w 758937"/>
              <a:gd name="connsiteY227" fmla="*/ 116684 h 129623"/>
              <a:gd name="connsiteX228" fmla="*/ 266812 w 758937"/>
              <a:gd name="connsiteY228" fmla="*/ 105456 h 129623"/>
              <a:gd name="connsiteX229" fmla="*/ 266812 w 758937"/>
              <a:gd name="connsiteY229" fmla="*/ 52240 h 129623"/>
              <a:gd name="connsiteX230" fmla="*/ 253630 w 758937"/>
              <a:gd name="connsiteY230" fmla="*/ 52240 h 129623"/>
              <a:gd name="connsiteX231" fmla="*/ 253630 w 758937"/>
              <a:gd name="connsiteY231" fmla="*/ 35884 h 129623"/>
              <a:gd name="connsiteX232" fmla="*/ 266812 w 758937"/>
              <a:gd name="connsiteY232" fmla="*/ 35884 h 129623"/>
              <a:gd name="connsiteX233" fmla="*/ 266812 w 758937"/>
              <a:gd name="connsiteY233" fmla="*/ 9764 h 129623"/>
              <a:gd name="connsiteX234" fmla="*/ 341265 w 758937"/>
              <a:gd name="connsiteY234" fmla="*/ 0 h 129623"/>
              <a:gd name="connsiteX235" fmla="*/ 341265 w 758937"/>
              <a:gd name="connsiteY235" fmla="*/ 44428 h 129623"/>
              <a:gd name="connsiteX236" fmla="*/ 345415 w 758937"/>
              <a:gd name="connsiteY236" fmla="*/ 40034 h 129623"/>
              <a:gd name="connsiteX237" fmla="*/ 350785 w 758937"/>
              <a:gd name="connsiteY237" fmla="*/ 36617 h 129623"/>
              <a:gd name="connsiteX238" fmla="*/ 357132 w 758937"/>
              <a:gd name="connsiteY238" fmla="*/ 34420 h 129623"/>
              <a:gd name="connsiteX239" fmla="*/ 364211 w 758937"/>
              <a:gd name="connsiteY239" fmla="*/ 33687 h 129623"/>
              <a:gd name="connsiteX240" fmla="*/ 378614 w 758937"/>
              <a:gd name="connsiteY240" fmla="*/ 36372 h 129623"/>
              <a:gd name="connsiteX241" fmla="*/ 388866 w 758937"/>
              <a:gd name="connsiteY241" fmla="*/ 44184 h 129623"/>
              <a:gd name="connsiteX242" fmla="*/ 394969 w 758937"/>
              <a:gd name="connsiteY242" fmla="*/ 57366 h 129623"/>
              <a:gd name="connsiteX243" fmla="*/ 396922 w 758937"/>
              <a:gd name="connsiteY243" fmla="*/ 74942 h 129623"/>
              <a:gd name="connsiteX244" fmla="*/ 396922 w 758937"/>
              <a:gd name="connsiteY244" fmla="*/ 127425 h 129623"/>
              <a:gd name="connsiteX245" fmla="*/ 379346 w 758937"/>
              <a:gd name="connsiteY245" fmla="*/ 127425 h 129623"/>
              <a:gd name="connsiteX246" fmla="*/ 379346 w 758937"/>
              <a:gd name="connsiteY246" fmla="*/ 75674 h 129623"/>
              <a:gd name="connsiteX247" fmla="*/ 374708 w 758937"/>
              <a:gd name="connsiteY247" fmla="*/ 56634 h 129623"/>
              <a:gd name="connsiteX248" fmla="*/ 360306 w 758937"/>
              <a:gd name="connsiteY248" fmla="*/ 50287 h 129623"/>
              <a:gd name="connsiteX249" fmla="*/ 352494 w 758937"/>
              <a:gd name="connsiteY249" fmla="*/ 51751 h 129623"/>
              <a:gd name="connsiteX250" fmla="*/ 346392 w 758937"/>
              <a:gd name="connsiteY250" fmla="*/ 56389 h 129623"/>
              <a:gd name="connsiteX251" fmla="*/ 342486 w 758937"/>
              <a:gd name="connsiteY251" fmla="*/ 63713 h 129623"/>
              <a:gd name="connsiteX252" fmla="*/ 341265 w 758937"/>
              <a:gd name="connsiteY252" fmla="*/ 73721 h 129623"/>
              <a:gd name="connsiteX253" fmla="*/ 341265 w 758937"/>
              <a:gd name="connsiteY253" fmla="*/ 127425 h 129623"/>
              <a:gd name="connsiteX254" fmla="*/ 323201 w 758937"/>
              <a:gd name="connsiteY254" fmla="*/ 127425 h 129623"/>
              <a:gd name="connsiteX255" fmla="*/ 323201 w 758937"/>
              <a:gd name="connsiteY255" fmla="*/ 9520 h 129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</a:cxnLst>
            <a:rect l="l" t="t" r="r" b="b"/>
            <a:pathLst>
              <a:path w="758937" h="129623">
                <a:moveTo>
                  <a:pt x="132308" y="84218"/>
                </a:moveTo>
                <a:cubicBezTo>
                  <a:pt x="126449" y="84218"/>
                  <a:pt x="121811" y="85438"/>
                  <a:pt x="118637" y="87880"/>
                </a:cubicBezTo>
                <a:cubicBezTo>
                  <a:pt x="115220" y="90321"/>
                  <a:pt x="113511" y="93738"/>
                  <a:pt x="113511" y="97888"/>
                </a:cubicBezTo>
                <a:cubicBezTo>
                  <a:pt x="113511" y="100573"/>
                  <a:pt x="113999" y="103014"/>
                  <a:pt x="114976" y="104723"/>
                </a:cubicBezTo>
                <a:cubicBezTo>
                  <a:pt x="115952" y="106676"/>
                  <a:pt x="117173" y="108141"/>
                  <a:pt x="118637" y="109361"/>
                </a:cubicBezTo>
                <a:cubicBezTo>
                  <a:pt x="120102" y="110582"/>
                  <a:pt x="121811" y="111558"/>
                  <a:pt x="123764" y="112046"/>
                </a:cubicBezTo>
                <a:cubicBezTo>
                  <a:pt x="125717" y="112535"/>
                  <a:pt x="128158" y="113023"/>
                  <a:pt x="131087" y="113023"/>
                </a:cubicBezTo>
                <a:cubicBezTo>
                  <a:pt x="133528" y="113023"/>
                  <a:pt x="135725" y="112779"/>
                  <a:pt x="137922" y="112046"/>
                </a:cubicBezTo>
                <a:cubicBezTo>
                  <a:pt x="140119" y="111314"/>
                  <a:pt x="142316" y="110582"/>
                  <a:pt x="144269" y="109361"/>
                </a:cubicBezTo>
                <a:cubicBezTo>
                  <a:pt x="146222" y="108141"/>
                  <a:pt x="147931" y="106920"/>
                  <a:pt x="149395" y="105699"/>
                </a:cubicBezTo>
                <a:cubicBezTo>
                  <a:pt x="150860" y="104235"/>
                  <a:pt x="152325" y="103014"/>
                  <a:pt x="153301" y="101550"/>
                </a:cubicBezTo>
                <a:lnTo>
                  <a:pt x="153301" y="88368"/>
                </a:lnTo>
                <a:cubicBezTo>
                  <a:pt x="151592" y="87635"/>
                  <a:pt x="150128" y="86903"/>
                  <a:pt x="148663" y="86415"/>
                </a:cubicBezTo>
                <a:cubicBezTo>
                  <a:pt x="147198" y="85927"/>
                  <a:pt x="145978" y="85682"/>
                  <a:pt x="144513" y="85194"/>
                </a:cubicBezTo>
                <a:cubicBezTo>
                  <a:pt x="143049" y="84950"/>
                  <a:pt x="141340" y="84706"/>
                  <a:pt x="139143" y="84462"/>
                </a:cubicBezTo>
                <a:cubicBezTo>
                  <a:pt x="136946" y="84218"/>
                  <a:pt x="134749" y="84218"/>
                  <a:pt x="132308" y="84218"/>
                </a:cubicBezTo>
                <a:close/>
                <a:moveTo>
                  <a:pt x="630291" y="51019"/>
                </a:moveTo>
                <a:cubicBezTo>
                  <a:pt x="626874" y="51019"/>
                  <a:pt x="623700" y="51751"/>
                  <a:pt x="621015" y="53216"/>
                </a:cubicBezTo>
                <a:cubicBezTo>
                  <a:pt x="618330" y="54681"/>
                  <a:pt x="615889" y="56634"/>
                  <a:pt x="614180" y="59319"/>
                </a:cubicBezTo>
                <a:cubicBezTo>
                  <a:pt x="612227" y="62004"/>
                  <a:pt x="610763" y="65178"/>
                  <a:pt x="609786" y="68839"/>
                </a:cubicBezTo>
                <a:cubicBezTo>
                  <a:pt x="608809" y="72501"/>
                  <a:pt x="608321" y="76651"/>
                  <a:pt x="608321" y="81289"/>
                </a:cubicBezTo>
                <a:cubicBezTo>
                  <a:pt x="608321" y="86415"/>
                  <a:pt x="608809" y="90809"/>
                  <a:pt x="610030" y="94715"/>
                </a:cubicBezTo>
                <a:cubicBezTo>
                  <a:pt x="611251" y="98620"/>
                  <a:pt x="612715" y="101794"/>
                  <a:pt x="614668" y="104479"/>
                </a:cubicBezTo>
                <a:cubicBezTo>
                  <a:pt x="616621" y="107164"/>
                  <a:pt x="619062" y="109117"/>
                  <a:pt x="621991" y="110338"/>
                </a:cubicBezTo>
                <a:cubicBezTo>
                  <a:pt x="624921" y="111802"/>
                  <a:pt x="627850" y="112291"/>
                  <a:pt x="631268" y="112291"/>
                </a:cubicBezTo>
                <a:cubicBezTo>
                  <a:pt x="634685" y="112291"/>
                  <a:pt x="637859" y="111558"/>
                  <a:pt x="640544" y="109849"/>
                </a:cubicBezTo>
                <a:cubicBezTo>
                  <a:pt x="643229" y="108141"/>
                  <a:pt x="645670" y="105944"/>
                  <a:pt x="647623" y="103259"/>
                </a:cubicBezTo>
                <a:cubicBezTo>
                  <a:pt x="649576" y="100573"/>
                  <a:pt x="651041" y="97156"/>
                  <a:pt x="652261" y="93494"/>
                </a:cubicBezTo>
                <a:cubicBezTo>
                  <a:pt x="653238" y="90077"/>
                  <a:pt x="653726" y="85927"/>
                  <a:pt x="653726" y="81777"/>
                </a:cubicBezTo>
                <a:cubicBezTo>
                  <a:pt x="653726" y="77139"/>
                  <a:pt x="653238" y="72989"/>
                  <a:pt x="652017" y="69083"/>
                </a:cubicBezTo>
                <a:cubicBezTo>
                  <a:pt x="651041" y="65422"/>
                  <a:pt x="649332" y="62004"/>
                  <a:pt x="647379" y="59319"/>
                </a:cubicBezTo>
                <a:cubicBezTo>
                  <a:pt x="645426" y="56634"/>
                  <a:pt x="642985" y="54681"/>
                  <a:pt x="640056" y="53216"/>
                </a:cubicBezTo>
                <a:cubicBezTo>
                  <a:pt x="637126" y="51751"/>
                  <a:pt x="633953" y="51019"/>
                  <a:pt x="630291" y="51019"/>
                </a:cubicBezTo>
                <a:close/>
                <a:moveTo>
                  <a:pt x="449650" y="50287"/>
                </a:moveTo>
                <a:cubicBezTo>
                  <a:pt x="446477" y="50287"/>
                  <a:pt x="443792" y="50775"/>
                  <a:pt x="441351" y="51751"/>
                </a:cubicBezTo>
                <a:cubicBezTo>
                  <a:pt x="438910" y="52728"/>
                  <a:pt x="436957" y="54192"/>
                  <a:pt x="435248" y="56145"/>
                </a:cubicBezTo>
                <a:cubicBezTo>
                  <a:pt x="433539" y="58098"/>
                  <a:pt x="432075" y="60539"/>
                  <a:pt x="431098" y="63225"/>
                </a:cubicBezTo>
                <a:cubicBezTo>
                  <a:pt x="429877" y="66154"/>
                  <a:pt x="429145" y="69327"/>
                  <a:pt x="428901" y="72989"/>
                </a:cubicBezTo>
                <a:lnTo>
                  <a:pt x="471329" y="72989"/>
                </a:lnTo>
                <a:lnTo>
                  <a:pt x="471376" y="73233"/>
                </a:lnTo>
                <a:lnTo>
                  <a:pt x="471376" y="72989"/>
                </a:lnTo>
                <a:lnTo>
                  <a:pt x="471329" y="72989"/>
                </a:lnTo>
                <a:lnTo>
                  <a:pt x="469667" y="64445"/>
                </a:lnTo>
                <a:cubicBezTo>
                  <a:pt x="468691" y="61760"/>
                  <a:pt x="467470" y="59319"/>
                  <a:pt x="465762" y="57122"/>
                </a:cubicBezTo>
                <a:cubicBezTo>
                  <a:pt x="464053" y="54925"/>
                  <a:pt x="461856" y="53460"/>
                  <a:pt x="459171" y="52240"/>
                </a:cubicBezTo>
                <a:cubicBezTo>
                  <a:pt x="456485" y="51019"/>
                  <a:pt x="453312" y="50287"/>
                  <a:pt x="449650" y="50287"/>
                </a:cubicBezTo>
                <a:close/>
                <a:moveTo>
                  <a:pt x="227510" y="34419"/>
                </a:moveTo>
                <a:cubicBezTo>
                  <a:pt x="231172" y="34419"/>
                  <a:pt x="234345" y="34663"/>
                  <a:pt x="236786" y="35396"/>
                </a:cubicBezTo>
                <a:cubicBezTo>
                  <a:pt x="239228" y="36128"/>
                  <a:pt x="241424" y="37105"/>
                  <a:pt x="243133" y="38325"/>
                </a:cubicBezTo>
                <a:lnTo>
                  <a:pt x="238251" y="54924"/>
                </a:lnTo>
                <a:cubicBezTo>
                  <a:pt x="236298" y="53948"/>
                  <a:pt x="234345" y="52972"/>
                  <a:pt x="232148" y="52483"/>
                </a:cubicBezTo>
                <a:cubicBezTo>
                  <a:pt x="229951" y="51995"/>
                  <a:pt x="227510" y="51751"/>
                  <a:pt x="224581" y="51751"/>
                </a:cubicBezTo>
                <a:cubicBezTo>
                  <a:pt x="218722" y="51751"/>
                  <a:pt x="214328" y="53704"/>
                  <a:pt x="211155" y="57610"/>
                </a:cubicBezTo>
                <a:cubicBezTo>
                  <a:pt x="207982" y="61516"/>
                  <a:pt x="206517" y="67374"/>
                  <a:pt x="206517" y="75430"/>
                </a:cubicBezTo>
                <a:lnTo>
                  <a:pt x="206517" y="127914"/>
                </a:lnTo>
                <a:lnTo>
                  <a:pt x="188453" y="127914"/>
                </a:lnTo>
                <a:lnTo>
                  <a:pt x="188453" y="36128"/>
                </a:lnTo>
                <a:lnTo>
                  <a:pt x="206517" y="36128"/>
                </a:lnTo>
                <a:lnTo>
                  <a:pt x="206517" y="44916"/>
                </a:lnTo>
                <a:cubicBezTo>
                  <a:pt x="207493" y="43451"/>
                  <a:pt x="208714" y="41987"/>
                  <a:pt x="210179" y="40766"/>
                </a:cubicBezTo>
                <a:cubicBezTo>
                  <a:pt x="211643" y="39546"/>
                  <a:pt x="213352" y="38325"/>
                  <a:pt x="215061" y="37349"/>
                </a:cubicBezTo>
                <a:cubicBezTo>
                  <a:pt x="216770" y="36372"/>
                  <a:pt x="218722" y="35640"/>
                  <a:pt x="220919" y="35152"/>
                </a:cubicBezTo>
                <a:cubicBezTo>
                  <a:pt x="222872" y="34663"/>
                  <a:pt x="225069" y="34419"/>
                  <a:pt x="227510" y="34419"/>
                </a:cubicBezTo>
                <a:close/>
                <a:moveTo>
                  <a:pt x="136213" y="34175"/>
                </a:moveTo>
                <a:cubicBezTo>
                  <a:pt x="141340" y="34175"/>
                  <a:pt x="145978" y="34907"/>
                  <a:pt x="150372" y="36128"/>
                </a:cubicBezTo>
                <a:cubicBezTo>
                  <a:pt x="154522" y="37349"/>
                  <a:pt x="158183" y="39301"/>
                  <a:pt x="161357" y="41743"/>
                </a:cubicBezTo>
                <a:cubicBezTo>
                  <a:pt x="164286" y="44184"/>
                  <a:pt x="166727" y="47601"/>
                  <a:pt x="168436" y="51507"/>
                </a:cubicBezTo>
                <a:cubicBezTo>
                  <a:pt x="170145" y="55413"/>
                  <a:pt x="170877" y="59807"/>
                  <a:pt x="170877" y="65177"/>
                </a:cubicBezTo>
                <a:lnTo>
                  <a:pt x="170877" y="128158"/>
                </a:lnTo>
                <a:lnTo>
                  <a:pt x="153301" y="128158"/>
                </a:lnTo>
                <a:lnTo>
                  <a:pt x="153301" y="127669"/>
                </a:lnTo>
                <a:lnTo>
                  <a:pt x="153301" y="118637"/>
                </a:lnTo>
                <a:cubicBezTo>
                  <a:pt x="150860" y="120835"/>
                  <a:pt x="149151" y="122299"/>
                  <a:pt x="147443" y="123276"/>
                </a:cubicBezTo>
                <a:cubicBezTo>
                  <a:pt x="145978" y="124252"/>
                  <a:pt x="144269" y="125228"/>
                  <a:pt x="142560" y="126205"/>
                </a:cubicBezTo>
                <a:cubicBezTo>
                  <a:pt x="140851" y="127181"/>
                  <a:pt x="138899" y="127914"/>
                  <a:pt x="136213" y="128646"/>
                </a:cubicBezTo>
                <a:cubicBezTo>
                  <a:pt x="133772" y="129378"/>
                  <a:pt x="130843" y="129622"/>
                  <a:pt x="127914" y="129622"/>
                </a:cubicBezTo>
                <a:cubicBezTo>
                  <a:pt x="124252" y="129622"/>
                  <a:pt x="120590" y="129134"/>
                  <a:pt x="116685" y="127914"/>
                </a:cubicBezTo>
                <a:cubicBezTo>
                  <a:pt x="112779" y="126693"/>
                  <a:pt x="109605" y="124984"/>
                  <a:pt x="106432" y="122543"/>
                </a:cubicBezTo>
                <a:cubicBezTo>
                  <a:pt x="103503" y="120102"/>
                  <a:pt x="100817" y="116929"/>
                  <a:pt x="98864" y="113023"/>
                </a:cubicBezTo>
                <a:cubicBezTo>
                  <a:pt x="96911" y="109117"/>
                  <a:pt x="95935" y="104235"/>
                  <a:pt x="95935" y="98620"/>
                </a:cubicBezTo>
                <a:cubicBezTo>
                  <a:pt x="95935" y="93494"/>
                  <a:pt x="96911" y="89100"/>
                  <a:pt x="98620" y="85438"/>
                </a:cubicBezTo>
                <a:cubicBezTo>
                  <a:pt x="100573" y="81777"/>
                  <a:pt x="103014" y="78603"/>
                  <a:pt x="106188" y="76162"/>
                </a:cubicBezTo>
                <a:cubicBezTo>
                  <a:pt x="109361" y="73721"/>
                  <a:pt x="113267" y="72012"/>
                  <a:pt x="117905" y="70792"/>
                </a:cubicBezTo>
                <a:cubicBezTo>
                  <a:pt x="122299" y="69571"/>
                  <a:pt x="127181" y="69083"/>
                  <a:pt x="132308" y="69083"/>
                </a:cubicBezTo>
                <a:cubicBezTo>
                  <a:pt x="137190" y="69083"/>
                  <a:pt x="141096" y="69327"/>
                  <a:pt x="144513" y="70059"/>
                </a:cubicBezTo>
                <a:cubicBezTo>
                  <a:pt x="147931" y="70792"/>
                  <a:pt x="150616" y="71524"/>
                  <a:pt x="152813" y="72500"/>
                </a:cubicBezTo>
                <a:lnTo>
                  <a:pt x="152813" y="65665"/>
                </a:lnTo>
                <a:cubicBezTo>
                  <a:pt x="152813" y="60539"/>
                  <a:pt x="151348" y="56877"/>
                  <a:pt x="148419" y="54192"/>
                </a:cubicBezTo>
                <a:cubicBezTo>
                  <a:pt x="145490" y="51507"/>
                  <a:pt x="141096" y="50287"/>
                  <a:pt x="135481" y="50287"/>
                </a:cubicBezTo>
                <a:cubicBezTo>
                  <a:pt x="130843" y="50287"/>
                  <a:pt x="126449" y="50775"/>
                  <a:pt x="122787" y="51751"/>
                </a:cubicBezTo>
                <a:cubicBezTo>
                  <a:pt x="118881" y="52728"/>
                  <a:pt x="115220" y="54192"/>
                  <a:pt x="111802" y="56145"/>
                </a:cubicBezTo>
                <a:lnTo>
                  <a:pt x="104723" y="42475"/>
                </a:lnTo>
                <a:cubicBezTo>
                  <a:pt x="109117" y="39790"/>
                  <a:pt x="113755" y="37593"/>
                  <a:pt x="118881" y="36372"/>
                </a:cubicBezTo>
                <a:cubicBezTo>
                  <a:pt x="124008" y="34907"/>
                  <a:pt x="129622" y="34175"/>
                  <a:pt x="136213" y="34175"/>
                </a:cubicBezTo>
                <a:close/>
                <a:moveTo>
                  <a:pt x="726226" y="33931"/>
                </a:moveTo>
                <a:cubicBezTo>
                  <a:pt x="731841" y="33931"/>
                  <a:pt x="736479" y="34908"/>
                  <a:pt x="740629" y="36617"/>
                </a:cubicBezTo>
                <a:cubicBezTo>
                  <a:pt x="744779" y="38325"/>
                  <a:pt x="748196" y="41010"/>
                  <a:pt x="750881" y="44428"/>
                </a:cubicBezTo>
                <a:cubicBezTo>
                  <a:pt x="753567" y="47845"/>
                  <a:pt x="755519" y="51995"/>
                  <a:pt x="756984" y="57122"/>
                </a:cubicBezTo>
                <a:cubicBezTo>
                  <a:pt x="758449" y="62248"/>
                  <a:pt x="758937" y="68351"/>
                  <a:pt x="758937" y="75186"/>
                </a:cubicBezTo>
                <a:lnTo>
                  <a:pt x="758937" y="127670"/>
                </a:lnTo>
                <a:lnTo>
                  <a:pt x="741117" y="127670"/>
                </a:lnTo>
                <a:lnTo>
                  <a:pt x="741117" y="75674"/>
                </a:lnTo>
                <a:cubicBezTo>
                  <a:pt x="741117" y="67374"/>
                  <a:pt x="739652" y="61028"/>
                  <a:pt x="736723" y="56878"/>
                </a:cubicBezTo>
                <a:cubicBezTo>
                  <a:pt x="733794" y="52728"/>
                  <a:pt x="728911" y="50531"/>
                  <a:pt x="722321" y="50531"/>
                </a:cubicBezTo>
                <a:cubicBezTo>
                  <a:pt x="719391" y="50531"/>
                  <a:pt x="716706" y="51019"/>
                  <a:pt x="714265" y="51995"/>
                </a:cubicBezTo>
                <a:cubicBezTo>
                  <a:pt x="711824" y="52972"/>
                  <a:pt x="709871" y="54681"/>
                  <a:pt x="708162" y="56878"/>
                </a:cubicBezTo>
                <a:cubicBezTo>
                  <a:pt x="706454" y="59075"/>
                  <a:pt x="705233" y="61516"/>
                  <a:pt x="704501" y="64445"/>
                </a:cubicBezTo>
                <a:cubicBezTo>
                  <a:pt x="703768" y="67374"/>
                  <a:pt x="703280" y="70548"/>
                  <a:pt x="703280" y="73965"/>
                </a:cubicBezTo>
                <a:lnTo>
                  <a:pt x="703280" y="127670"/>
                </a:lnTo>
                <a:lnTo>
                  <a:pt x="685216" y="127670"/>
                </a:lnTo>
                <a:lnTo>
                  <a:pt x="685216" y="35884"/>
                </a:lnTo>
                <a:lnTo>
                  <a:pt x="703280" y="35884"/>
                </a:lnTo>
                <a:lnTo>
                  <a:pt x="703280" y="44672"/>
                </a:lnTo>
                <a:cubicBezTo>
                  <a:pt x="704501" y="42963"/>
                  <a:pt x="705721" y="41499"/>
                  <a:pt x="707430" y="40278"/>
                </a:cubicBezTo>
                <a:cubicBezTo>
                  <a:pt x="709139" y="39058"/>
                  <a:pt x="710848" y="37837"/>
                  <a:pt x="712800" y="36861"/>
                </a:cubicBezTo>
                <a:cubicBezTo>
                  <a:pt x="714753" y="35884"/>
                  <a:pt x="716950" y="35152"/>
                  <a:pt x="719147" y="34664"/>
                </a:cubicBezTo>
                <a:cubicBezTo>
                  <a:pt x="721344" y="34175"/>
                  <a:pt x="723785" y="33931"/>
                  <a:pt x="726226" y="33931"/>
                </a:cubicBezTo>
                <a:close/>
                <a:moveTo>
                  <a:pt x="543876" y="33931"/>
                </a:moveTo>
                <a:cubicBezTo>
                  <a:pt x="549491" y="33931"/>
                  <a:pt x="554129" y="34908"/>
                  <a:pt x="558279" y="36617"/>
                </a:cubicBezTo>
                <a:cubicBezTo>
                  <a:pt x="562429" y="38325"/>
                  <a:pt x="565846" y="41010"/>
                  <a:pt x="568531" y="44428"/>
                </a:cubicBezTo>
                <a:cubicBezTo>
                  <a:pt x="571217" y="47845"/>
                  <a:pt x="573169" y="51995"/>
                  <a:pt x="574634" y="57122"/>
                </a:cubicBezTo>
                <a:cubicBezTo>
                  <a:pt x="576099" y="62248"/>
                  <a:pt x="576587" y="68351"/>
                  <a:pt x="576587" y="75186"/>
                </a:cubicBezTo>
                <a:lnTo>
                  <a:pt x="576587" y="127670"/>
                </a:lnTo>
                <a:lnTo>
                  <a:pt x="558767" y="127670"/>
                </a:lnTo>
                <a:lnTo>
                  <a:pt x="558767" y="75674"/>
                </a:lnTo>
                <a:cubicBezTo>
                  <a:pt x="558767" y="67374"/>
                  <a:pt x="557302" y="61028"/>
                  <a:pt x="554373" y="56878"/>
                </a:cubicBezTo>
                <a:cubicBezTo>
                  <a:pt x="551444" y="52728"/>
                  <a:pt x="546561" y="50531"/>
                  <a:pt x="539971" y="50531"/>
                </a:cubicBezTo>
                <a:cubicBezTo>
                  <a:pt x="537041" y="50531"/>
                  <a:pt x="534356" y="51019"/>
                  <a:pt x="531915" y="51995"/>
                </a:cubicBezTo>
                <a:cubicBezTo>
                  <a:pt x="529474" y="52972"/>
                  <a:pt x="527521" y="54681"/>
                  <a:pt x="525812" y="56878"/>
                </a:cubicBezTo>
                <a:cubicBezTo>
                  <a:pt x="524104" y="59075"/>
                  <a:pt x="522883" y="61516"/>
                  <a:pt x="522151" y="64445"/>
                </a:cubicBezTo>
                <a:cubicBezTo>
                  <a:pt x="521418" y="67374"/>
                  <a:pt x="520930" y="70548"/>
                  <a:pt x="520930" y="73965"/>
                </a:cubicBezTo>
                <a:lnTo>
                  <a:pt x="520930" y="127670"/>
                </a:lnTo>
                <a:lnTo>
                  <a:pt x="502866" y="127670"/>
                </a:lnTo>
                <a:lnTo>
                  <a:pt x="502866" y="35884"/>
                </a:lnTo>
                <a:lnTo>
                  <a:pt x="520930" y="35884"/>
                </a:lnTo>
                <a:lnTo>
                  <a:pt x="520930" y="44672"/>
                </a:lnTo>
                <a:cubicBezTo>
                  <a:pt x="522151" y="42963"/>
                  <a:pt x="523371" y="41499"/>
                  <a:pt x="525080" y="40278"/>
                </a:cubicBezTo>
                <a:cubicBezTo>
                  <a:pt x="526789" y="39058"/>
                  <a:pt x="528498" y="37837"/>
                  <a:pt x="530450" y="36861"/>
                </a:cubicBezTo>
                <a:cubicBezTo>
                  <a:pt x="532403" y="35884"/>
                  <a:pt x="534600" y="35152"/>
                  <a:pt x="536797" y="34664"/>
                </a:cubicBezTo>
                <a:cubicBezTo>
                  <a:pt x="538994" y="34175"/>
                  <a:pt x="541435" y="33931"/>
                  <a:pt x="543876" y="33931"/>
                </a:cubicBezTo>
                <a:close/>
                <a:moveTo>
                  <a:pt x="630779" y="33687"/>
                </a:moveTo>
                <a:cubicBezTo>
                  <a:pt x="636638" y="33687"/>
                  <a:pt x="642008" y="34908"/>
                  <a:pt x="647135" y="37105"/>
                </a:cubicBezTo>
                <a:cubicBezTo>
                  <a:pt x="652017" y="39302"/>
                  <a:pt x="656411" y="42475"/>
                  <a:pt x="660073" y="46625"/>
                </a:cubicBezTo>
                <a:cubicBezTo>
                  <a:pt x="663734" y="50775"/>
                  <a:pt x="666664" y="55657"/>
                  <a:pt x="668617" y="61516"/>
                </a:cubicBezTo>
                <a:cubicBezTo>
                  <a:pt x="670814" y="67619"/>
                  <a:pt x="672034" y="74209"/>
                  <a:pt x="672034" y="81289"/>
                </a:cubicBezTo>
                <a:cubicBezTo>
                  <a:pt x="672034" y="88856"/>
                  <a:pt x="671058" y="95691"/>
                  <a:pt x="668861" y="101794"/>
                </a:cubicBezTo>
                <a:cubicBezTo>
                  <a:pt x="666664" y="107653"/>
                  <a:pt x="663734" y="112779"/>
                  <a:pt x="660073" y="116929"/>
                </a:cubicBezTo>
                <a:cubicBezTo>
                  <a:pt x="656411" y="121079"/>
                  <a:pt x="652017" y="124252"/>
                  <a:pt x="646891" y="126449"/>
                </a:cubicBezTo>
                <a:cubicBezTo>
                  <a:pt x="641765" y="128646"/>
                  <a:pt x="636394" y="129623"/>
                  <a:pt x="630535" y="129623"/>
                </a:cubicBezTo>
                <a:cubicBezTo>
                  <a:pt x="624677" y="129623"/>
                  <a:pt x="619306" y="128402"/>
                  <a:pt x="614424" y="126205"/>
                </a:cubicBezTo>
                <a:cubicBezTo>
                  <a:pt x="609542" y="124008"/>
                  <a:pt x="605148" y="120590"/>
                  <a:pt x="601730" y="116441"/>
                </a:cubicBezTo>
                <a:cubicBezTo>
                  <a:pt x="598069" y="112291"/>
                  <a:pt x="595383" y="107164"/>
                  <a:pt x="593186" y="101306"/>
                </a:cubicBezTo>
                <a:cubicBezTo>
                  <a:pt x="591234" y="95447"/>
                  <a:pt x="590013" y="88856"/>
                  <a:pt x="590013" y="81777"/>
                </a:cubicBezTo>
                <a:cubicBezTo>
                  <a:pt x="590013" y="74209"/>
                  <a:pt x="590989" y="67619"/>
                  <a:pt x="593186" y="61516"/>
                </a:cubicBezTo>
                <a:cubicBezTo>
                  <a:pt x="595383" y="55657"/>
                  <a:pt x="598069" y="50531"/>
                  <a:pt x="601730" y="46381"/>
                </a:cubicBezTo>
                <a:cubicBezTo>
                  <a:pt x="605392" y="42231"/>
                  <a:pt x="609786" y="39058"/>
                  <a:pt x="614668" y="36861"/>
                </a:cubicBezTo>
                <a:cubicBezTo>
                  <a:pt x="619550" y="34664"/>
                  <a:pt x="624921" y="33687"/>
                  <a:pt x="630779" y="33687"/>
                </a:cubicBezTo>
                <a:close/>
                <a:moveTo>
                  <a:pt x="450871" y="33687"/>
                </a:moveTo>
                <a:cubicBezTo>
                  <a:pt x="457462" y="33687"/>
                  <a:pt x="463077" y="34908"/>
                  <a:pt x="467959" y="37349"/>
                </a:cubicBezTo>
                <a:cubicBezTo>
                  <a:pt x="472841" y="39790"/>
                  <a:pt x="476746" y="43208"/>
                  <a:pt x="479920" y="47357"/>
                </a:cubicBezTo>
                <a:cubicBezTo>
                  <a:pt x="483093" y="51507"/>
                  <a:pt x="485534" y="56390"/>
                  <a:pt x="486999" y="62004"/>
                </a:cubicBezTo>
                <a:cubicBezTo>
                  <a:pt x="488708" y="67863"/>
                  <a:pt x="489684" y="73721"/>
                  <a:pt x="489684" y="79824"/>
                </a:cubicBezTo>
                <a:cubicBezTo>
                  <a:pt x="489684" y="81533"/>
                  <a:pt x="489684" y="82997"/>
                  <a:pt x="489440" y="84462"/>
                </a:cubicBezTo>
                <a:cubicBezTo>
                  <a:pt x="489440" y="85927"/>
                  <a:pt x="489196" y="87147"/>
                  <a:pt x="489196" y="88124"/>
                </a:cubicBezTo>
                <a:lnTo>
                  <a:pt x="428413" y="88124"/>
                </a:lnTo>
                <a:cubicBezTo>
                  <a:pt x="428901" y="92518"/>
                  <a:pt x="429877" y="96424"/>
                  <a:pt x="431342" y="99597"/>
                </a:cubicBezTo>
                <a:cubicBezTo>
                  <a:pt x="432807" y="102770"/>
                  <a:pt x="434516" y="105456"/>
                  <a:pt x="436469" y="107408"/>
                </a:cubicBezTo>
                <a:cubicBezTo>
                  <a:pt x="438421" y="109361"/>
                  <a:pt x="440862" y="111070"/>
                  <a:pt x="443548" y="112047"/>
                </a:cubicBezTo>
                <a:cubicBezTo>
                  <a:pt x="446233" y="113023"/>
                  <a:pt x="448918" y="113511"/>
                  <a:pt x="451603" y="113511"/>
                </a:cubicBezTo>
                <a:cubicBezTo>
                  <a:pt x="453556" y="113511"/>
                  <a:pt x="455509" y="113267"/>
                  <a:pt x="457218" y="113023"/>
                </a:cubicBezTo>
                <a:cubicBezTo>
                  <a:pt x="458927" y="112779"/>
                  <a:pt x="460635" y="112291"/>
                  <a:pt x="462344" y="111558"/>
                </a:cubicBezTo>
                <a:cubicBezTo>
                  <a:pt x="464053" y="110826"/>
                  <a:pt x="465518" y="110094"/>
                  <a:pt x="466738" y="109361"/>
                </a:cubicBezTo>
                <a:cubicBezTo>
                  <a:pt x="467959" y="108629"/>
                  <a:pt x="469667" y="107653"/>
                  <a:pt x="471620" y="106188"/>
                </a:cubicBezTo>
                <a:lnTo>
                  <a:pt x="482361" y="117661"/>
                </a:lnTo>
                <a:cubicBezTo>
                  <a:pt x="480164" y="119858"/>
                  <a:pt x="477967" y="121567"/>
                  <a:pt x="475770" y="122787"/>
                </a:cubicBezTo>
                <a:cubicBezTo>
                  <a:pt x="473573" y="124008"/>
                  <a:pt x="471376" y="125229"/>
                  <a:pt x="468935" y="126449"/>
                </a:cubicBezTo>
                <a:cubicBezTo>
                  <a:pt x="466494" y="127425"/>
                  <a:pt x="463809" y="128402"/>
                  <a:pt x="460635" y="128890"/>
                </a:cubicBezTo>
                <a:cubicBezTo>
                  <a:pt x="457462" y="129378"/>
                  <a:pt x="454288" y="129623"/>
                  <a:pt x="450383" y="129623"/>
                </a:cubicBezTo>
                <a:cubicBezTo>
                  <a:pt x="446477" y="129623"/>
                  <a:pt x="442571" y="129134"/>
                  <a:pt x="439154" y="127914"/>
                </a:cubicBezTo>
                <a:cubicBezTo>
                  <a:pt x="435736" y="126693"/>
                  <a:pt x="432563" y="125473"/>
                  <a:pt x="429877" y="123520"/>
                </a:cubicBezTo>
                <a:cubicBezTo>
                  <a:pt x="427192" y="121811"/>
                  <a:pt x="424751" y="119614"/>
                  <a:pt x="422554" y="117417"/>
                </a:cubicBezTo>
                <a:cubicBezTo>
                  <a:pt x="420357" y="115220"/>
                  <a:pt x="418404" y="112047"/>
                  <a:pt x="416452" y="108629"/>
                </a:cubicBezTo>
                <a:cubicBezTo>
                  <a:pt x="414499" y="104967"/>
                  <a:pt x="413034" y="101062"/>
                  <a:pt x="412058" y="96424"/>
                </a:cubicBezTo>
                <a:cubicBezTo>
                  <a:pt x="411081" y="92030"/>
                  <a:pt x="410593" y="87147"/>
                  <a:pt x="410593" y="81777"/>
                </a:cubicBezTo>
                <a:cubicBezTo>
                  <a:pt x="410593" y="73965"/>
                  <a:pt x="411569" y="67130"/>
                  <a:pt x="413522" y="61272"/>
                </a:cubicBezTo>
                <a:cubicBezTo>
                  <a:pt x="415475" y="55413"/>
                  <a:pt x="418160" y="50287"/>
                  <a:pt x="421822" y="46137"/>
                </a:cubicBezTo>
                <a:cubicBezTo>
                  <a:pt x="425240" y="41987"/>
                  <a:pt x="429633" y="39058"/>
                  <a:pt x="434516" y="36861"/>
                </a:cubicBezTo>
                <a:cubicBezTo>
                  <a:pt x="439398" y="34664"/>
                  <a:pt x="445012" y="33687"/>
                  <a:pt x="450871" y="33687"/>
                </a:cubicBezTo>
                <a:close/>
                <a:moveTo>
                  <a:pt x="18064" y="22213"/>
                </a:moveTo>
                <a:lnTo>
                  <a:pt x="18064" y="64445"/>
                </a:lnTo>
                <a:lnTo>
                  <a:pt x="51019" y="64445"/>
                </a:lnTo>
                <a:cubicBezTo>
                  <a:pt x="58098" y="64445"/>
                  <a:pt x="63225" y="62492"/>
                  <a:pt x="66886" y="58830"/>
                </a:cubicBezTo>
                <a:cubicBezTo>
                  <a:pt x="69816" y="55413"/>
                  <a:pt x="71769" y="50042"/>
                  <a:pt x="71769" y="43451"/>
                </a:cubicBezTo>
                <a:cubicBezTo>
                  <a:pt x="71769" y="40034"/>
                  <a:pt x="71280" y="37105"/>
                  <a:pt x="70304" y="34419"/>
                </a:cubicBezTo>
                <a:cubicBezTo>
                  <a:pt x="69327" y="31734"/>
                  <a:pt x="67863" y="29537"/>
                  <a:pt x="66154" y="27828"/>
                </a:cubicBezTo>
                <a:cubicBezTo>
                  <a:pt x="64445" y="26119"/>
                  <a:pt x="62248" y="24655"/>
                  <a:pt x="59563" y="23678"/>
                </a:cubicBezTo>
                <a:cubicBezTo>
                  <a:pt x="56878" y="22702"/>
                  <a:pt x="54193" y="22213"/>
                  <a:pt x="51019" y="22213"/>
                </a:cubicBezTo>
                <a:close/>
                <a:moveTo>
                  <a:pt x="0" y="5126"/>
                </a:moveTo>
                <a:lnTo>
                  <a:pt x="51263" y="5126"/>
                </a:lnTo>
                <a:cubicBezTo>
                  <a:pt x="56878" y="5126"/>
                  <a:pt x="62004" y="5858"/>
                  <a:pt x="66886" y="7567"/>
                </a:cubicBezTo>
                <a:cubicBezTo>
                  <a:pt x="71769" y="9275"/>
                  <a:pt x="75919" y="11473"/>
                  <a:pt x="79336" y="14890"/>
                </a:cubicBezTo>
                <a:cubicBezTo>
                  <a:pt x="82753" y="18064"/>
                  <a:pt x="85683" y="21969"/>
                  <a:pt x="87636" y="26852"/>
                </a:cubicBezTo>
                <a:cubicBezTo>
                  <a:pt x="89345" y="31734"/>
                  <a:pt x="90321" y="37349"/>
                  <a:pt x="90321" y="43451"/>
                </a:cubicBezTo>
                <a:cubicBezTo>
                  <a:pt x="90321" y="49799"/>
                  <a:pt x="89345" y="55413"/>
                  <a:pt x="87392" y="60051"/>
                </a:cubicBezTo>
                <a:cubicBezTo>
                  <a:pt x="85439" y="64933"/>
                  <a:pt x="82509" y="68839"/>
                  <a:pt x="79092" y="72012"/>
                </a:cubicBezTo>
                <a:cubicBezTo>
                  <a:pt x="75430" y="75186"/>
                  <a:pt x="71280" y="77627"/>
                  <a:pt x="66398" y="79336"/>
                </a:cubicBezTo>
                <a:cubicBezTo>
                  <a:pt x="61516" y="81045"/>
                  <a:pt x="55901" y="81777"/>
                  <a:pt x="50043" y="81777"/>
                </a:cubicBezTo>
                <a:lnTo>
                  <a:pt x="18064" y="81777"/>
                </a:lnTo>
                <a:lnTo>
                  <a:pt x="18064" y="127426"/>
                </a:lnTo>
                <a:lnTo>
                  <a:pt x="0" y="127426"/>
                </a:lnTo>
                <a:close/>
                <a:moveTo>
                  <a:pt x="284388" y="244"/>
                </a:moveTo>
                <a:lnTo>
                  <a:pt x="284388" y="35884"/>
                </a:lnTo>
                <a:lnTo>
                  <a:pt x="307090" y="35884"/>
                </a:lnTo>
                <a:lnTo>
                  <a:pt x="307090" y="52240"/>
                </a:lnTo>
                <a:lnTo>
                  <a:pt x="284388" y="52240"/>
                </a:lnTo>
                <a:lnTo>
                  <a:pt x="284388" y="102038"/>
                </a:lnTo>
                <a:cubicBezTo>
                  <a:pt x="284388" y="104235"/>
                  <a:pt x="284632" y="105944"/>
                  <a:pt x="284876" y="107408"/>
                </a:cubicBezTo>
                <a:cubicBezTo>
                  <a:pt x="285364" y="108873"/>
                  <a:pt x="285853" y="109850"/>
                  <a:pt x="286585" y="110826"/>
                </a:cubicBezTo>
                <a:cubicBezTo>
                  <a:pt x="287317" y="111558"/>
                  <a:pt x="288294" y="112291"/>
                  <a:pt x="289514" y="112535"/>
                </a:cubicBezTo>
                <a:cubicBezTo>
                  <a:pt x="290735" y="112779"/>
                  <a:pt x="292199" y="113023"/>
                  <a:pt x="293664" y="113023"/>
                </a:cubicBezTo>
                <a:cubicBezTo>
                  <a:pt x="296105" y="113023"/>
                  <a:pt x="298302" y="112535"/>
                  <a:pt x="300743" y="111802"/>
                </a:cubicBezTo>
                <a:cubicBezTo>
                  <a:pt x="303184" y="111070"/>
                  <a:pt x="305137" y="110093"/>
                  <a:pt x="306846" y="109361"/>
                </a:cubicBezTo>
                <a:lnTo>
                  <a:pt x="304893" y="125228"/>
                </a:lnTo>
                <a:cubicBezTo>
                  <a:pt x="302696" y="126449"/>
                  <a:pt x="300011" y="127425"/>
                  <a:pt x="297082" y="128402"/>
                </a:cubicBezTo>
                <a:cubicBezTo>
                  <a:pt x="294152" y="129134"/>
                  <a:pt x="290735" y="129622"/>
                  <a:pt x="287317" y="129622"/>
                </a:cubicBezTo>
                <a:cubicBezTo>
                  <a:pt x="284144" y="129622"/>
                  <a:pt x="281459" y="129134"/>
                  <a:pt x="279017" y="128402"/>
                </a:cubicBezTo>
                <a:cubicBezTo>
                  <a:pt x="276576" y="127425"/>
                  <a:pt x="274623" y="126205"/>
                  <a:pt x="272671" y="124252"/>
                </a:cubicBezTo>
                <a:cubicBezTo>
                  <a:pt x="270718" y="122299"/>
                  <a:pt x="269253" y="119858"/>
                  <a:pt x="268277" y="116684"/>
                </a:cubicBezTo>
                <a:cubicBezTo>
                  <a:pt x="267300" y="113511"/>
                  <a:pt x="266812" y="109850"/>
                  <a:pt x="266812" y="105456"/>
                </a:cubicBezTo>
                <a:lnTo>
                  <a:pt x="266812" y="52240"/>
                </a:lnTo>
                <a:lnTo>
                  <a:pt x="253630" y="52240"/>
                </a:lnTo>
                <a:lnTo>
                  <a:pt x="253630" y="35884"/>
                </a:lnTo>
                <a:lnTo>
                  <a:pt x="266812" y="35884"/>
                </a:lnTo>
                <a:lnTo>
                  <a:pt x="266812" y="9764"/>
                </a:lnTo>
                <a:close/>
                <a:moveTo>
                  <a:pt x="341265" y="0"/>
                </a:moveTo>
                <a:lnTo>
                  <a:pt x="341265" y="44428"/>
                </a:lnTo>
                <a:cubicBezTo>
                  <a:pt x="342486" y="42719"/>
                  <a:pt x="343706" y="41255"/>
                  <a:pt x="345415" y="40034"/>
                </a:cubicBezTo>
                <a:cubicBezTo>
                  <a:pt x="347124" y="38813"/>
                  <a:pt x="348833" y="37593"/>
                  <a:pt x="350785" y="36617"/>
                </a:cubicBezTo>
                <a:cubicBezTo>
                  <a:pt x="352738" y="35640"/>
                  <a:pt x="354935" y="34908"/>
                  <a:pt x="357132" y="34420"/>
                </a:cubicBezTo>
                <a:cubicBezTo>
                  <a:pt x="359329" y="33931"/>
                  <a:pt x="361770" y="33687"/>
                  <a:pt x="364211" y="33687"/>
                </a:cubicBezTo>
                <a:cubicBezTo>
                  <a:pt x="369826" y="33687"/>
                  <a:pt x="374464" y="34664"/>
                  <a:pt x="378614" y="36372"/>
                </a:cubicBezTo>
                <a:cubicBezTo>
                  <a:pt x="382764" y="38081"/>
                  <a:pt x="385937" y="40766"/>
                  <a:pt x="388866" y="44184"/>
                </a:cubicBezTo>
                <a:cubicBezTo>
                  <a:pt x="391552" y="47602"/>
                  <a:pt x="393748" y="51995"/>
                  <a:pt x="394969" y="57366"/>
                </a:cubicBezTo>
                <a:cubicBezTo>
                  <a:pt x="396190" y="62736"/>
                  <a:pt x="396922" y="68595"/>
                  <a:pt x="396922" y="74942"/>
                </a:cubicBezTo>
                <a:lnTo>
                  <a:pt x="396922" y="127425"/>
                </a:lnTo>
                <a:lnTo>
                  <a:pt x="379346" y="127425"/>
                </a:lnTo>
                <a:lnTo>
                  <a:pt x="379346" y="75674"/>
                </a:lnTo>
                <a:cubicBezTo>
                  <a:pt x="379346" y="67130"/>
                  <a:pt x="377881" y="60783"/>
                  <a:pt x="374708" y="56634"/>
                </a:cubicBezTo>
                <a:cubicBezTo>
                  <a:pt x="371779" y="52484"/>
                  <a:pt x="366896" y="50287"/>
                  <a:pt x="360306" y="50287"/>
                </a:cubicBezTo>
                <a:cubicBezTo>
                  <a:pt x="357621" y="50287"/>
                  <a:pt x="354935" y="50775"/>
                  <a:pt x="352494" y="51751"/>
                </a:cubicBezTo>
                <a:cubicBezTo>
                  <a:pt x="350053" y="52728"/>
                  <a:pt x="348100" y="54192"/>
                  <a:pt x="346392" y="56389"/>
                </a:cubicBezTo>
                <a:cubicBezTo>
                  <a:pt x="344683" y="58586"/>
                  <a:pt x="343462" y="61028"/>
                  <a:pt x="342486" y="63713"/>
                </a:cubicBezTo>
                <a:cubicBezTo>
                  <a:pt x="341753" y="66642"/>
                  <a:pt x="341265" y="69815"/>
                  <a:pt x="341265" y="73721"/>
                </a:cubicBezTo>
                <a:lnTo>
                  <a:pt x="341265" y="127425"/>
                </a:lnTo>
                <a:lnTo>
                  <a:pt x="323201" y="127425"/>
                </a:lnTo>
                <a:lnTo>
                  <a:pt x="323201" y="9520"/>
                </a:lnTo>
                <a:close/>
              </a:path>
            </a:pathLst>
          </a:custGeom>
          <a:solidFill>
            <a:srgbClr val="1A9AFA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65848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1759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BrandEYledSpectr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71FA0A-87DA-AF8C-E44E-CDAAC53244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F508B74D-6EA6-7EC7-2B56-B04443A948C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0" name="Title 4">
            <a:extLst>
              <a:ext uri="{FF2B5EF4-FFF2-40B4-BE49-F238E27FC236}">
                <a16:creationId xmlns:a16="http://schemas.microsoft.com/office/drawing/2014/main" id="{7A672E49-8736-0336-1865-712E31378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lang="en-US" sz="4200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88">
            <a:extLst>
              <a:ext uri="{FF2B5EF4-FFF2-40B4-BE49-F238E27FC236}">
                <a16:creationId xmlns:a16="http://schemas.microsoft.com/office/drawing/2014/main" id="{5F3B8C4C-F608-4675-55FE-C660BF1E11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29DE309-D6C3-BCFB-B550-82B66CD64E7F}"/>
              </a:ext>
            </a:extLst>
          </p:cNvPr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94B3166A-9766-0390-54C9-A1E077F350D4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B8545A91-27D8-3E1C-EBD8-8283D390D812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9B813F0-8C46-1308-6A18-EF44F7611D4D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A0EA7E3D-2F3D-37E0-835B-25F48084CA41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accent5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401BA9C1-9B27-FB70-A85B-FBE45BE7B0C4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7000">
                  <a:schemeClr val="accent5"/>
                </a:gs>
                <a:gs pos="80000">
                  <a:srgbClr val="1A9AFA"/>
                </a:gs>
              </a:gsLst>
              <a:lin ang="1914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5BD9100-750E-DEC9-A032-491C43928374}"/>
              </a:ext>
            </a:extLst>
          </p:cNvPr>
          <p:cNvGrpSpPr/>
          <p:nvPr userDrawn="1"/>
        </p:nvGrpSpPr>
        <p:grpSpPr>
          <a:xfrm>
            <a:off x="479582" y="6164633"/>
            <a:ext cx="6817777" cy="333157"/>
            <a:chOff x="479582" y="6164633"/>
            <a:chExt cx="6817777" cy="333157"/>
          </a:xfrm>
        </p:grpSpPr>
        <p:sp>
          <p:nvSpPr>
            <p:cNvPr id="28" name="Freeform 50">
              <a:extLst>
                <a:ext uri="{FF2B5EF4-FFF2-40B4-BE49-F238E27FC236}">
                  <a16:creationId xmlns:a16="http://schemas.microsoft.com/office/drawing/2014/main" id="{E7C0B190-091F-8B79-BDE2-3EF882DA9E5D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chemeClr val="accent1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8364413-0E9F-1354-93C2-F1B015271DD3}"/>
                </a:ext>
              </a:extLst>
            </p:cNvPr>
            <p:cNvSpPr txBox="1"/>
            <p:nvPr userDrawn="1"/>
          </p:nvSpPr>
          <p:spPr>
            <a:xfrm>
              <a:off x="479582" y="6301582"/>
              <a:ext cx="6817777" cy="196208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 typeface="Wingdings" pitchFamily="2" charset="2"/>
                <a:buNone/>
              </a:pPr>
              <a:r>
                <a:rPr lang="en-GB" sz="1150">
                  <a:solidFill>
                    <a:schemeClr val="bg1"/>
                  </a:solidFill>
                  <a:latin typeface="+mj-lt"/>
                </a:rPr>
                <a:t>Together with EY-Parthenon’s transformative strategy and transactions.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912592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BrandEYled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3DDF57-FBFA-DAFA-E1FE-39D5286D6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1A978-619D-C8BC-03F4-3ED2FE71A4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9D4EC8CD-0836-F270-3A81-CAD56F77C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200" b="1" i="0" kern="1200" dirty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88">
            <a:extLst>
              <a:ext uri="{FF2B5EF4-FFF2-40B4-BE49-F238E27FC236}">
                <a16:creationId xmlns:a16="http://schemas.microsoft.com/office/drawing/2014/main" id="{79751491-0FB7-2EFB-1925-48A23D248B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AF5528D-7478-5222-644E-C18CB1E83CD1}"/>
              </a:ext>
            </a:extLst>
          </p:cNvPr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B968DF8D-853D-8F98-B28D-190DDEADA305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20D53FE0-40A1-6722-2E93-DD947ADF7F67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399A4B-7BE2-9A50-D8C9-309C488F9CDB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C952D668-43A5-A8C4-E58B-B5EDEE3BDDD0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accent5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73F5BB4C-D341-2396-E8BE-2F3B1E3E5FFE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7000">
                  <a:schemeClr val="accent5"/>
                </a:gs>
                <a:gs pos="80000">
                  <a:srgbClr val="1A9AFA"/>
                </a:gs>
              </a:gsLst>
              <a:lin ang="1914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2" name="Freeform 50">
            <a:extLst>
              <a:ext uri="{FF2B5EF4-FFF2-40B4-BE49-F238E27FC236}">
                <a16:creationId xmlns:a16="http://schemas.microsoft.com/office/drawing/2014/main" id="{D9351F72-9674-AA88-250B-28CA189A8F43}"/>
              </a:ext>
            </a:extLst>
          </p:cNvPr>
          <p:cNvSpPr/>
          <p:nvPr userDrawn="1"/>
        </p:nvSpPr>
        <p:spPr>
          <a:xfrm>
            <a:off x="485775" y="6151422"/>
            <a:ext cx="405765" cy="81280"/>
          </a:xfrm>
          <a:custGeom>
            <a:avLst/>
            <a:gdLst>
              <a:gd name="connsiteX0" fmla="*/ 324485 w 405765"/>
              <a:gd name="connsiteY0" fmla="*/ 0 h 81280"/>
              <a:gd name="connsiteX1" fmla="*/ 405765 w 405765"/>
              <a:gd name="connsiteY1" fmla="*/ 0 h 81280"/>
              <a:gd name="connsiteX2" fmla="*/ 405765 w 405765"/>
              <a:gd name="connsiteY2" fmla="*/ 81280 h 81280"/>
              <a:gd name="connsiteX3" fmla="*/ 324485 w 405765"/>
              <a:gd name="connsiteY3" fmla="*/ 81280 h 81280"/>
              <a:gd name="connsiteX4" fmla="*/ 161925 w 405765"/>
              <a:gd name="connsiteY4" fmla="*/ 0 h 81280"/>
              <a:gd name="connsiteX5" fmla="*/ 243205 w 405765"/>
              <a:gd name="connsiteY5" fmla="*/ 0 h 81280"/>
              <a:gd name="connsiteX6" fmla="*/ 243205 w 405765"/>
              <a:gd name="connsiteY6" fmla="*/ 81280 h 81280"/>
              <a:gd name="connsiteX7" fmla="*/ 161925 w 405765"/>
              <a:gd name="connsiteY7" fmla="*/ 81280 h 81280"/>
              <a:gd name="connsiteX8" fmla="*/ 0 w 405765"/>
              <a:gd name="connsiteY8" fmla="*/ 0 h 81280"/>
              <a:gd name="connsiteX9" fmla="*/ 81280 w 405765"/>
              <a:gd name="connsiteY9" fmla="*/ 0 h 81280"/>
              <a:gd name="connsiteX10" fmla="*/ 81280 w 405765"/>
              <a:gd name="connsiteY10" fmla="*/ 81280 h 81280"/>
              <a:gd name="connsiteX11" fmla="*/ 0 w 405765"/>
              <a:gd name="connsiteY11" fmla="*/ 81280 h 8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5765" h="81280">
                <a:moveTo>
                  <a:pt x="324485" y="0"/>
                </a:moveTo>
                <a:lnTo>
                  <a:pt x="405765" y="0"/>
                </a:lnTo>
                <a:lnTo>
                  <a:pt x="405765" y="81280"/>
                </a:lnTo>
                <a:lnTo>
                  <a:pt x="324485" y="81280"/>
                </a:lnTo>
                <a:close/>
                <a:moveTo>
                  <a:pt x="161925" y="0"/>
                </a:moveTo>
                <a:lnTo>
                  <a:pt x="243205" y="0"/>
                </a:lnTo>
                <a:lnTo>
                  <a:pt x="243205" y="81280"/>
                </a:lnTo>
                <a:lnTo>
                  <a:pt x="161925" y="81280"/>
                </a:lnTo>
                <a:close/>
                <a:moveTo>
                  <a:pt x="0" y="0"/>
                </a:moveTo>
                <a:lnTo>
                  <a:pt x="81280" y="0"/>
                </a:lnTo>
                <a:lnTo>
                  <a:pt x="81280" y="81280"/>
                </a:lnTo>
                <a:lnTo>
                  <a:pt x="0" y="81280"/>
                </a:ln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2D5FA-6A75-B5B5-A082-657369113DBD}"/>
              </a:ext>
            </a:extLst>
          </p:cNvPr>
          <p:cNvSpPr txBox="1"/>
          <p:nvPr userDrawn="1"/>
        </p:nvSpPr>
        <p:spPr>
          <a:xfrm>
            <a:off x="479582" y="6288371"/>
            <a:ext cx="6817777" cy="196208"/>
          </a:xfrm>
          <a:prstGeom prst="rect">
            <a:avLst/>
          </a:prstGeom>
          <a:noFill/>
        </p:spPr>
        <p:txBody>
          <a:bodyPr wrap="square" lIns="0" tIns="36576" rIns="0" bIns="0" rtlCol="0" anchor="t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None/>
            </a:pPr>
            <a:r>
              <a:rPr lang="en-GB" sz="1150">
                <a:solidFill>
                  <a:schemeClr val="bg1"/>
                </a:solidFill>
                <a:latin typeface="+mj-lt"/>
              </a:rPr>
              <a:t>Together with EY-Parthenon’s transformative strategy and transactions.</a:t>
            </a:r>
          </a:p>
        </p:txBody>
      </p:sp>
    </p:spTree>
    <p:extLst>
      <p:ext uri="{BB962C8B-B14F-4D97-AF65-F5344CB8AC3E}">
        <p14:creationId xmlns:p14="http://schemas.microsoft.com/office/powerpoint/2010/main" val="254976972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BrandEYPledSpectr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04D6A3-F1C3-2658-AF70-E12F7E8369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11036EC0-6305-25F3-3159-F667E17738C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5281A580-89FC-B958-D297-D2C4CC9C4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lang="en-US" sz="4200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88">
            <a:extLst>
              <a:ext uri="{FF2B5EF4-FFF2-40B4-BE49-F238E27FC236}">
                <a16:creationId xmlns:a16="http://schemas.microsoft.com/office/drawing/2014/main" id="{E8E53166-119E-E3B2-15F7-78928CD566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F266F55-F883-E1C8-FD90-A1F5393F73A5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9345224" y="5422966"/>
            <a:ext cx="2437200" cy="1056582"/>
            <a:chOff x="1333500" y="1365250"/>
            <a:chExt cx="7772399" cy="3369514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7E73F916-D313-197F-4B89-CEE4F32EA59A}"/>
                </a:ext>
              </a:extLst>
            </p:cNvPr>
            <p:cNvSpPr/>
            <p:nvPr/>
          </p:nvSpPr>
          <p:spPr bwMode="invGray">
            <a:xfrm>
              <a:off x="3765639" y="2990756"/>
              <a:ext cx="635704" cy="857763"/>
            </a:xfrm>
            <a:custGeom>
              <a:avLst/>
              <a:gdLst>
                <a:gd name="connsiteX0" fmla="*/ 504506 w 635704"/>
                <a:gd name="connsiteY0" fmla="*/ 268512 h 857763"/>
                <a:gd name="connsiteX1" fmla="*/ 494014 w 635704"/>
                <a:gd name="connsiteY1" fmla="*/ 205730 h 857763"/>
                <a:gd name="connsiteX2" fmla="*/ 464323 w 635704"/>
                <a:gd name="connsiteY2" fmla="*/ 159400 h 857763"/>
                <a:gd name="connsiteX3" fmla="*/ 417922 w 635704"/>
                <a:gd name="connsiteY3" fmla="*/ 130997 h 857763"/>
                <a:gd name="connsiteX4" fmla="*/ 357142 w 635704"/>
                <a:gd name="connsiteY4" fmla="*/ 121374 h 857763"/>
                <a:gd name="connsiteX5" fmla="*/ 126457 w 635704"/>
                <a:gd name="connsiteY5" fmla="*/ 121374 h 857763"/>
                <a:gd name="connsiteX6" fmla="*/ 126457 w 635704"/>
                <a:gd name="connsiteY6" fmla="*/ 416892 h 857763"/>
                <a:gd name="connsiteX7" fmla="*/ 357142 w 635704"/>
                <a:gd name="connsiteY7" fmla="*/ 416892 h 857763"/>
                <a:gd name="connsiteX8" fmla="*/ 467976 w 635704"/>
                <a:gd name="connsiteY8" fmla="*/ 377391 h 857763"/>
                <a:gd name="connsiteX9" fmla="*/ 504506 w 635704"/>
                <a:gd name="connsiteY9" fmla="*/ 268512 h 857763"/>
                <a:gd name="connsiteX10" fmla="*/ 635704 w 635704"/>
                <a:gd name="connsiteY10" fmla="*/ 268512 h 857763"/>
                <a:gd name="connsiteX11" fmla="*/ 614719 w 635704"/>
                <a:gd name="connsiteY11" fmla="*/ 385152 h 857763"/>
                <a:gd name="connsiteX12" fmla="*/ 556037 w 635704"/>
                <a:gd name="connsiteY12" fmla="*/ 469198 h 857763"/>
                <a:gd name="connsiteX13" fmla="*/ 466111 w 635704"/>
                <a:gd name="connsiteY13" fmla="*/ 520339 h 857763"/>
                <a:gd name="connsiteX14" fmla="*/ 351079 w 635704"/>
                <a:gd name="connsiteY14" fmla="*/ 537722 h 857763"/>
                <a:gd name="connsiteX15" fmla="*/ 126379 w 635704"/>
                <a:gd name="connsiteY15" fmla="*/ 537722 h 857763"/>
                <a:gd name="connsiteX16" fmla="*/ 126379 w 635704"/>
                <a:gd name="connsiteY16" fmla="*/ 857764 h 857763"/>
                <a:gd name="connsiteX17" fmla="*/ 0 w 635704"/>
                <a:gd name="connsiteY17" fmla="*/ 857764 h 857763"/>
                <a:gd name="connsiteX18" fmla="*/ 0 w 635704"/>
                <a:gd name="connsiteY18" fmla="*/ 0 h 857763"/>
                <a:gd name="connsiteX19" fmla="*/ 359474 w 635704"/>
                <a:gd name="connsiteY19" fmla="*/ 0 h 857763"/>
                <a:gd name="connsiteX20" fmla="*/ 469375 w 635704"/>
                <a:gd name="connsiteY20" fmla="*/ 17073 h 857763"/>
                <a:gd name="connsiteX21" fmla="*/ 556815 w 635704"/>
                <a:gd name="connsiteY21" fmla="*/ 67594 h 857763"/>
                <a:gd name="connsiteX22" fmla="*/ 614641 w 635704"/>
                <a:gd name="connsiteY22" fmla="*/ 151639 h 857763"/>
                <a:gd name="connsiteX23" fmla="*/ 635627 w 635704"/>
                <a:gd name="connsiteY23" fmla="*/ 268590 h 857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35704" h="857763">
                  <a:moveTo>
                    <a:pt x="504506" y="268512"/>
                  </a:moveTo>
                  <a:cubicBezTo>
                    <a:pt x="504506" y="244998"/>
                    <a:pt x="501009" y="224044"/>
                    <a:pt x="494014" y="205730"/>
                  </a:cubicBezTo>
                  <a:cubicBezTo>
                    <a:pt x="487018" y="187415"/>
                    <a:pt x="477148" y="171972"/>
                    <a:pt x="464323" y="159400"/>
                  </a:cubicBezTo>
                  <a:cubicBezTo>
                    <a:pt x="451576" y="146828"/>
                    <a:pt x="436031" y="137360"/>
                    <a:pt x="417922" y="130997"/>
                  </a:cubicBezTo>
                  <a:cubicBezTo>
                    <a:pt x="399734" y="124633"/>
                    <a:pt x="379448" y="121374"/>
                    <a:pt x="357142" y="121374"/>
                  </a:cubicBezTo>
                  <a:lnTo>
                    <a:pt x="126457" y="121374"/>
                  </a:lnTo>
                  <a:lnTo>
                    <a:pt x="126457" y="416892"/>
                  </a:lnTo>
                  <a:lnTo>
                    <a:pt x="357142" y="416892"/>
                  </a:lnTo>
                  <a:cubicBezTo>
                    <a:pt x="406652" y="416892"/>
                    <a:pt x="443571" y="403699"/>
                    <a:pt x="467976" y="377391"/>
                  </a:cubicBezTo>
                  <a:cubicBezTo>
                    <a:pt x="492304" y="351083"/>
                    <a:pt x="504506" y="314764"/>
                    <a:pt x="504506" y="268512"/>
                  </a:cubicBezTo>
                  <a:moveTo>
                    <a:pt x="635704" y="268512"/>
                  </a:moveTo>
                  <a:cubicBezTo>
                    <a:pt x="635704" y="312746"/>
                    <a:pt x="628709" y="351626"/>
                    <a:pt x="614719" y="385152"/>
                  </a:cubicBezTo>
                  <a:cubicBezTo>
                    <a:pt x="600729" y="418677"/>
                    <a:pt x="581220" y="446692"/>
                    <a:pt x="556037" y="469198"/>
                  </a:cubicBezTo>
                  <a:cubicBezTo>
                    <a:pt x="530855" y="491703"/>
                    <a:pt x="500931" y="508776"/>
                    <a:pt x="466111" y="520339"/>
                  </a:cubicBezTo>
                  <a:cubicBezTo>
                    <a:pt x="431368" y="531902"/>
                    <a:pt x="393050" y="537722"/>
                    <a:pt x="351079" y="537722"/>
                  </a:cubicBezTo>
                  <a:lnTo>
                    <a:pt x="126379" y="537722"/>
                  </a:lnTo>
                  <a:lnTo>
                    <a:pt x="126379" y="857764"/>
                  </a:lnTo>
                  <a:lnTo>
                    <a:pt x="0" y="857764"/>
                  </a:lnTo>
                  <a:lnTo>
                    <a:pt x="0" y="0"/>
                  </a:lnTo>
                  <a:lnTo>
                    <a:pt x="359474" y="0"/>
                  </a:lnTo>
                  <a:cubicBezTo>
                    <a:pt x="398957" y="0"/>
                    <a:pt x="435643" y="5665"/>
                    <a:pt x="469375" y="17073"/>
                  </a:cubicBezTo>
                  <a:cubicBezTo>
                    <a:pt x="503107" y="28481"/>
                    <a:pt x="532254" y="45321"/>
                    <a:pt x="556815" y="67594"/>
                  </a:cubicBezTo>
                  <a:cubicBezTo>
                    <a:pt x="581375" y="89944"/>
                    <a:pt x="600651" y="117959"/>
                    <a:pt x="614641" y="151639"/>
                  </a:cubicBezTo>
                  <a:cubicBezTo>
                    <a:pt x="628632" y="185320"/>
                    <a:pt x="635627" y="224277"/>
                    <a:pt x="635627" y="268590"/>
                  </a:cubicBezTo>
                </a:path>
              </a:pathLst>
            </a:custGeom>
            <a:solidFill>
              <a:schemeClr val="accent1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6BF5E5B-E972-4D86-7A98-A5293E75CE7C}"/>
                </a:ext>
              </a:extLst>
            </p:cNvPr>
            <p:cNvSpPr/>
            <p:nvPr/>
          </p:nvSpPr>
          <p:spPr bwMode="invGray">
            <a:xfrm>
              <a:off x="4442770" y="3191752"/>
              <a:ext cx="524092" cy="670503"/>
            </a:xfrm>
            <a:custGeom>
              <a:avLst/>
              <a:gdLst>
                <a:gd name="connsiteX0" fmla="*/ 400201 w 524092"/>
                <a:gd name="connsiteY0" fmla="*/ 382125 h 670503"/>
                <a:gd name="connsiteX1" fmla="*/ 367868 w 524092"/>
                <a:gd name="connsiteY1" fmla="*/ 369243 h 670503"/>
                <a:gd name="connsiteX2" fmla="*/ 337944 w 524092"/>
                <a:gd name="connsiteY2" fmla="*/ 361482 h 670503"/>
                <a:gd name="connsiteX3" fmla="*/ 300559 w 524092"/>
                <a:gd name="connsiteY3" fmla="*/ 356128 h 670503"/>
                <a:gd name="connsiteX4" fmla="*/ 252914 w 524092"/>
                <a:gd name="connsiteY4" fmla="*/ 354032 h 670503"/>
                <a:gd name="connsiteX5" fmla="*/ 156225 w 524092"/>
                <a:gd name="connsiteY5" fmla="*/ 379719 h 670503"/>
                <a:gd name="connsiteX6" fmla="*/ 120550 w 524092"/>
                <a:gd name="connsiteY6" fmla="*/ 449719 h 670503"/>
                <a:gd name="connsiteX7" fmla="*/ 130732 w 524092"/>
                <a:gd name="connsiteY7" fmla="*/ 498454 h 670503"/>
                <a:gd name="connsiteX8" fmla="*/ 156458 w 524092"/>
                <a:gd name="connsiteY8" fmla="*/ 531048 h 670503"/>
                <a:gd name="connsiteX9" fmla="*/ 193300 w 524092"/>
                <a:gd name="connsiteY9" fmla="*/ 549906 h 670503"/>
                <a:gd name="connsiteX10" fmla="*/ 244520 w 524092"/>
                <a:gd name="connsiteY10" fmla="*/ 556192 h 670503"/>
                <a:gd name="connsiteX11" fmla="*/ 293019 w 524092"/>
                <a:gd name="connsiteY11" fmla="*/ 548975 h 670503"/>
                <a:gd name="connsiteX12" fmla="*/ 336778 w 524092"/>
                <a:gd name="connsiteY12" fmla="*/ 530117 h 670503"/>
                <a:gd name="connsiteX13" fmla="*/ 373308 w 524092"/>
                <a:gd name="connsiteY13" fmla="*/ 503809 h 670503"/>
                <a:gd name="connsiteX14" fmla="*/ 400279 w 524092"/>
                <a:gd name="connsiteY14" fmla="*/ 474164 h 670503"/>
                <a:gd name="connsiteX15" fmla="*/ 400279 w 524092"/>
                <a:gd name="connsiteY15" fmla="*/ 382047 h 670503"/>
                <a:gd name="connsiteX16" fmla="*/ 400201 w 524092"/>
                <a:gd name="connsiteY16" fmla="*/ 656690 h 670503"/>
                <a:gd name="connsiteX17" fmla="*/ 400201 w 524092"/>
                <a:gd name="connsiteY17" fmla="*/ 593287 h 670503"/>
                <a:gd name="connsiteX18" fmla="*/ 359474 w 524092"/>
                <a:gd name="connsiteY18" fmla="*/ 626502 h 670503"/>
                <a:gd name="connsiteX19" fmla="*/ 325897 w 524092"/>
                <a:gd name="connsiteY19" fmla="*/ 646291 h 670503"/>
                <a:gd name="connsiteX20" fmla="*/ 281905 w 524092"/>
                <a:gd name="connsiteY20" fmla="*/ 663054 h 670503"/>
                <a:gd name="connsiteX21" fmla="*/ 223534 w 524092"/>
                <a:gd name="connsiteY21" fmla="*/ 670504 h 670503"/>
                <a:gd name="connsiteX22" fmla="*/ 144722 w 524092"/>
                <a:gd name="connsiteY22" fmla="*/ 658863 h 670503"/>
                <a:gd name="connsiteX23" fmla="*/ 72827 w 524092"/>
                <a:gd name="connsiteY23" fmla="*/ 621225 h 670503"/>
                <a:gd name="connsiteX24" fmla="*/ 20364 w 524092"/>
                <a:gd name="connsiteY24" fmla="*/ 553942 h 670503"/>
                <a:gd name="connsiteX25" fmla="*/ 0 w 524092"/>
                <a:gd name="connsiteY25" fmla="*/ 453444 h 670503"/>
                <a:gd name="connsiteX26" fmla="*/ 19431 w 524092"/>
                <a:gd name="connsiteY26" fmla="*/ 360473 h 670503"/>
                <a:gd name="connsiteX27" fmla="*/ 73371 w 524092"/>
                <a:gd name="connsiteY27" fmla="*/ 295596 h 670503"/>
                <a:gd name="connsiteX28" fmla="*/ 154826 w 524092"/>
                <a:gd name="connsiteY28" fmla="*/ 257570 h 670503"/>
                <a:gd name="connsiteX29" fmla="*/ 256334 w 524092"/>
                <a:gd name="connsiteY29" fmla="*/ 245308 h 670503"/>
                <a:gd name="connsiteX30" fmla="*/ 341986 w 524092"/>
                <a:gd name="connsiteY30" fmla="*/ 252215 h 670503"/>
                <a:gd name="connsiteX31" fmla="*/ 400123 w 524092"/>
                <a:gd name="connsiteY31" fmla="*/ 269831 h 670503"/>
                <a:gd name="connsiteX32" fmla="*/ 400123 w 524092"/>
                <a:gd name="connsiteY32" fmla="*/ 221949 h 670503"/>
                <a:gd name="connsiteX33" fmla="*/ 368956 w 524092"/>
                <a:gd name="connsiteY33" fmla="*/ 141240 h 670503"/>
                <a:gd name="connsiteX34" fmla="*/ 278485 w 524092"/>
                <a:gd name="connsiteY34" fmla="*/ 113148 h 670503"/>
                <a:gd name="connsiteX35" fmla="*/ 188636 w 524092"/>
                <a:gd name="connsiteY35" fmla="*/ 122693 h 670503"/>
                <a:gd name="connsiteX36" fmla="*/ 110757 w 524092"/>
                <a:gd name="connsiteY36" fmla="*/ 153192 h 670503"/>
                <a:gd name="connsiteX37" fmla="*/ 61635 w 524092"/>
                <a:gd name="connsiteY37" fmla="*/ 58048 h 670503"/>
                <a:gd name="connsiteX38" fmla="*/ 160733 w 524092"/>
                <a:gd name="connsiteY38" fmla="*/ 14667 h 670503"/>
                <a:gd name="connsiteX39" fmla="*/ 282060 w 524092"/>
                <a:gd name="connsiteY39" fmla="*/ 0 h 670503"/>
                <a:gd name="connsiteX40" fmla="*/ 380614 w 524092"/>
                <a:gd name="connsiteY40" fmla="*/ 13193 h 670503"/>
                <a:gd name="connsiteX41" fmla="*/ 457017 w 524092"/>
                <a:gd name="connsiteY41" fmla="*/ 53314 h 670503"/>
                <a:gd name="connsiteX42" fmla="*/ 506450 w 524092"/>
                <a:gd name="connsiteY42" fmla="*/ 120908 h 670503"/>
                <a:gd name="connsiteX43" fmla="*/ 524093 w 524092"/>
                <a:gd name="connsiteY43" fmla="*/ 216051 h 670503"/>
                <a:gd name="connsiteX44" fmla="*/ 524093 w 524092"/>
                <a:gd name="connsiteY44" fmla="*/ 656923 h 670503"/>
                <a:gd name="connsiteX45" fmla="*/ 400123 w 524092"/>
                <a:gd name="connsiteY45" fmla="*/ 65692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24092" h="670503">
                  <a:moveTo>
                    <a:pt x="400201" y="382125"/>
                  </a:moveTo>
                  <a:cubicBezTo>
                    <a:pt x="388231" y="376538"/>
                    <a:pt x="377428" y="372269"/>
                    <a:pt x="367868" y="369243"/>
                  </a:cubicBezTo>
                  <a:cubicBezTo>
                    <a:pt x="358308" y="366216"/>
                    <a:pt x="348359" y="363655"/>
                    <a:pt x="337944" y="361482"/>
                  </a:cubicBezTo>
                  <a:cubicBezTo>
                    <a:pt x="327607" y="359309"/>
                    <a:pt x="315093" y="357524"/>
                    <a:pt x="300559" y="356128"/>
                  </a:cubicBezTo>
                  <a:cubicBezTo>
                    <a:pt x="285946" y="354731"/>
                    <a:pt x="270091" y="354032"/>
                    <a:pt x="252914" y="354032"/>
                  </a:cubicBezTo>
                  <a:cubicBezTo>
                    <a:pt x="212186" y="354032"/>
                    <a:pt x="179931" y="362646"/>
                    <a:pt x="156225" y="379719"/>
                  </a:cubicBezTo>
                  <a:cubicBezTo>
                    <a:pt x="132442" y="396870"/>
                    <a:pt x="120550" y="420229"/>
                    <a:pt x="120550" y="449719"/>
                  </a:cubicBezTo>
                  <a:cubicBezTo>
                    <a:pt x="120550" y="468809"/>
                    <a:pt x="123892" y="485106"/>
                    <a:pt x="130732" y="498454"/>
                  </a:cubicBezTo>
                  <a:cubicBezTo>
                    <a:pt x="137494" y="511802"/>
                    <a:pt x="146121" y="522667"/>
                    <a:pt x="156458" y="531048"/>
                  </a:cubicBezTo>
                  <a:cubicBezTo>
                    <a:pt x="166796" y="539430"/>
                    <a:pt x="179154" y="545716"/>
                    <a:pt x="193300" y="549906"/>
                  </a:cubicBezTo>
                  <a:cubicBezTo>
                    <a:pt x="207523" y="554097"/>
                    <a:pt x="224545" y="556192"/>
                    <a:pt x="244520" y="556192"/>
                  </a:cubicBezTo>
                  <a:cubicBezTo>
                    <a:pt x="261308" y="556192"/>
                    <a:pt x="277475" y="553787"/>
                    <a:pt x="293019" y="548975"/>
                  </a:cubicBezTo>
                  <a:cubicBezTo>
                    <a:pt x="308642" y="544164"/>
                    <a:pt x="323176" y="537955"/>
                    <a:pt x="336778" y="530117"/>
                  </a:cubicBezTo>
                  <a:cubicBezTo>
                    <a:pt x="350380" y="522357"/>
                    <a:pt x="362505" y="513587"/>
                    <a:pt x="373308" y="503809"/>
                  </a:cubicBezTo>
                  <a:cubicBezTo>
                    <a:pt x="384112" y="494031"/>
                    <a:pt x="393050" y="484175"/>
                    <a:pt x="400279" y="474164"/>
                  </a:cubicBezTo>
                  <a:lnTo>
                    <a:pt x="400279" y="382047"/>
                  </a:lnTo>
                  <a:close/>
                  <a:moveTo>
                    <a:pt x="400201" y="656690"/>
                  </a:moveTo>
                  <a:lnTo>
                    <a:pt x="400201" y="593287"/>
                  </a:lnTo>
                  <a:cubicBezTo>
                    <a:pt x="383801" y="608498"/>
                    <a:pt x="370277" y="619518"/>
                    <a:pt x="359474" y="626502"/>
                  </a:cubicBezTo>
                  <a:cubicBezTo>
                    <a:pt x="348670" y="633486"/>
                    <a:pt x="337555" y="640083"/>
                    <a:pt x="325897" y="646291"/>
                  </a:cubicBezTo>
                  <a:cubicBezTo>
                    <a:pt x="314316" y="652422"/>
                    <a:pt x="299626" y="658009"/>
                    <a:pt x="281905" y="663054"/>
                  </a:cubicBezTo>
                  <a:cubicBezTo>
                    <a:pt x="264106" y="668021"/>
                    <a:pt x="244675" y="670504"/>
                    <a:pt x="223534" y="670504"/>
                  </a:cubicBezTo>
                  <a:cubicBezTo>
                    <a:pt x="197574" y="670504"/>
                    <a:pt x="171304" y="666624"/>
                    <a:pt x="144722" y="658863"/>
                  </a:cubicBezTo>
                  <a:cubicBezTo>
                    <a:pt x="118140" y="651103"/>
                    <a:pt x="94201" y="638531"/>
                    <a:pt x="72827" y="621225"/>
                  </a:cubicBezTo>
                  <a:cubicBezTo>
                    <a:pt x="51453" y="603842"/>
                    <a:pt x="33965" y="581414"/>
                    <a:pt x="20364" y="553942"/>
                  </a:cubicBezTo>
                  <a:cubicBezTo>
                    <a:pt x="6762" y="526470"/>
                    <a:pt x="0" y="492945"/>
                    <a:pt x="0" y="453444"/>
                  </a:cubicBezTo>
                  <a:cubicBezTo>
                    <a:pt x="0" y="417591"/>
                    <a:pt x="6451" y="386549"/>
                    <a:pt x="19431" y="360473"/>
                  </a:cubicBezTo>
                  <a:cubicBezTo>
                    <a:pt x="32411" y="334321"/>
                    <a:pt x="50365" y="312747"/>
                    <a:pt x="73371" y="295596"/>
                  </a:cubicBezTo>
                  <a:cubicBezTo>
                    <a:pt x="96378" y="278445"/>
                    <a:pt x="123503" y="265796"/>
                    <a:pt x="154826" y="257570"/>
                  </a:cubicBezTo>
                  <a:cubicBezTo>
                    <a:pt x="186149" y="249421"/>
                    <a:pt x="220037" y="245308"/>
                    <a:pt x="256334" y="245308"/>
                  </a:cubicBezTo>
                  <a:cubicBezTo>
                    <a:pt x="290299" y="245308"/>
                    <a:pt x="318824" y="247636"/>
                    <a:pt x="341986" y="252215"/>
                  </a:cubicBezTo>
                  <a:cubicBezTo>
                    <a:pt x="365147" y="256794"/>
                    <a:pt x="384501" y="262692"/>
                    <a:pt x="400123" y="269831"/>
                  </a:cubicBezTo>
                  <a:lnTo>
                    <a:pt x="400123" y="221949"/>
                  </a:lnTo>
                  <a:cubicBezTo>
                    <a:pt x="400123" y="186872"/>
                    <a:pt x="389786" y="159943"/>
                    <a:pt x="368956" y="141240"/>
                  </a:cubicBezTo>
                  <a:cubicBezTo>
                    <a:pt x="348203" y="122538"/>
                    <a:pt x="317969" y="113148"/>
                    <a:pt x="278485" y="113148"/>
                  </a:cubicBezTo>
                  <a:cubicBezTo>
                    <a:pt x="245297" y="113148"/>
                    <a:pt x="215373" y="116329"/>
                    <a:pt x="188636" y="122693"/>
                  </a:cubicBezTo>
                  <a:cubicBezTo>
                    <a:pt x="161899" y="129057"/>
                    <a:pt x="135939" y="139223"/>
                    <a:pt x="110757" y="153192"/>
                  </a:cubicBezTo>
                  <a:lnTo>
                    <a:pt x="61635" y="58048"/>
                  </a:lnTo>
                  <a:cubicBezTo>
                    <a:pt x="92414" y="38880"/>
                    <a:pt x="125446" y="24445"/>
                    <a:pt x="160733" y="14667"/>
                  </a:cubicBezTo>
                  <a:cubicBezTo>
                    <a:pt x="196098" y="4889"/>
                    <a:pt x="236514" y="0"/>
                    <a:pt x="282060" y="0"/>
                  </a:cubicBezTo>
                  <a:cubicBezTo>
                    <a:pt x="317969" y="0"/>
                    <a:pt x="350846" y="4423"/>
                    <a:pt x="380614" y="13193"/>
                  </a:cubicBezTo>
                  <a:cubicBezTo>
                    <a:pt x="410383" y="21962"/>
                    <a:pt x="435798" y="35310"/>
                    <a:pt x="457017" y="53314"/>
                  </a:cubicBezTo>
                  <a:cubicBezTo>
                    <a:pt x="478158" y="71241"/>
                    <a:pt x="494635" y="93746"/>
                    <a:pt x="506450" y="120908"/>
                  </a:cubicBezTo>
                  <a:cubicBezTo>
                    <a:pt x="518264" y="148070"/>
                    <a:pt x="524093" y="179732"/>
                    <a:pt x="524093" y="216051"/>
                  </a:cubicBezTo>
                  <a:lnTo>
                    <a:pt x="524093" y="656923"/>
                  </a:lnTo>
                  <a:lnTo>
                    <a:pt x="400123" y="656923"/>
                  </a:lnTo>
                  <a:close/>
                </a:path>
              </a:pathLst>
            </a:custGeom>
            <a:solidFill>
              <a:schemeClr val="accent1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E1B4393-BCF8-B695-4B72-7D944932884F}"/>
                </a:ext>
              </a:extLst>
            </p:cNvPr>
            <p:cNvSpPr/>
            <p:nvPr/>
          </p:nvSpPr>
          <p:spPr bwMode="invGray">
            <a:xfrm>
              <a:off x="5089745" y="3191596"/>
              <a:ext cx="382790" cy="656767"/>
            </a:xfrm>
            <a:custGeom>
              <a:avLst/>
              <a:gdLst>
                <a:gd name="connsiteX0" fmla="*/ 349369 w 382790"/>
                <a:gd name="connsiteY0" fmla="*/ 147216 h 656767"/>
                <a:gd name="connsiteX1" fmla="*/ 306543 w 382790"/>
                <a:gd name="connsiteY1" fmla="*/ 129833 h 656767"/>
                <a:gd name="connsiteX2" fmla="*/ 252914 w 382790"/>
                <a:gd name="connsiteY2" fmla="*/ 123857 h 656767"/>
                <a:gd name="connsiteX3" fmla="*/ 159412 w 382790"/>
                <a:gd name="connsiteY3" fmla="*/ 165375 h 656767"/>
                <a:gd name="connsiteX4" fmla="*/ 126457 w 382790"/>
                <a:gd name="connsiteY4" fmla="*/ 289465 h 656767"/>
                <a:gd name="connsiteX5" fmla="*/ 126457 w 382790"/>
                <a:gd name="connsiteY5" fmla="*/ 656768 h 656767"/>
                <a:gd name="connsiteX6" fmla="*/ 0 w 382790"/>
                <a:gd name="connsiteY6" fmla="*/ 656768 h 656767"/>
                <a:gd name="connsiteX7" fmla="*/ 0 w 382790"/>
                <a:gd name="connsiteY7" fmla="*/ 13736 h 656767"/>
                <a:gd name="connsiteX8" fmla="*/ 126457 w 382790"/>
                <a:gd name="connsiteY8" fmla="*/ 13736 h 656767"/>
                <a:gd name="connsiteX9" fmla="*/ 126457 w 382790"/>
                <a:gd name="connsiteY9" fmla="*/ 74733 h 656767"/>
                <a:gd name="connsiteX10" fmla="*/ 152805 w 382790"/>
                <a:gd name="connsiteY10" fmla="*/ 45088 h 656767"/>
                <a:gd name="connsiteX11" fmla="*/ 187237 w 382790"/>
                <a:gd name="connsiteY11" fmla="*/ 21497 h 656767"/>
                <a:gd name="connsiteX12" fmla="*/ 227654 w 382790"/>
                <a:gd name="connsiteY12" fmla="*/ 5665 h 656767"/>
                <a:gd name="connsiteX13" fmla="*/ 273200 w 382790"/>
                <a:gd name="connsiteY13" fmla="*/ 0 h 656767"/>
                <a:gd name="connsiteX14" fmla="*/ 337866 w 382790"/>
                <a:gd name="connsiteY14" fmla="*/ 7217 h 656767"/>
                <a:gd name="connsiteX15" fmla="*/ 382791 w 382790"/>
                <a:gd name="connsiteY15" fmla="*/ 26929 h 656767"/>
                <a:gd name="connsiteX16" fmla="*/ 349214 w 382790"/>
                <a:gd name="connsiteY16" fmla="*/ 147138 h 65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2790" h="656767">
                  <a:moveTo>
                    <a:pt x="349369" y="147216"/>
                  </a:moveTo>
                  <a:cubicBezTo>
                    <a:pt x="335768" y="139611"/>
                    <a:pt x="321467" y="133868"/>
                    <a:pt x="306543" y="129833"/>
                  </a:cubicBezTo>
                  <a:cubicBezTo>
                    <a:pt x="291543" y="125875"/>
                    <a:pt x="273666" y="123857"/>
                    <a:pt x="252914" y="123857"/>
                  </a:cubicBezTo>
                  <a:cubicBezTo>
                    <a:pt x="212575" y="123857"/>
                    <a:pt x="181408" y="137671"/>
                    <a:pt x="159412" y="165375"/>
                  </a:cubicBezTo>
                  <a:cubicBezTo>
                    <a:pt x="137416" y="193158"/>
                    <a:pt x="126457" y="234443"/>
                    <a:pt x="126457" y="289465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3608" y="63946"/>
                    <a:pt x="142390" y="54090"/>
                    <a:pt x="152805" y="45088"/>
                  </a:cubicBezTo>
                  <a:cubicBezTo>
                    <a:pt x="163220" y="36164"/>
                    <a:pt x="174646" y="28248"/>
                    <a:pt x="187237" y="21497"/>
                  </a:cubicBezTo>
                  <a:cubicBezTo>
                    <a:pt x="199828" y="14745"/>
                    <a:pt x="213275" y="9468"/>
                    <a:pt x="227654" y="5665"/>
                  </a:cubicBezTo>
                  <a:cubicBezTo>
                    <a:pt x="242032" y="1863"/>
                    <a:pt x="257189" y="0"/>
                    <a:pt x="273200" y="0"/>
                  </a:cubicBezTo>
                  <a:cubicBezTo>
                    <a:pt x="299160" y="0"/>
                    <a:pt x="320689" y="2406"/>
                    <a:pt x="337866" y="7217"/>
                  </a:cubicBezTo>
                  <a:cubicBezTo>
                    <a:pt x="355043" y="12029"/>
                    <a:pt x="370044" y="18547"/>
                    <a:pt x="382791" y="26929"/>
                  </a:cubicBezTo>
                  <a:lnTo>
                    <a:pt x="349214" y="147138"/>
                  </a:lnTo>
                  <a:close/>
                </a:path>
              </a:pathLst>
            </a:custGeom>
            <a:solidFill>
              <a:schemeClr val="accent1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E27D35BD-E240-F4ED-14AC-59FD00863055}"/>
                </a:ext>
              </a:extLst>
            </p:cNvPr>
            <p:cNvSpPr/>
            <p:nvPr/>
          </p:nvSpPr>
          <p:spPr bwMode="invGray">
            <a:xfrm>
              <a:off x="5546296" y="2955446"/>
              <a:ext cx="375018" cy="906809"/>
            </a:xfrm>
            <a:custGeom>
              <a:avLst/>
              <a:gdLst>
                <a:gd name="connsiteX0" fmla="*/ 360639 w 375018"/>
                <a:gd name="connsiteY0" fmla="*/ 876854 h 906809"/>
                <a:gd name="connsiteX1" fmla="*/ 305844 w 375018"/>
                <a:gd name="connsiteY1" fmla="*/ 898428 h 906809"/>
                <a:gd name="connsiteX2" fmla="*/ 236669 w 375018"/>
                <a:gd name="connsiteY2" fmla="*/ 906810 h 906809"/>
                <a:gd name="connsiteX3" fmla="*/ 178843 w 375018"/>
                <a:gd name="connsiteY3" fmla="*/ 897575 h 906809"/>
                <a:gd name="connsiteX4" fmla="*/ 133608 w 375018"/>
                <a:gd name="connsiteY4" fmla="*/ 868240 h 906809"/>
                <a:gd name="connsiteX5" fmla="*/ 102440 w 375018"/>
                <a:gd name="connsiteY5" fmla="*/ 815625 h 906809"/>
                <a:gd name="connsiteX6" fmla="*/ 91636 w 375018"/>
                <a:gd name="connsiteY6" fmla="*/ 736390 h 906809"/>
                <a:gd name="connsiteX7" fmla="*/ 91636 w 375018"/>
                <a:gd name="connsiteY7" fmla="*/ 364897 h 906809"/>
                <a:gd name="connsiteX8" fmla="*/ 0 w 375018"/>
                <a:gd name="connsiteY8" fmla="*/ 364897 h 906809"/>
                <a:gd name="connsiteX9" fmla="*/ 0 w 375018"/>
                <a:gd name="connsiteY9" fmla="*/ 250042 h 906809"/>
                <a:gd name="connsiteX10" fmla="*/ 91636 w 375018"/>
                <a:gd name="connsiteY10" fmla="*/ 250042 h 906809"/>
                <a:gd name="connsiteX11" fmla="*/ 91636 w 375018"/>
                <a:gd name="connsiteY11" fmla="*/ 66430 h 906809"/>
                <a:gd name="connsiteX12" fmla="*/ 215606 w 375018"/>
                <a:gd name="connsiteY12" fmla="*/ 0 h 906809"/>
                <a:gd name="connsiteX13" fmla="*/ 215606 w 375018"/>
                <a:gd name="connsiteY13" fmla="*/ 250042 h 906809"/>
                <a:gd name="connsiteX14" fmla="*/ 375018 w 375018"/>
                <a:gd name="connsiteY14" fmla="*/ 250042 h 906809"/>
                <a:gd name="connsiteX15" fmla="*/ 375018 w 375018"/>
                <a:gd name="connsiteY15" fmla="*/ 364897 h 906809"/>
                <a:gd name="connsiteX16" fmla="*/ 215606 w 375018"/>
                <a:gd name="connsiteY16" fmla="*/ 364897 h 906809"/>
                <a:gd name="connsiteX17" fmla="*/ 215606 w 375018"/>
                <a:gd name="connsiteY17" fmla="*/ 714195 h 906809"/>
                <a:gd name="connsiteX18" fmla="*/ 219493 w 375018"/>
                <a:gd name="connsiteY18" fmla="*/ 751601 h 906809"/>
                <a:gd name="connsiteX19" fmla="*/ 231462 w 375018"/>
                <a:gd name="connsiteY19" fmla="*/ 775192 h 906809"/>
                <a:gd name="connsiteX20" fmla="*/ 252137 w 375018"/>
                <a:gd name="connsiteY20" fmla="*/ 787764 h 906809"/>
                <a:gd name="connsiteX21" fmla="*/ 282060 w 375018"/>
                <a:gd name="connsiteY21" fmla="*/ 791412 h 906809"/>
                <a:gd name="connsiteX22" fmla="*/ 332115 w 375018"/>
                <a:gd name="connsiteY22" fmla="*/ 783651 h 906809"/>
                <a:gd name="connsiteX23" fmla="*/ 374941 w 375018"/>
                <a:gd name="connsiteY23" fmla="*/ 765725 h 906809"/>
                <a:gd name="connsiteX24" fmla="*/ 360561 w 375018"/>
                <a:gd name="connsiteY24" fmla="*/ 877010 h 90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5018" h="906809">
                  <a:moveTo>
                    <a:pt x="360639" y="876854"/>
                  </a:moveTo>
                  <a:cubicBezTo>
                    <a:pt x="345094" y="885624"/>
                    <a:pt x="326752" y="892841"/>
                    <a:pt x="305844" y="898428"/>
                  </a:cubicBezTo>
                  <a:cubicBezTo>
                    <a:pt x="284858" y="904016"/>
                    <a:pt x="261774" y="906810"/>
                    <a:pt x="236669" y="906810"/>
                  </a:cubicBezTo>
                  <a:cubicBezTo>
                    <a:pt x="214674" y="906810"/>
                    <a:pt x="195398" y="903706"/>
                    <a:pt x="178843" y="897575"/>
                  </a:cubicBezTo>
                  <a:cubicBezTo>
                    <a:pt x="162288" y="891366"/>
                    <a:pt x="147209" y="881588"/>
                    <a:pt x="133608" y="868240"/>
                  </a:cubicBezTo>
                  <a:cubicBezTo>
                    <a:pt x="120006" y="854892"/>
                    <a:pt x="109668" y="837354"/>
                    <a:pt x="102440" y="815625"/>
                  </a:cubicBezTo>
                  <a:cubicBezTo>
                    <a:pt x="95212" y="793895"/>
                    <a:pt x="91636" y="767432"/>
                    <a:pt x="91636" y="736390"/>
                  </a:cubicBezTo>
                  <a:lnTo>
                    <a:pt x="91636" y="364897"/>
                  </a:lnTo>
                  <a:lnTo>
                    <a:pt x="0" y="364897"/>
                  </a:lnTo>
                  <a:lnTo>
                    <a:pt x="0" y="250042"/>
                  </a:lnTo>
                  <a:lnTo>
                    <a:pt x="91636" y="250042"/>
                  </a:lnTo>
                  <a:lnTo>
                    <a:pt x="91636" y="66430"/>
                  </a:lnTo>
                  <a:lnTo>
                    <a:pt x="215606" y="0"/>
                  </a:lnTo>
                  <a:lnTo>
                    <a:pt x="215606" y="250042"/>
                  </a:lnTo>
                  <a:lnTo>
                    <a:pt x="375018" y="250042"/>
                  </a:lnTo>
                  <a:lnTo>
                    <a:pt x="375018" y="364897"/>
                  </a:lnTo>
                  <a:lnTo>
                    <a:pt x="215606" y="364897"/>
                  </a:lnTo>
                  <a:lnTo>
                    <a:pt x="215606" y="714195"/>
                  </a:lnTo>
                  <a:cubicBezTo>
                    <a:pt x="215606" y="729328"/>
                    <a:pt x="216927" y="741822"/>
                    <a:pt x="219493" y="751601"/>
                  </a:cubicBezTo>
                  <a:cubicBezTo>
                    <a:pt x="222058" y="761379"/>
                    <a:pt x="226099" y="769217"/>
                    <a:pt x="231462" y="775192"/>
                  </a:cubicBezTo>
                  <a:cubicBezTo>
                    <a:pt x="236825" y="781168"/>
                    <a:pt x="243742" y="785359"/>
                    <a:pt x="252137" y="787764"/>
                  </a:cubicBezTo>
                  <a:cubicBezTo>
                    <a:pt x="260531" y="790170"/>
                    <a:pt x="270479" y="791412"/>
                    <a:pt x="282060" y="791412"/>
                  </a:cubicBezTo>
                  <a:cubicBezTo>
                    <a:pt x="298460" y="791412"/>
                    <a:pt x="315093" y="788851"/>
                    <a:pt x="332115" y="783651"/>
                  </a:cubicBezTo>
                  <a:cubicBezTo>
                    <a:pt x="349058" y="778452"/>
                    <a:pt x="363360" y="772476"/>
                    <a:pt x="374941" y="765725"/>
                  </a:cubicBezTo>
                  <a:lnTo>
                    <a:pt x="360561" y="877010"/>
                  </a:lnTo>
                  <a:close/>
                </a:path>
              </a:pathLst>
            </a:custGeom>
            <a:solidFill>
              <a:schemeClr val="accent1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E5B78AA5-89A9-FB2A-5F72-B5B28DA95DCE}"/>
                </a:ext>
              </a:extLst>
            </p:cNvPr>
            <p:cNvSpPr/>
            <p:nvPr/>
          </p:nvSpPr>
          <p:spPr bwMode="invGray">
            <a:xfrm>
              <a:off x="6038988" y="2955368"/>
              <a:ext cx="517642" cy="893073"/>
            </a:xfrm>
            <a:custGeom>
              <a:avLst/>
              <a:gdLst>
                <a:gd name="connsiteX0" fmla="*/ 391185 w 517642"/>
                <a:gd name="connsiteY0" fmla="*/ 893074 h 893073"/>
                <a:gd name="connsiteX1" fmla="*/ 391185 w 517642"/>
                <a:gd name="connsiteY1" fmla="*/ 529419 h 893073"/>
                <a:gd name="connsiteX2" fmla="*/ 359396 w 517642"/>
                <a:gd name="connsiteY2" fmla="*/ 396637 h 893073"/>
                <a:gd name="connsiteX3" fmla="*/ 258744 w 517642"/>
                <a:gd name="connsiteY3" fmla="*/ 352946 h 893073"/>
                <a:gd name="connsiteX4" fmla="*/ 204492 w 517642"/>
                <a:gd name="connsiteY4" fmla="*/ 362491 h 893073"/>
                <a:gd name="connsiteX5" fmla="*/ 161977 w 517642"/>
                <a:gd name="connsiteY5" fmla="*/ 394154 h 893073"/>
                <a:gd name="connsiteX6" fmla="*/ 135318 w 517642"/>
                <a:gd name="connsiteY6" fmla="*/ 446227 h 893073"/>
                <a:gd name="connsiteX7" fmla="*/ 126379 w 517642"/>
                <a:gd name="connsiteY7" fmla="*/ 516847 h 893073"/>
                <a:gd name="connsiteX8" fmla="*/ 126379 w 517642"/>
                <a:gd name="connsiteY8" fmla="*/ 893074 h 893073"/>
                <a:gd name="connsiteX9" fmla="*/ 0 w 517642"/>
                <a:gd name="connsiteY9" fmla="*/ 893074 h 893073"/>
                <a:gd name="connsiteX10" fmla="*/ 0 w 517642"/>
                <a:gd name="connsiteY10" fmla="*/ 66430 h 893073"/>
                <a:gd name="connsiteX11" fmla="*/ 126379 w 517642"/>
                <a:gd name="connsiteY11" fmla="*/ 0 h 893073"/>
                <a:gd name="connsiteX12" fmla="*/ 126379 w 517642"/>
                <a:gd name="connsiteY12" fmla="*/ 311039 h 893073"/>
                <a:gd name="connsiteX13" fmla="*/ 155759 w 517642"/>
                <a:gd name="connsiteY13" fmla="*/ 279687 h 893073"/>
                <a:gd name="connsiteX14" fmla="*/ 194155 w 517642"/>
                <a:gd name="connsiteY14" fmla="*/ 256095 h 893073"/>
                <a:gd name="connsiteX15" fmla="*/ 239079 w 517642"/>
                <a:gd name="connsiteY15" fmla="*/ 241428 h 893073"/>
                <a:gd name="connsiteX16" fmla="*/ 288201 w 517642"/>
                <a:gd name="connsiteY16" fmla="*/ 236306 h 893073"/>
                <a:gd name="connsiteX17" fmla="*/ 388853 w 517642"/>
                <a:gd name="connsiteY17" fmla="*/ 254854 h 893073"/>
                <a:gd name="connsiteX18" fmla="*/ 460437 w 517642"/>
                <a:gd name="connsiteY18" fmla="*/ 309565 h 893073"/>
                <a:gd name="connsiteX19" fmla="*/ 503574 w 517642"/>
                <a:gd name="connsiteY19" fmla="*/ 401682 h 893073"/>
                <a:gd name="connsiteX20" fmla="*/ 517642 w 517642"/>
                <a:gd name="connsiteY20" fmla="*/ 524607 h 893073"/>
                <a:gd name="connsiteX21" fmla="*/ 517642 w 517642"/>
                <a:gd name="connsiteY21" fmla="*/ 893074 h 893073"/>
                <a:gd name="connsiteX22" fmla="*/ 391263 w 517642"/>
                <a:gd name="connsiteY22" fmla="*/ 893074 h 893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2" h="893073">
                  <a:moveTo>
                    <a:pt x="391185" y="893074"/>
                  </a:moveTo>
                  <a:lnTo>
                    <a:pt x="391185" y="529419"/>
                  </a:lnTo>
                  <a:cubicBezTo>
                    <a:pt x="391185" y="469974"/>
                    <a:pt x="380615" y="425739"/>
                    <a:pt x="359396" y="396637"/>
                  </a:cubicBezTo>
                  <a:cubicBezTo>
                    <a:pt x="338255" y="367535"/>
                    <a:pt x="304678" y="352946"/>
                    <a:pt x="258744" y="352946"/>
                  </a:cubicBezTo>
                  <a:cubicBezTo>
                    <a:pt x="239157" y="352946"/>
                    <a:pt x="221125" y="356128"/>
                    <a:pt x="204492" y="362491"/>
                  </a:cubicBezTo>
                  <a:cubicBezTo>
                    <a:pt x="187937" y="368855"/>
                    <a:pt x="173713" y="379409"/>
                    <a:pt x="161977" y="394154"/>
                  </a:cubicBezTo>
                  <a:cubicBezTo>
                    <a:pt x="150163" y="408899"/>
                    <a:pt x="141303" y="426282"/>
                    <a:pt x="135318" y="446227"/>
                  </a:cubicBezTo>
                  <a:cubicBezTo>
                    <a:pt x="129333" y="466171"/>
                    <a:pt x="126379" y="489685"/>
                    <a:pt x="126379" y="516847"/>
                  </a:cubicBezTo>
                  <a:lnTo>
                    <a:pt x="126379" y="893074"/>
                  </a:lnTo>
                  <a:lnTo>
                    <a:pt x="0" y="893074"/>
                  </a:lnTo>
                  <a:lnTo>
                    <a:pt x="0" y="66430"/>
                  </a:lnTo>
                  <a:lnTo>
                    <a:pt x="126379" y="0"/>
                  </a:lnTo>
                  <a:lnTo>
                    <a:pt x="126379" y="311039"/>
                  </a:lnTo>
                  <a:cubicBezTo>
                    <a:pt x="134385" y="299476"/>
                    <a:pt x="144178" y="289000"/>
                    <a:pt x="155759" y="279687"/>
                  </a:cubicBezTo>
                  <a:cubicBezTo>
                    <a:pt x="167340" y="270297"/>
                    <a:pt x="180087" y="262459"/>
                    <a:pt x="194155" y="256095"/>
                  </a:cubicBezTo>
                  <a:cubicBezTo>
                    <a:pt x="208067" y="249732"/>
                    <a:pt x="223068" y="244843"/>
                    <a:pt x="239079" y="241428"/>
                  </a:cubicBezTo>
                  <a:cubicBezTo>
                    <a:pt x="255012" y="238013"/>
                    <a:pt x="271413" y="236306"/>
                    <a:pt x="288201" y="236306"/>
                  </a:cubicBezTo>
                  <a:cubicBezTo>
                    <a:pt x="326907" y="236306"/>
                    <a:pt x="360484" y="242514"/>
                    <a:pt x="388853" y="254854"/>
                  </a:cubicBezTo>
                  <a:cubicBezTo>
                    <a:pt x="417223" y="267193"/>
                    <a:pt x="441084" y="285430"/>
                    <a:pt x="460437" y="309565"/>
                  </a:cubicBezTo>
                  <a:cubicBezTo>
                    <a:pt x="479791" y="333700"/>
                    <a:pt x="494169" y="364431"/>
                    <a:pt x="503574" y="401682"/>
                  </a:cubicBezTo>
                  <a:cubicBezTo>
                    <a:pt x="512978" y="439009"/>
                    <a:pt x="517642" y="479985"/>
                    <a:pt x="517642" y="524607"/>
                  </a:cubicBezTo>
                  <a:lnTo>
                    <a:pt x="517642" y="893074"/>
                  </a:lnTo>
                  <a:lnTo>
                    <a:pt x="391263" y="893074"/>
                  </a:lnTo>
                  <a:close/>
                </a:path>
              </a:pathLst>
            </a:custGeom>
            <a:solidFill>
              <a:schemeClr val="accent1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0C6D53A4-DE2D-F4EC-10EA-6B0C1522B9DD}"/>
                </a:ext>
              </a:extLst>
            </p:cNvPr>
            <p:cNvSpPr/>
            <p:nvPr/>
          </p:nvSpPr>
          <p:spPr bwMode="invGray">
            <a:xfrm>
              <a:off x="6650598" y="3191674"/>
              <a:ext cx="553550" cy="670581"/>
            </a:xfrm>
            <a:custGeom>
              <a:avLst/>
              <a:gdLst>
                <a:gd name="connsiteX0" fmla="*/ 425850 w 553550"/>
                <a:gd name="connsiteY0" fmla="*/ 275729 h 670581"/>
                <a:gd name="connsiteX1" fmla="*/ 414192 w 553550"/>
                <a:gd name="connsiteY1" fmla="*/ 213568 h 670581"/>
                <a:gd name="connsiteX2" fmla="*/ 386600 w 553550"/>
                <a:gd name="connsiteY2" fmla="*/ 162116 h 670581"/>
                <a:gd name="connsiteX3" fmla="*/ 340509 w 553550"/>
                <a:gd name="connsiteY3" fmla="*/ 127116 h 670581"/>
                <a:gd name="connsiteX4" fmla="*/ 273666 w 553550"/>
                <a:gd name="connsiteY4" fmla="*/ 114234 h 670581"/>
                <a:gd name="connsiteX5" fmla="*/ 214907 w 553550"/>
                <a:gd name="connsiteY5" fmla="*/ 125331 h 670581"/>
                <a:gd name="connsiteX6" fmla="*/ 171770 w 553550"/>
                <a:gd name="connsiteY6" fmla="*/ 156761 h 670581"/>
                <a:gd name="connsiteX7" fmla="*/ 142080 w 553550"/>
                <a:gd name="connsiteY7" fmla="*/ 206739 h 670581"/>
                <a:gd name="connsiteX8" fmla="*/ 126224 w 553550"/>
                <a:gd name="connsiteY8" fmla="*/ 275807 h 670581"/>
                <a:gd name="connsiteX9" fmla="*/ 425772 w 553550"/>
                <a:gd name="connsiteY9" fmla="*/ 275807 h 670581"/>
                <a:gd name="connsiteX10" fmla="*/ 553473 w 553550"/>
                <a:gd name="connsiteY10" fmla="*/ 322447 h 670581"/>
                <a:gd name="connsiteX11" fmla="*/ 552229 w 553550"/>
                <a:gd name="connsiteY11" fmla="*/ 354731 h 670581"/>
                <a:gd name="connsiteX12" fmla="*/ 549820 w 553550"/>
                <a:gd name="connsiteY12" fmla="*/ 379797 h 670581"/>
                <a:gd name="connsiteX13" fmla="*/ 123892 w 553550"/>
                <a:gd name="connsiteY13" fmla="*/ 379797 h 670581"/>
                <a:gd name="connsiteX14" fmla="*/ 144256 w 553550"/>
                <a:gd name="connsiteY14" fmla="*/ 459652 h 670581"/>
                <a:gd name="connsiteX15" fmla="*/ 180786 w 553550"/>
                <a:gd name="connsiteY15" fmla="*/ 514363 h 670581"/>
                <a:gd name="connsiteX16" fmla="*/ 229675 w 553550"/>
                <a:gd name="connsiteY16" fmla="*/ 546104 h 670581"/>
                <a:gd name="connsiteX17" fmla="*/ 286258 w 553550"/>
                <a:gd name="connsiteY17" fmla="*/ 556270 h 670581"/>
                <a:gd name="connsiteX18" fmla="*/ 325819 w 553550"/>
                <a:gd name="connsiteY18" fmla="*/ 552700 h 670581"/>
                <a:gd name="connsiteX19" fmla="*/ 361494 w 553550"/>
                <a:gd name="connsiteY19" fmla="*/ 541913 h 670581"/>
                <a:gd name="connsiteX20" fmla="*/ 391807 w 553550"/>
                <a:gd name="connsiteY20" fmla="*/ 527246 h 670581"/>
                <a:gd name="connsiteX21" fmla="*/ 425928 w 553550"/>
                <a:gd name="connsiteY21" fmla="*/ 504818 h 670581"/>
                <a:gd name="connsiteX22" fmla="*/ 500853 w 553550"/>
                <a:gd name="connsiteY22" fmla="*/ 585604 h 670581"/>
                <a:gd name="connsiteX23" fmla="*/ 454997 w 553550"/>
                <a:gd name="connsiteY23" fmla="*/ 622389 h 670581"/>
                <a:gd name="connsiteX24" fmla="*/ 407662 w 553550"/>
                <a:gd name="connsiteY24" fmla="*/ 647533 h 670581"/>
                <a:gd name="connsiteX25" fmla="*/ 349836 w 553550"/>
                <a:gd name="connsiteY25" fmla="*/ 664606 h 670581"/>
                <a:gd name="connsiteX26" fmla="*/ 278563 w 553550"/>
                <a:gd name="connsiteY26" fmla="*/ 670581 h 670581"/>
                <a:gd name="connsiteX27" fmla="*/ 200062 w 553550"/>
                <a:gd name="connsiteY27" fmla="*/ 658941 h 670581"/>
                <a:gd name="connsiteX28" fmla="*/ 135396 w 553550"/>
                <a:gd name="connsiteY28" fmla="*/ 628442 h 670581"/>
                <a:gd name="connsiteX29" fmla="*/ 84797 w 553550"/>
                <a:gd name="connsiteY29" fmla="*/ 585372 h 670581"/>
                <a:gd name="connsiteX30" fmla="*/ 41971 w 553550"/>
                <a:gd name="connsiteY30" fmla="*/ 523133 h 670581"/>
                <a:gd name="connsiteX31" fmla="*/ 10804 w 553550"/>
                <a:gd name="connsiteY31" fmla="*/ 438233 h 670581"/>
                <a:gd name="connsiteX32" fmla="*/ 0 w 553550"/>
                <a:gd name="connsiteY32" fmla="*/ 335640 h 670581"/>
                <a:gd name="connsiteX33" fmla="*/ 20675 w 553550"/>
                <a:gd name="connsiteY33" fmla="*/ 191450 h 670581"/>
                <a:gd name="connsiteX34" fmla="*/ 78502 w 553550"/>
                <a:gd name="connsiteY34" fmla="*/ 86141 h 670581"/>
                <a:gd name="connsiteX35" fmla="*/ 167729 w 553550"/>
                <a:gd name="connsiteY35" fmla="*/ 21884 h 670581"/>
                <a:gd name="connsiteX36" fmla="*/ 282139 w 553550"/>
                <a:gd name="connsiteY36" fmla="*/ 0 h 670581"/>
                <a:gd name="connsiteX37" fmla="*/ 401989 w 553550"/>
                <a:gd name="connsiteY37" fmla="*/ 26075 h 670581"/>
                <a:gd name="connsiteX38" fmla="*/ 486475 w 553550"/>
                <a:gd name="connsiteY38" fmla="*/ 96074 h 670581"/>
                <a:gd name="connsiteX39" fmla="*/ 536762 w 553550"/>
                <a:gd name="connsiteY39" fmla="*/ 198668 h 670581"/>
                <a:gd name="connsiteX40" fmla="*/ 553551 w 553550"/>
                <a:gd name="connsiteY40" fmla="*/ 322447 h 67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53550" h="670581">
                  <a:moveTo>
                    <a:pt x="425850" y="275729"/>
                  </a:moveTo>
                  <a:cubicBezTo>
                    <a:pt x="424218" y="253767"/>
                    <a:pt x="420332" y="233047"/>
                    <a:pt x="414192" y="213568"/>
                  </a:cubicBezTo>
                  <a:cubicBezTo>
                    <a:pt x="407974" y="194012"/>
                    <a:pt x="398802" y="176861"/>
                    <a:pt x="386600" y="162116"/>
                  </a:cubicBezTo>
                  <a:cubicBezTo>
                    <a:pt x="374397" y="147371"/>
                    <a:pt x="359085" y="135730"/>
                    <a:pt x="340509" y="127116"/>
                  </a:cubicBezTo>
                  <a:cubicBezTo>
                    <a:pt x="321933" y="118580"/>
                    <a:pt x="299626" y="114234"/>
                    <a:pt x="273666" y="114234"/>
                  </a:cubicBezTo>
                  <a:cubicBezTo>
                    <a:pt x="251282" y="114234"/>
                    <a:pt x="231773" y="117959"/>
                    <a:pt x="214907" y="125331"/>
                  </a:cubicBezTo>
                  <a:cubicBezTo>
                    <a:pt x="198196" y="132704"/>
                    <a:pt x="183740" y="143180"/>
                    <a:pt x="171770" y="156761"/>
                  </a:cubicBezTo>
                  <a:cubicBezTo>
                    <a:pt x="159801" y="170342"/>
                    <a:pt x="149930" y="187027"/>
                    <a:pt x="142080" y="206739"/>
                  </a:cubicBezTo>
                  <a:cubicBezTo>
                    <a:pt x="134307" y="226528"/>
                    <a:pt x="129022" y="249499"/>
                    <a:pt x="126224" y="275807"/>
                  </a:cubicBezTo>
                  <a:lnTo>
                    <a:pt x="425772" y="275807"/>
                  </a:lnTo>
                  <a:close/>
                  <a:moveTo>
                    <a:pt x="553473" y="322447"/>
                  </a:moveTo>
                  <a:cubicBezTo>
                    <a:pt x="553473" y="334010"/>
                    <a:pt x="553084" y="344797"/>
                    <a:pt x="552229" y="354731"/>
                  </a:cubicBezTo>
                  <a:cubicBezTo>
                    <a:pt x="551452" y="364742"/>
                    <a:pt x="550597" y="373045"/>
                    <a:pt x="549820" y="379797"/>
                  </a:cubicBezTo>
                  <a:lnTo>
                    <a:pt x="123892" y="379797"/>
                  </a:lnTo>
                  <a:cubicBezTo>
                    <a:pt x="127468" y="410916"/>
                    <a:pt x="134307" y="437535"/>
                    <a:pt x="144256" y="459652"/>
                  </a:cubicBezTo>
                  <a:cubicBezTo>
                    <a:pt x="154205" y="481769"/>
                    <a:pt x="166407" y="500006"/>
                    <a:pt x="180786" y="514363"/>
                  </a:cubicBezTo>
                  <a:cubicBezTo>
                    <a:pt x="195165" y="528720"/>
                    <a:pt x="211487" y="539274"/>
                    <a:pt x="229675" y="546104"/>
                  </a:cubicBezTo>
                  <a:cubicBezTo>
                    <a:pt x="247862" y="552933"/>
                    <a:pt x="266671" y="556270"/>
                    <a:pt x="286258" y="556270"/>
                  </a:cubicBezTo>
                  <a:cubicBezTo>
                    <a:pt x="300248" y="556270"/>
                    <a:pt x="313383" y="555106"/>
                    <a:pt x="325819" y="552700"/>
                  </a:cubicBezTo>
                  <a:cubicBezTo>
                    <a:pt x="338177" y="550294"/>
                    <a:pt x="350069" y="546724"/>
                    <a:pt x="361494" y="541913"/>
                  </a:cubicBezTo>
                  <a:cubicBezTo>
                    <a:pt x="372920" y="537101"/>
                    <a:pt x="382946" y="532290"/>
                    <a:pt x="391807" y="527246"/>
                  </a:cubicBezTo>
                  <a:cubicBezTo>
                    <a:pt x="400590" y="522279"/>
                    <a:pt x="411937" y="514751"/>
                    <a:pt x="425928" y="504818"/>
                  </a:cubicBezTo>
                  <a:lnTo>
                    <a:pt x="500853" y="585604"/>
                  </a:lnTo>
                  <a:cubicBezTo>
                    <a:pt x="484842" y="600737"/>
                    <a:pt x="469609" y="612999"/>
                    <a:pt x="454997" y="622389"/>
                  </a:cubicBezTo>
                  <a:cubicBezTo>
                    <a:pt x="440384" y="631779"/>
                    <a:pt x="424684" y="640160"/>
                    <a:pt x="407662" y="647533"/>
                  </a:cubicBezTo>
                  <a:cubicBezTo>
                    <a:pt x="390719" y="654905"/>
                    <a:pt x="371443" y="660570"/>
                    <a:pt x="349836" y="664606"/>
                  </a:cubicBezTo>
                  <a:cubicBezTo>
                    <a:pt x="328307" y="668564"/>
                    <a:pt x="304445" y="670581"/>
                    <a:pt x="278563" y="670581"/>
                  </a:cubicBezTo>
                  <a:cubicBezTo>
                    <a:pt x="250583" y="670581"/>
                    <a:pt x="224467" y="666701"/>
                    <a:pt x="200062" y="658941"/>
                  </a:cubicBezTo>
                  <a:cubicBezTo>
                    <a:pt x="175734" y="651180"/>
                    <a:pt x="154127" y="641014"/>
                    <a:pt x="135396" y="628442"/>
                  </a:cubicBezTo>
                  <a:cubicBezTo>
                    <a:pt x="116586" y="615870"/>
                    <a:pt x="99720" y="601513"/>
                    <a:pt x="84797" y="585372"/>
                  </a:cubicBezTo>
                  <a:cubicBezTo>
                    <a:pt x="69796" y="569230"/>
                    <a:pt x="55573" y="548509"/>
                    <a:pt x="41971" y="523133"/>
                  </a:cubicBezTo>
                  <a:cubicBezTo>
                    <a:pt x="28369" y="497834"/>
                    <a:pt x="18032" y="469508"/>
                    <a:pt x="10804" y="438233"/>
                  </a:cubicBezTo>
                  <a:cubicBezTo>
                    <a:pt x="3575" y="406959"/>
                    <a:pt x="0" y="372735"/>
                    <a:pt x="0" y="335640"/>
                  </a:cubicBezTo>
                  <a:cubicBezTo>
                    <a:pt x="0" y="281394"/>
                    <a:pt x="6918" y="233357"/>
                    <a:pt x="20675" y="191450"/>
                  </a:cubicBezTo>
                  <a:cubicBezTo>
                    <a:pt x="34432" y="149622"/>
                    <a:pt x="53708" y="114467"/>
                    <a:pt x="78502" y="86141"/>
                  </a:cubicBezTo>
                  <a:cubicBezTo>
                    <a:pt x="103296" y="57815"/>
                    <a:pt x="132986" y="36396"/>
                    <a:pt x="167729" y="21884"/>
                  </a:cubicBezTo>
                  <a:cubicBezTo>
                    <a:pt x="202549" y="7295"/>
                    <a:pt x="240634" y="0"/>
                    <a:pt x="282139" y="0"/>
                  </a:cubicBezTo>
                  <a:cubicBezTo>
                    <a:pt x="328073" y="0"/>
                    <a:pt x="368023" y="8692"/>
                    <a:pt x="401989" y="26075"/>
                  </a:cubicBezTo>
                  <a:cubicBezTo>
                    <a:pt x="435954" y="43381"/>
                    <a:pt x="464090" y="66740"/>
                    <a:pt x="486475" y="96074"/>
                  </a:cubicBezTo>
                  <a:cubicBezTo>
                    <a:pt x="508859" y="125409"/>
                    <a:pt x="525570" y="159633"/>
                    <a:pt x="536762" y="198668"/>
                  </a:cubicBezTo>
                  <a:cubicBezTo>
                    <a:pt x="547954" y="237780"/>
                    <a:pt x="553551" y="278988"/>
                    <a:pt x="553551" y="322447"/>
                  </a:cubicBezTo>
                </a:path>
              </a:pathLst>
            </a:custGeom>
            <a:solidFill>
              <a:schemeClr val="accent1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9DC96337-951D-0DB8-4F84-251B37F94747}"/>
                </a:ext>
              </a:extLst>
            </p:cNvPr>
            <p:cNvSpPr/>
            <p:nvPr/>
          </p:nvSpPr>
          <p:spPr bwMode="invGray">
            <a:xfrm>
              <a:off x="7297884" y="3191752"/>
              <a:ext cx="517719" cy="656845"/>
            </a:xfrm>
            <a:custGeom>
              <a:avLst/>
              <a:gdLst>
                <a:gd name="connsiteX0" fmla="*/ 391262 w 517719"/>
                <a:gd name="connsiteY0" fmla="*/ 656690 h 656845"/>
                <a:gd name="connsiteX1" fmla="*/ 391262 w 517719"/>
                <a:gd name="connsiteY1" fmla="*/ 293035 h 656845"/>
                <a:gd name="connsiteX2" fmla="*/ 360095 w 517719"/>
                <a:gd name="connsiteY2" fmla="*/ 161107 h 656845"/>
                <a:gd name="connsiteX3" fmla="*/ 258821 w 517719"/>
                <a:gd name="connsiteY3" fmla="*/ 116562 h 656845"/>
                <a:gd name="connsiteX4" fmla="*/ 202471 w 517719"/>
                <a:gd name="connsiteY4" fmla="*/ 127349 h 656845"/>
                <a:gd name="connsiteX5" fmla="*/ 159334 w 517719"/>
                <a:gd name="connsiteY5" fmla="*/ 160874 h 656845"/>
                <a:gd name="connsiteX6" fmla="*/ 134152 w 517719"/>
                <a:gd name="connsiteY6" fmla="*/ 214421 h 656845"/>
                <a:gd name="connsiteX7" fmla="*/ 126379 w 517719"/>
                <a:gd name="connsiteY7" fmla="*/ 280541 h 656845"/>
                <a:gd name="connsiteX8" fmla="*/ 126379 w 517719"/>
                <a:gd name="connsiteY8" fmla="*/ 656768 h 656845"/>
                <a:gd name="connsiteX9" fmla="*/ 0 w 517719"/>
                <a:gd name="connsiteY9" fmla="*/ 656768 h 656845"/>
                <a:gd name="connsiteX10" fmla="*/ 0 w 517719"/>
                <a:gd name="connsiteY10" fmla="*/ 13736 h 656845"/>
                <a:gd name="connsiteX11" fmla="*/ 126379 w 517719"/>
                <a:gd name="connsiteY11" fmla="*/ 13736 h 656845"/>
                <a:gd name="connsiteX12" fmla="*/ 126379 w 517719"/>
                <a:gd name="connsiteY12" fmla="*/ 74733 h 656845"/>
                <a:gd name="connsiteX13" fmla="*/ 155759 w 517719"/>
                <a:gd name="connsiteY13" fmla="*/ 43381 h 656845"/>
                <a:gd name="connsiteX14" fmla="*/ 194154 w 517719"/>
                <a:gd name="connsiteY14" fmla="*/ 19789 h 656845"/>
                <a:gd name="connsiteX15" fmla="*/ 239079 w 517719"/>
                <a:gd name="connsiteY15" fmla="*/ 5122 h 656845"/>
                <a:gd name="connsiteX16" fmla="*/ 288201 w 517719"/>
                <a:gd name="connsiteY16" fmla="*/ 0 h 656845"/>
                <a:gd name="connsiteX17" fmla="*/ 389164 w 517719"/>
                <a:gd name="connsiteY17" fmla="*/ 18858 h 656845"/>
                <a:gd name="connsiteX18" fmla="*/ 460515 w 517719"/>
                <a:gd name="connsiteY18" fmla="*/ 73026 h 656845"/>
                <a:gd name="connsiteX19" fmla="*/ 503341 w 517719"/>
                <a:gd name="connsiteY19" fmla="*/ 162194 h 656845"/>
                <a:gd name="connsiteX20" fmla="*/ 517719 w 517719"/>
                <a:gd name="connsiteY20" fmla="*/ 288379 h 656845"/>
                <a:gd name="connsiteX21" fmla="*/ 517719 w 517719"/>
                <a:gd name="connsiteY21" fmla="*/ 656845 h 656845"/>
                <a:gd name="connsiteX22" fmla="*/ 391262 w 517719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719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471" y="127349"/>
                  </a:cubicBezTo>
                  <a:cubicBezTo>
                    <a:pt x="185294" y="134566"/>
                    <a:pt x="170915" y="145664"/>
                    <a:pt x="159334" y="160874"/>
                  </a:cubicBezTo>
                  <a:cubicBezTo>
                    <a:pt x="147753" y="176007"/>
                    <a:pt x="139359" y="193856"/>
                    <a:pt x="134152" y="214421"/>
                  </a:cubicBezTo>
                  <a:cubicBezTo>
                    <a:pt x="128944" y="234987"/>
                    <a:pt x="126379" y="257027"/>
                    <a:pt x="126379" y="280541"/>
                  </a:cubicBezTo>
                  <a:lnTo>
                    <a:pt x="126379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379" y="13736"/>
                  </a:lnTo>
                  <a:lnTo>
                    <a:pt x="126379" y="74733"/>
                  </a:lnTo>
                  <a:cubicBezTo>
                    <a:pt x="134385" y="63170"/>
                    <a:pt x="144178" y="52693"/>
                    <a:pt x="155759" y="43381"/>
                  </a:cubicBezTo>
                  <a:cubicBezTo>
                    <a:pt x="167340" y="33991"/>
                    <a:pt x="180086" y="26153"/>
                    <a:pt x="194154" y="19789"/>
                  </a:cubicBezTo>
                  <a:cubicBezTo>
                    <a:pt x="208067" y="13426"/>
                    <a:pt x="223068" y="8537"/>
                    <a:pt x="239079" y="5122"/>
                  </a:cubicBezTo>
                  <a:cubicBezTo>
                    <a:pt x="255090" y="1707"/>
                    <a:pt x="271412" y="0"/>
                    <a:pt x="288201" y="0"/>
                  </a:cubicBezTo>
                  <a:cubicBezTo>
                    <a:pt x="326907" y="0"/>
                    <a:pt x="360562" y="6286"/>
                    <a:pt x="389164" y="18858"/>
                  </a:cubicBezTo>
                  <a:cubicBezTo>
                    <a:pt x="417767" y="31430"/>
                    <a:pt x="441472" y="49434"/>
                    <a:pt x="460515" y="73026"/>
                  </a:cubicBezTo>
                  <a:cubicBezTo>
                    <a:pt x="479479" y="96540"/>
                    <a:pt x="493703" y="126263"/>
                    <a:pt x="503341" y="162194"/>
                  </a:cubicBezTo>
                  <a:cubicBezTo>
                    <a:pt x="512901" y="198125"/>
                    <a:pt x="517719" y="240186"/>
                    <a:pt x="517719" y="288379"/>
                  </a:cubicBezTo>
                  <a:lnTo>
                    <a:pt x="517719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chemeClr val="accent1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2617DD70-727E-F838-6C71-D57805A2F446}"/>
                </a:ext>
              </a:extLst>
            </p:cNvPr>
            <p:cNvSpPr/>
            <p:nvPr/>
          </p:nvSpPr>
          <p:spPr bwMode="invGray">
            <a:xfrm>
              <a:off x="7909572" y="3191752"/>
              <a:ext cx="574457" cy="670503"/>
            </a:xfrm>
            <a:custGeom>
              <a:avLst/>
              <a:gdLst>
                <a:gd name="connsiteX0" fmla="*/ 446913 w 574457"/>
                <a:gd name="connsiteY0" fmla="*/ 335485 h 670503"/>
                <a:gd name="connsiteX1" fmla="*/ 435487 w 574457"/>
                <a:gd name="connsiteY1" fmla="*/ 246628 h 670503"/>
                <a:gd name="connsiteX2" fmla="*/ 402843 w 574457"/>
                <a:gd name="connsiteY2" fmla="*/ 178724 h 670503"/>
                <a:gd name="connsiteX3" fmla="*/ 351001 w 574457"/>
                <a:gd name="connsiteY3" fmla="*/ 135342 h 670503"/>
                <a:gd name="connsiteX4" fmla="*/ 282138 w 574457"/>
                <a:gd name="connsiteY4" fmla="*/ 120132 h 670503"/>
                <a:gd name="connsiteX5" fmla="*/ 217705 w 574457"/>
                <a:gd name="connsiteY5" fmla="*/ 135342 h 670503"/>
                <a:gd name="connsiteX6" fmla="*/ 169205 w 574457"/>
                <a:gd name="connsiteY6" fmla="*/ 178413 h 670503"/>
                <a:gd name="connsiteX7" fmla="*/ 138349 w 574457"/>
                <a:gd name="connsiteY7" fmla="*/ 245153 h 670503"/>
                <a:gd name="connsiteX8" fmla="*/ 127623 w 574457"/>
                <a:gd name="connsiteY8" fmla="*/ 331837 h 670503"/>
                <a:gd name="connsiteX9" fmla="*/ 139281 w 574457"/>
                <a:gd name="connsiteY9" fmla="*/ 425739 h 670503"/>
                <a:gd name="connsiteX10" fmla="*/ 172236 w 574457"/>
                <a:gd name="connsiteY10" fmla="*/ 493953 h 670503"/>
                <a:gd name="connsiteX11" fmla="*/ 223145 w 574457"/>
                <a:gd name="connsiteY11" fmla="*/ 535782 h 670503"/>
                <a:gd name="connsiteX12" fmla="*/ 288744 w 574457"/>
                <a:gd name="connsiteY12" fmla="*/ 550139 h 670503"/>
                <a:gd name="connsiteX13" fmla="*/ 353722 w 574457"/>
                <a:gd name="connsiteY13" fmla="*/ 533066 h 670503"/>
                <a:gd name="connsiteX14" fmla="*/ 403465 w 574457"/>
                <a:gd name="connsiteY14" fmla="*/ 486969 h 670503"/>
                <a:gd name="connsiteX15" fmla="*/ 435487 w 574457"/>
                <a:gd name="connsiteY15" fmla="*/ 418755 h 670503"/>
                <a:gd name="connsiteX16" fmla="*/ 446913 w 574457"/>
                <a:gd name="connsiteY16" fmla="*/ 335330 h 670503"/>
                <a:gd name="connsiteX17" fmla="*/ 574458 w 574457"/>
                <a:gd name="connsiteY17" fmla="*/ 331915 h 670503"/>
                <a:gd name="connsiteX18" fmla="*/ 552307 w 574457"/>
                <a:gd name="connsiteY18" fmla="*/ 474863 h 670503"/>
                <a:gd name="connsiteX19" fmla="*/ 491216 w 574457"/>
                <a:gd name="connsiteY19" fmla="*/ 581336 h 670503"/>
                <a:gd name="connsiteX20" fmla="*/ 398957 w 574457"/>
                <a:gd name="connsiteY20" fmla="*/ 647766 h 670503"/>
                <a:gd name="connsiteX21" fmla="*/ 283926 w 574457"/>
                <a:gd name="connsiteY21" fmla="*/ 670504 h 670503"/>
                <a:gd name="connsiteX22" fmla="*/ 170993 w 574457"/>
                <a:gd name="connsiteY22" fmla="*/ 646602 h 670503"/>
                <a:gd name="connsiteX23" fmla="*/ 81144 w 574457"/>
                <a:gd name="connsiteY23" fmla="*/ 578698 h 670503"/>
                <a:gd name="connsiteX24" fmla="*/ 21529 w 574457"/>
                <a:gd name="connsiteY24" fmla="*/ 472845 h 670503"/>
                <a:gd name="connsiteX25" fmla="*/ 0 w 574457"/>
                <a:gd name="connsiteY25" fmla="*/ 335562 h 670503"/>
                <a:gd name="connsiteX26" fmla="*/ 22151 w 574457"/>
                <a:gd name="connsiteY26" fmla="*/ 194400 h 670503"/>
                <a:gd name="connsiteX27" fmla="*/ 82931 w 574457"/>
                <a:gd name="connsiteY27" fmla="*/ 88857 h 670503"/>
                <a:gd name="connsiteX28" fmla="*/ 174024 w 574457"/>
                <a:gd name="connsiteY28" fmla="*/ 22738 h 670503"/>
                <a:gd name="connsiteX29" fmla="*/ 287579 w 574457"/>
                <a:gd name="connsiteY29" fmla="*/ 0 h 670503"/>
                <a:gd name="connsiteX30" fmla="*/ 401678 w 574457"/>
                <a:gd name="connsiteY30" fmla="*/ 23669 h 670503"/>
                <a:gd name="connsiteX31" fmla="*/ 492459 w 574457"/>
                <a:gd name="connsiteY31" fmla="*/ 90642 h 670503"/>
                <a:gd name="connsiteX32" fmla="*/ 552617 w 574457"/>
                <a:gd name="connsiteY32" fmla="*/ 195331 h 670503"/>
                <a:gd name="connsiteX33" fmla="*/ 574458 w 574457"/>
                <a:gd name="connsiteY33" fmla="*/ 33199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74457" h="670503">
                  <a:moveTo>
                    <a:pt x="446913" y="335485"/>
                  </a:moveTo>
                  <a:cubicBezTo>
                    <a:pt x="446913" y="302813"/>
                    <a:pt x="443105" y="273168"/>
                    <a:pt x="435487" y="246628"/>
                  </a:cubicBezTo>
                  <a:cubicBezTo>
                    <a:pt x="427871" y="220164"/>
                    <a:pt x="416989" y="197504"/>
                    <a:pt x="402843" y="178724"/>
                  </a:cubicBezTo>
                  <a:cubicBezTo>
                    <a:pt x="388698" y="160021"/>
                    <a:pt x="371365" y="145509"/>
                    <a:pt x="351001" y="135342"/>
                  </a:cubicBezTo>
                  <a:cubicBezTo>
                    <a:pt x="330638" y="125176"/>
                    <a:pt x="307631" y="120132"/>
                    <a:pt x="282138" y="120132"/>
                  </a:cubicBezTo>
                  <a:cubicBezTo>
                    <a:pt x="258199" y="120132"/>
                    <a:pt x="236670" y="125176"/>
                    <a:pt x="217705" y="135342"/>
                  </a:cubicBezTo>
                  <a:cubicBezTo>
                    <a:pt x="198740" y="145509"/>
                    <a:pt x="182574" y="159866"/>
                    <a:pt x="169205" y="178413"/>
                  </a:cubicBezTo>
                  <a:cubicBezTo>
                    <a:pt x="155837" y="196960"/>
                    <a:pt x="145577" y="219233"/>
                    <a:pt x="138349" y="245153"/>
                  </a:cubicBezTo>
                  <a:cubicBezTo>
                    <a:pt x="131120" y="271073"/>
                    <a:pt x="127623" y="300019"/>
                    <a:pt x="127623" y="331837"/>
                  </a:cubicBezTo>
                  <a:cubicBezTo>
                    <a:pt x="127623" y="367303"/>
                    <a:pt x="131509" y="398655"/>
                    <a:pt x="139281" y="425739"/>
                  </a:cubicBezTo>
                  <a:cubicBezTo>
                    <a:pt x="147054" y="452901"/>
                    <a:pt x="158013" y="475561"/>
                    <a:pt x="172236" y="493953"/>
                  </a:cubicBezTo>
                  <a:cubicBezTo>
                    <a:pt x="186382" y="512268"/>
                    <a:pt x="203404" y="526237"/>
                    <a:pt x="223145" y="535782"/>
                  </a:cubicBezTo>
                  <a:cubicBezTo>
                    <a:pt x="242888" y="545328"/>
                    <a:pt x="264728" y="550139"/>
                    <a:pt x="288744" y="550139"/>
                  </a:cubicBezTo>
                  <a:cubicBezTo>
                    <a:pt x="312761" y="550139"/>
                    <a:pt x="334368" y="544474"/>
                    <a:pt x="353722" y="533066"/>
                  </a:cubicBezTo>
                  <a:cubicBezTo>
                    <a:pt x="373075" y="521658"/>
                    <a:pt x="389708" y="506293"/>
                    <a:pt x="403465" y="486969"/>
                  </a:cubicBezTo>
                  <a:cubicBezTo>
                    <a:pt x="417222" y="467645"/>
                    <a:pt x="427948" y="444907"/>
                    <a:pt x="435487" y="418755"/>
                  </a:cubicBezTo>
                  <a:cubicBezTo>
                    <a:pt x="443027" y="392602"/>
                    <a:pt x="446913" y="364819"/>
                    <a:pt x="446913" y="335330"/>
                  </a:cubicBezTo>
                  <a:moveTo>
                    <a:pt x="574458" y="331915"/>
                  </a:moveTo>
                  <a:cubicBezTo>
                    <a:pt x="574458" y="385384"/>
                    <a:pt x="567074" y="433034"/>
                    <a:pt x="552307" y="474863"/>
                  </a:cubicBezTo>
                  <a:cubicBezTo>
                    <a:pt x="537539" y="516769"/>
                    <a:pt x="517175" y="552234"/>
                    <a:pt x="491216" y="581336"/>
                  </a:cubicBezTo>
                  <a:cubicBezTo>
                    <a:pt x="465256" y="610438"/>
                    <a:pt x="434477" y="632555"/>
                    <a:pt x="398957" y="647766"/>
                  </a:cubicBezTo>
                  <a:cubicBezTo>
                    <a:pt x="363438" y="662899"/>
                    <a:pt x="325042" y="670504"/>
                    <a:pt x="283926" y="670504"/>
                  </a:cubicBezTo>
                  <a:cubicBezTo>
                    <a:pt x="242810" y="670504"/>
                    <a:pt x="205502" y="662511"/>
                    <a:pt x="170993" y="646602"/>
                  </a:cubicBezTo>
                  <a:cubicBezTo>
                    <a:pt x="136483" y="630693"/>
                    <a:pt x="106482" y="608032"/>
                    <a:pt x="81144" y="578698"/>
                  </a:cubicBezTo>
                  <a:cubicBezTo>
                    <a:pt x="55728" y="549363"/>
                    <a:pt x="35908" y="514130"/>
                    <a:pt x="21529" y="472845"/>
                  </a:cubicBezTo>
                  <a:cubicBezTo>
                    <a:pt x="7150" y="431559"/>
                    <a:pt x="0" y="385850"/>
                    <a:pt x="0" y="335562"/>
                  </a:cubicBezTo>
                  <a:cubicBezTo>
                    <a:pt x="0" y="285275"/>
                    <a:pt x="7384" y="235840"/>
                    <a:pt x="22151" y="194400"/>
                  </a:cubicBezTo>
                  <a:cubicBezTo>
                    <a:pt x="36919" y="152959"/>
                    <a:pt x="57205" y="117726"/>
                    <a:pt x="82931" y="88857"/>
                  </a:cubicBezTo>
                  <a:cubicBezTo>
                    <a:pt x="108658" y="59988"/>
                    <a:pt x="139048" y="37949"/>
                    <a:pt x="174024" y="22738"/>
                  </a:cubicBezTo>
                  <a:cubicBezTo>
                    <a:pt x="208999" y="7605"/>
                    <a:pt x="246774" y="0"/>
                    <a:pt x="287579" y="0"/>
                  </a:cubicBezTo>
                  <a:cubicBezTo>
                    <a:pt x="328384" y="0"/>
                    <a:pt x="366702" y="7916"/>
                    <a:pt x="401678" y="23669"/>
                  </a:cubicBezTo>
                  <a:cubicBezTo>
                    <a:pt x="436653" y="39423"/>
                    <a:pt x="466888" y="61773"/>
                    <a:pt x="492459" y="90642"/>
                  </a:cubicBezTo>
                  <a:cubicBezTo>
                    <a:pt x="518030" y="119589"/>
                    <a:pt x="538083" y="154433"/>
                    <a:pt x="552617" y="195331"/>
                  </a:cubicBezTo>
                  <a:cubicBezTo>
                    <a:pt x="567152" y="236151"/>
                    <a:pt x="574458" y="281782"/>
                    <a:pt x="574458" y="331993"/>
                  </a:cubicBezTo>
                </a:path>
              </a:pathLst>
            </a:custGeom>
            <a:solidFill>
              <a:schemeClr val="accent1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7BC5C7C3-8F42-FFBA-CF05-A6449249DB37}"/>
                </a:ext>
              </a:extLst>
            </p:cNvPr>
            <p:cNvSpPr/>
            <p:nvPr/>
          </p:nvSpPr>
          <p:spPr bwMode="invGray">
            <a:xfrm>
              <a:off x="8577920" y="3191752"/>
              <a:ext cx="517641" cy="656845"/>
            </a:xfrm>
            <a:custGeom>
              <a:avLst/>
              <a:gdLst>
                <a:gd name="connsiteX0" fmla="*/ 391262 w 517641"/>
                <a:gd name="connsiteY0" fmla="*/ 656690 h 656845"/>
                <a:gd name="connsiteX1" fmla="*/ 391262 w 517641"/>
                <a:gd name="connsiteY1" fmla="*/ 293035 h 656845"/>
                <a:gd name="connsiteX2" fmla="*/ 360095 w 517641"/>
                <a:gd name="connsiteY2" fmla="*/ 161107 h 656845"/>
                <a:gd name="connsiteX3" fmla="*/ 258821 w 517641"/>
                <a:gd name="connsiteY3" fmla="*/ 116562 h 656845"/>
                <a:gd name="connsiteX4" fmla="*/ 202549 w 517641"/>
                <a:gd name="connsiteY4" fmla="*/ 127349 h 656845"/>
                <a:gd name="connsiteX5" fmla="*/ 159412 w 517641"/>
                <a:gd name="connsiteY5" fmla="*/ 160874 h 656845"/>
                <a:gd name="connsiteX6" fmla="*/ 134230 w 517641"/>
                <a:gd name="connsiteY6" fmla="*/ 214421 h 656845"/>
                <a:gd name="connsiteX7" fmla="*/ 126457 w 517641"/>
                <a:gd name="connsiteY7" fmla="*/ 280541 h 656845"/>
                <a:gd name="connsiteX8" fmla="*/ 126457 w 517641"/>
                <a:gd name="connsiteY8" fmla="*/ 656768 h 656845"/>
                <a:gd name="connsiteX9" fmla="*/ 0 w 517641"/>
                <a:gd name="connsiteY9" fmla="*/ 656768 h 656845"/>
                <a:gd name="connsiteX10" fmla="*/ 0 w 517641"/>
                <a:gd name="connsiteY10" fmla="*/ 13736 h 656845"/>
                <a:gd name="connsiteX11" fmla="*/ 126457 w 517641"/>
                <a:gd name="connsiteY11" fmla="*/ 13736 h 656845"/>
                <a:gd name="connsiteX12" fmla="*/ 126457 w 517641"/>
                <a:gd name="connsiteY12" fmla="*/ 74733 h 656845"/>
                <a:gd name="connsiteX13" fmla="*/ 155837 w 517641"/>
                <a:gd name="connsiteY13" fmla="*/ 43381 h 656845"/>
                <a:gd name="connsiteX14" fmla="*/ 194154 w 517641"/>
                <a:gd name="connsiteY14" fmla="*/ 19789 h 656845"/>
                <a:gd name="connsiteX15" fmla="*/ 239079 w 517641"/>
                <a:gd name="connsiteY15" fmla="*/ 5122 h 656845"/>
                <a:gd name="connsiteX16" fmla="*/ 288201 w 517641"/>
                <a:gd name="connsiteY16" fmla="*/ 0 h 656845"/>
                <a:gd name="connsiteX17" fmla="*/ 389164 w 517641"/>
                <a:gd name="connsiteY17" fmla="*/ 18858 h 656845"/>
                <a:gd name="connsiteX18" fmla="*/ 460437 w 517641"/>
                <a:gd name="connsiteY18" fmla="*/ 73026 h 656845"/>
                <a:gd name="connsiteX19" fmla="*/ 503263 w 517641"/>
                <a:gd name="connsiteY19" fmla="*/ 162194 h 656845"/>
                <a:gd name="connsiteX20" fmla="*/ 517642 w 517641"/>
                <a:gd name="connsiteY20" fmla="*/ 288379 h 656845"/>
                <a:gd name="connsiteX21" fmla="*/ 517642 w 517641"/>
                <a:gd name="connsiteY21" fmla="*/ 656845 h 656845"/>
                <a:gd name="connsiteX22" fmla="*/ 391262 w 517641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1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549" y="127349"/>
                  </a:cubicBezTo>
                  <a:cubicBezTo>
                    <a:pt x="185372" y="134566"/>
                    <a:pt x="170993" y="145664"/>
                    <a:pt x="159412" y="160874"/>
                  </a:cubicBezTo>
                  <a:cubicBezTo>
                    <a:pt x="147831" y="176007"/>
                    <a:pt x="139437" y="193856"/>
                    <a:pt x="134230" y="214421"/>
                  </a:cubicBezTo>
                  <a:cubicBezTo>
                    <a:pt x="129022" y="234987"/>
                    <a:pt x="126457" y="257027"/>
                    <a:pt x="126457" y="280541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4462" y="63170"/>
                    <a:pt x="144178" y="52693"/>
                    <a:pt x="155837" y="43381"/>
                  </a:cubicBezTo>
                  <a:cubicBezTo>
                    <a:pt x="167417" y="33991"/>
                    <a:pt x="180164" y="26153"/>
                    <a:pt x="194154" y="19789"/>
                  </a:cubicBezTo>
                  <a:cubicBezTo>
                    <a:pt x="208145" y="13426"/>
                    <a:pt x="223146" y="8537"/>
                    <a:pt x="239079" y="5122"/>
                  </a:cubicBezTo>
                  <a:cubicBezTo>
                    <a:pt x="255012" y="1707"/>
                    <a:pt x="271412" y="0"/>
                    <a:pt x="288201" y="0"/>
                  </a:cubicBezTo>
                  <a:cubicBezTo>
                    <a:pt x="326985" y="0"/>
                    <a:pt x="360562" y="6286"/>
                    <a:pt x="389164" y="18858"/>
                  </a:cubicBezTo>
                  <a:cubicBezTo>
                    <a:pt x="417689" y="31430"/>
                    <a:pt x="441472" y="49434"/>
                    <a:pt x="460437" y="73026"/>
                  </a:cubicBezTo>
                  <a:cubicBezTo>
                    <a:pt x="479402" y="96540"/>
                    <a:pt x="493703" y="126263"/>
                    <a:pt x="503263" y="162194"/>
                  </a:cubicBezTo>
                  <a:cubicBezTo>
                    <a:pt x="512823" y="198125"/>
                    <a:pt x="517642" y="240186"/>
                    <a:pt x="517642" y="288379"/>
                  </a:cubicBezTo>
                  <a:lnTo>
                    <a:pt x="517642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chemeClr val="accent1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104D3CB5-8F33-318F-F1C0-F4EF179D4542}"/>
                </a:ext>
              </a:extLst>
            </p:cNvPr>
            <p:cNvSpPr/>
            <p:nvPr/>
          </p:nvSpPr>
          <p:spPr bwMode="invGray">
            <a:xfrm>
              <a:off x="1333500" y="1365250"/>
              <a:ext cx="2432217" cy="886244"/>
            </a:xfrm>
            <a:custGeom>
              <a:avLst/>
              <a:gdLst>
                <a:gd name="connsiteX0" fmla="*/ 2431984 w 2432217"/>
                <a:gd name="connsiteY0" fmla="*/ 0 h 886244"/>
                <a:gd name="connsiteX1" fmla="*/ 0 w 2432217"/>
                <a:gd name="connsiteY1" fmla="*/ 886245 h 886244"/>
                <a:gd name="connsiteX2" fmla="*/ 2432217 w 2432217"/>
                <a:gd name="connsiteY2" fmla="*/ 457246 h 886244"/>
                <a:gd name="connsiteX3" fmla="*/ 2432217 w 2432217"/>
                <a:gd name="connsiteY3" fmla="*/ 0 h 886244"/>
                <a:gd name="connsiteX4" fmla="*/ 2431984 w 2432217"/>
                <a:gd name="connsiteY4" fmla="*/ 0 h 886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2217" h="886244">
                  <a:moveTo>
                    <a:pt x="2431984" y="0"/>
                  </a:moveTo>
                  <a:lnTo>
                    <a:pt x="0" y="886245"/>
                  </a:lnTo>
                  <a:lnTo>
                    <a:pt x="2432217" y="457246"/>
                  </a:lnTo>
                  <a:lnTo>
                    <a:pt x="2432217" y="0"/>
                  </a:lnTo>
                  <a:lnTo>
                    <a:pt x="2431984" y="0"/>
                  </a:lnTo>
                  <a:close/>
                </a:path>
              </a:pathLst>
            </a:custGeom>
            <a:solidFill>
              <a:schemeClr val="accent5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B05D38AD-B6C6-C0A5-F4F7-3D3CCEEBA1A6}"/>
                </a:ext>
              </a:extLst>
            </p:cNvPr>
            <p:cNvSpPr/>
            <p:nvPr/>
          </p:nvSpPr>
          <p:spPr bwMode="invGray">
            <a:xfrm>
              <a:off x="1354718" y="2619961"/>
              <a:ext cx="2042042" cy="1228558"/>
            </a:xfrm>
            <a:custGeom>
              <a:avLst/>
              <a:gdLst>
                <a:gd name="connsiteX0" fmla="*/ 1639277 w 2042042"/>
                <a:gd name="connsiteY0" fmla="*/ 78 h 1228558"/>
                <a:gd name="connsiteX1" fmla="*/ 1430277 w 2042042"/>
                <a:gd name="connsiteY1" fmla="*/ 400983 h 1228558"/>
                <a:gd name="connsiteX2" fmla="*/ 1221821 w 2042042"/>
                <a:gd name="connsiteY2" fmla="*/ 78 h 1228558"/>
                <a:gd name="connsiteX3" fmla="*/ 813848 w 2042042"/>
                <a:gd name="connsiteY3" fmla="*/ 78 h 1228558"/>
                <a:gd name="connsiteX4" fmla="*/ 1243662 w 2042042"/>
                <a:gd name="connsiteY4" fmla="*/ 743297 h 1228558"/>
                <a:gd name="connsiteX5" fmla="*/ 1243662 w 2042042"/>
                <a:gd name="connsiteY5" fmla="*/ 1228559 h 1228558"/>
                <a:gd name="connsiteX6" fmla="*/ 1611607 w 2042042"/>
                <a:gd name="connsiteY6" fmla="*/ 1228559 h 1228558"/>
                <a:gd name="connsiteX7" fmla="*/ 1611607 w 2042042"/>
                <a:gd name="connsiteY7" fmla="*/ 743297 h 1228558"/>
                <a:gd name="connsiteX8" fmla="*/ 2042043 w 2042042"/>
                <a:gd name="connsiteY8" fmla="*/ 78 h 1228558"/>
                <a:gd name="connsiteX9" fmla="*/ 1639277 w 2042042"/>
                <a:gd name="connsiteY9" fmla="*/ 78 h 1228558"/>
                <a:gd name="connsiteX10" fmla="*/ 0 w 2042042"/>
                <a:gd name="connsiteY10" fmla="*/ 78 h 1228558"/>
                <a:gd name="connsiteX11" fmla="*/ 0 w 2042042"/>
                <a:gd name="connsiteY11" fmla="*/ 1228481 h 1228558"/>
                <a:gd name="connsiteX12" fmla="*/ 984219 w 2042042"/>
                <a:gd name="connsiteY12" fmla="*/ 1228481 h 1228558"/>
                <a:gd name="connsiteX13" fmla="*/ 984219 w 2042042"/>
                <a:gd name="connsiteY13" fmla="*/ 945923 h 1228558"/>
                <a:gd name="connsiteX14" fmla="*/ 369034 w 2042042"/>
                <a:gd name="connsiteY14" fmla="*/ 945923 h 1228558"/>
                <a:gd name="connsiteX15" fmla="*/ 369034 w 2042042"/>
                <a:gd name="connsiteY15" fmla="*/ 743220 h 1228558"/>
                <a:gd name="connsiteX16" fmla="*/ 813848 w 2042042"/>
                <a:gd name="connsiteY16" fmla="*/ 743220 h 1228558"/>
                <a:gd name="connsiteX17" fmla="*/ 813848 w 2042042"/>
                <a:gd name="connsiteY17" fmla="*/ 485339 h 1228558"/>
                <a:gd name="connsiteX18" fmla="*/ 369034 w 2042042"/>
                <a:gd name="connsiteY18" fmla="*/ 485339 h 1228558"/>
                <a:gd name="connsiteX19" fmla="*/ 369034 w 2042042"/>
                <a:gd name="connsiteY19" fmla="*/ 282558 h 1228558"/>
                <a:gd name="connsiteX20" fmla="*/ 861182 w 2042042"/>
                <a:gd name="connsiteY20" fmla="*/ 282558 h 1228558"/>
                <a:gd name="connsiteX21" fmla="*/ 697884 w 2042042"/>
                <a:gd name="connsiteY21" fmla="*/ 0 h 1228558"/>
                <a:gd name="connsiteX22" fmla="*/ 0 w 2042042"/>
                <a:gd name="connsiteY22" fmla="*/ 0 h 122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2042" h="1228558">
                  <a:moveTo>
                    <a:pt x="1639277" y="78"/>
                  </a:moveTo>
                  <a:lnTo>
                    <a:pt x="1430277" y="400983"/>
                  </a:lnTo>
                  <a:lnTo>
                    <a:pt x="1221821" y="78"/>
                  </a:lnTo>
                  <a:lnTo>
                    <a:pt x="813848" y="78"/>
                  </a:lnTo>
                  <a:lnTo>
                    <a:pt x="1243662" y="743297"/>
                  </a:lnTo>
                  <a:lnTo>
                    <a:pt x="1243662" y="1228559"/>
                  </a:lnTo>
                  <a:lnTo>
                    <a:pt x="1611607" y="1228559"/>
                  </a:lnTo>
                  <a:lnTo>
                    <a:pt x="1611607" y="743297"/>
                  </a:lnTo>
                  <a:lnTo>
                    <a:pt x="2042043" y="78"/>
                  </a:lnTo>
                  <a:lnTo>
                    <a:pt x="1639277" y="78"/>
                  </a:lnTo>
                  <a:close/>
                  <a:moveTo>
                    <a:pt x="0" y="78"/>
                  </a:moveTo>
                  <a:lnTo>
                    <a:pt x="0" y="1228481"/>
                  </a:lnTo>
                  <a:lnTo>
                    <a:pt x="984219" y="1228481"/>
                  </a:lnTo>
                  <a:lnTo>
                    <a:pt x="984219" y="945923"/>
                  </a:lnTo>
                  <a:lnTo>
                    <a:pt x="369034" y="945923"/>
                  </a:lnTo>
                  <a:lnTo>
                    <a:pt x="369034" y="743220"/>
                  </a:lnTo>
                  <a:lnTo>
                    <a:pt x="813848" y="743220"/>
                  </a:lnTo>
                  <a:lnTo>
                    <a:pt x="813848" y="485339"/>
                  </a:lnTo>
                  <a:lnTo>
                    <a:pt x="369034" y="485339"/>
                  </a:lnTo>
                  <a:lnTo>
                    <a:pt x="369034" y="282558"/>
                  </a:lnTo>
                  <a:lnTo>
                    <a:pt x="861182" y="282558"/>
                  </a:lnTo>
                  <a:lnTo>
                    <a:pt x="6978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165AE05D-1F9C-6957-016F-459DFFE53CE2}"/>
                </a:ext>
              </a:extLst>
            </p:cNvPr>
            <p:cNvSpPr/>
            <p:nvPr/>
          </p:nvSpPr>
          <p:spPr bwMode="invGray">
            <a:xfrm>
              <a:off x="5925900" y="4251210"/>
              <a:ext cx="200839" cy="388178"/>
            </a:xfrm>
            <a:custGeom>
              <a:avLst/>
              <a:gdLst>
                <a:gd name="connsiteX0" fmla="*/ 119151 w 200839"/>
                <a:gd name="connsiteY0" fmla="*/ 286749 h 388178"/>
                <a:gd name="connsiteX1" fmla="*/ 119151 w 200839"/>
                <a:gd name="connsiteY1" fmla="*/ 173679 h 388178"/>
                <a:gd name="connsiteX2" fmla="*/ 199751 w 200839"/>
                <a:gd name="connsiteY2" fmla="*/ 173679 h 388178"/>
                <a:gd name="connsiteX3" fmla="*/ 199751 w 200839"/>
                <a:gd name="connsiteY3" fmla="*/ 107250 h 388178"/>
                <a:gd name="connsiteX4" fmla="*/ 119151 w 200839"/>
                <a:gd name="connsiteY4" fmla="*/ 107250 h 388178"/>
                <a:gd name="connsiteX5" fmla="*/ 119151 w 200839"/>
                <a:gd name="connsiteY5" fmla="*/ 0 h 388178"/>
                <a:gd name="connsiteX6" fmla="*/ 47878 w 200839"/>
                <a:gd name="connsiteY6" fmla="*/ 35543 h 388178"/>
                <a:gd name="connsiteX7" fmla="*/ 47878 w 200839"/>
                <a:gd name="connsiteY7" fmla="*/ 107250 h 388178"/>
                <a:gd name="connsiteX8" fmla="*/ 0 w 200839"/>
                <a:gd name="connsiteY8" fmla="*/ 107250 h 388178"/>
                <a:gd name="connsiteX9" fmla="*/ 0 w 200839"/>
                <a:gd name="connsiteY9" fmla="*/ 173679 h 388178"/>
                <a:gd name="connsiteX10" fmla="*/ 47878 w 200839"/>
                <a:gd name="connsiteY10" fmla="*/ 173679 h 388178"/>
                <a:gd name="connsiteX11" fmla="*/ 47878 w 200839"/>
                <a:gd name="connsiteY11" fmla="*/ 305995 h 388178"/>
                <a:gd name="connsiteX12" fmla="*/ 122027 w 200839"/>
                <a:gd name="connsiteY12" fmla="*/ 388178 h 388178"/>
                <a:gd name="connsiteX13" fmla="*/ 190346 w 200839"/>
                <a:gd name="connsiteY13" fmla="*/ 371260 h 388178"/>
                <a:gd name="connsiteX14" fmla="*/ 200839 w 200839"/>
                <a:gd name="connsiteY14" fmla="*/ 299554 h 388178"/>
                <a:gd name="connsiteX15" fmla="*/ 145344 w 200839"/>
                <a:gd name="connsiteY15" fmla="*/ 319964 h 388178"/>
                <a:gd name="connsiteX16" fmla="*/ 119073 w 200839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9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1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10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88BFD915-1634-C147-5326-2EF3ED7BBE8D}"/>
                </a:ext>
              </a:extLst>
            </p:cNvPr>
            <p:cNvSpPr/>
            <p:nvPr/>
          </p:nvSpPr>
          <p:spPr bwMode="invGray">
            <a:xfrm>
              <a:off x="4293307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BC8336D7-BD61-DA69-3F0E-A7754D086495}"/>
                </a:ext>
              </a:extLst>
            </p:cNvPr>
            <p:cNvSpPr/>
            <p:nvPr/>
          </p:nvSpPr>
          <p:spPr bwMode="invGray">
            <a:xfrm>
              <a:off x="617057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2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79 w 238379"/>
                <a:gd name="connsiteY10" fmla="*/ 382436 h 382435"/>
                <a:gd name="connsiteX11" fmla="*/ 238379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2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79" y="382436"/>
                  </a:lnTo>
                  <a:lnTo>
                    <a:pt x="238379" y="226761"/>
                  </a:lnTo>
                  <a:cubicBezTo>
                    <a:pt x="238379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2904AF7D-3287-5DB8-90AE-46918F10C334}"/>
                </a:ext>
              </a:extLst>
            </p:cNvPr>
            <p:cNvSpPr/>
            <p:nvPr/>
          </p:nvSpPr>
          <p:spPr bwMode="invGray">
            <a:xfrm>
              <a:off x="167820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8C4CA1E4-233E-0853-F024-D822D876D4CF}"/>
                </a:ext>
              </a:extLst>
            </p:cNvPr>
            <p:cNvSpPr/>
            <p:nvPr/>
          </p:nvSpPr>
          <p:spPr bwMode="invGray">
            <a:xfrm>
              <a:off x="2898939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8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4AB640F2-A0DC-99A6-E013-B30FD7A0CAB1}"/>
                </a:ext>
              </a:extLst>
            </p:cNvPr>
            <p:cNvSpPr/>
            <p:nvPr/>
          </p:nvSpPr>
          <p:spPr bwMode="invGray">
            <a:xfrm>
              <a:off x="3143614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491313F6-EFBA-19A8-754E-F724704D32CD}"/>
                </a:ext>
              </a:extLst>
            </p:cNvPr>
            <p:cNvSpPr/>
            <p:nvPr/>
          </p:nvSpPr>
          <p:spPr bwMode="invGray">
            <a:xfrm>
              <a:off x="2242171" y="4352251"/>
              <a:ext cx="237602" cy="382513"/>
            </a:xfrm>
            <a:custGeom>
              <a:avLst/>
              <a:gdLst>
                <a:gd name="connsiteX0" fmla="*/ 131354 w 237602"/>
                <a:gd name="connsiteY0" fmla="*/ 0 h 382513"/>
                <a:gd name="connsiteX1" fmla="*/ 68863 w 237602"/>
                <a:gd name="connsiteY1" fmla="*/ 24523 h 382513"/>
                <a:gd name="connsiteX2" fmla="*/ 68863 w 237602"/>
                <a:gd name="connsiteY2" fmla="*/ 5898 h 382513"/>
                <a:gd name="connsiteX3" fmla="*/ 0 w 237602"/>
                <a:gd name="connsiteY3" fmla="*/ 5898 h 382513"/>
                <a:gd name="connsiteX4" fmla="*/ 0 w 237602"/>
                <a:gd name="connsiteY4" fmla="*/ 382513 h 382513"/>
                <a:gd name="connsiteX5" fmla="*/ 68863 w 237602"/>
                <a:gd name="connsiteY5" fmla="*/ 348134 h 382513"/>
                <a:gd name="connsiteX6" fmla="*/ 68863 w 237602"/>
                <a:gd name="connsiteY6" fmla="*/ 264166 h 382513"/>
                <a:gd name="connsiteX7" fmla="*/ 130188 w 237602"/>
                <a:gd name="connsiteY7" fmla="*/ 286904 h 382513"/>
                <a:gd name="connsiteX8" fmla="*/ 237602 w 237602"/>
                <a:gd name="connsiteY8" fmla="*/ 144034 h 382513"/>
                <a:gd name="connsiteX9" fmla="*/ 131354 w 237602"/>
                <a:gd name="connsiteY9" fmla="*/ 0 h 382513"/>
                <a:gd name="connsiteX10" fmla="*/ 118529 w 237602"/>
                <a:gd name="connsiteY10" fmla="*/ 220940 h 382513"/>
                <a:gd name="connsiteX11" fmla="*/ 68863 w 237602"/>
                <a:gd name="connsiteY11" fmla="*/ 195874 h 382513"/>
                <a:gd name="connsiteX12" fmla="*/ 68863 w 237602"/>
                <a:gd name="connsiteY12" fmla="*/ 90953 h 382513"/>
                <a:gd name="connsiteX13" fmla="*/ 114410 w 237602"/>
                <a:gd name="connsiteY13" fmla="*/ 66430 h 382513"/>
                <a:gd name="connsiteX14" fmla="*/ 166407 w 237602"/>
                <a:gd name="connsiteY14" fmla="*/ 147449 h 382513"/>
                <a:gd name="connsiteX15" fmla="*/ 118529 w 237602"/>
                <a:gd name="connsiteY15" fmla="*/ 220940 h 382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7602" h="382513">
                  <a:moveTo>
                    <a:pt x="131354" y="0"/>
                  </a:moveTo>
                  <a:cubicBezTo>
                    <a:pt x="105627" y="0"/>
                    <a:pt x="86973" y="8149"/>
                    <a:pt x="68863" y="24523"/>
                  </a:cubicBezTo>
                  <a:lnTo>
                    <a:pt x="68863" y="5898"/>
                  </a:lnTo>
                  <a:lnTo>
                    <a:pt x="0" y="5898"/>
                  </a:lnTo>
                  <a:lnTo>
                    <a:pt x="0" y="382513"/>
                  </a:lnTo>
                  <a:lnTo>
                    <a:pt x="68863" y="348134"/>
                  </a:lnTo>
                  <a:lnTo>
                    <a:pt x="68863" y="264166"/>
                  </a:lnTo>
                  <a:cubicBezTo>
                    <a:pt x="81144" y="275807"/>
                    <a:pt x="99798" y="286904"/>
                    <a:pt x="130188" y="286904"/>
                  </a:cubicBezTo>
                  <a:cubicBezTo>
                    <a:pt x="208456" y="286904"/>
                    <a:pt x="237602" y="214577"/>
                    <a:pt x="237602" y="144034"/>
                  </a:cubicBezTo>
                  <a:cubicBezTo>
                    <a:pt x="237602" y="70000"/>
                    <a:pt x="205502" y="0"/>
                    <a:pt x="131354" y="0"/>
                  </a:cubicBezTo>
                  <a:close/>
                  <a:moveTo>
                    <a:pt x="118529" y="220940"/>
                  </a:moveTo>
                  <a:cubicBezTo>
                    <a:pt x="98709" y="220940"/>
                    <a:pt x="79978" y="211628"/>
                    <a:pt x="68863" y="195874"/>
                  </a:cubicBezTo>
                  <a:lnTo>
                    <a:pt x="68863" y="90953"/>
                  </a:lnTo>
                  <a:cubicBezTo>
                    <a:pt x="79978" y="75199"/>
                    <a:pt x="95134" y="66430"/>
                    <a:pt x="114410" y="66430"/>
                  </a:cubicBezTo>
                  <a:cubicBezTo>
                    <a:pt x="155837" y="66430"/>
                    <a:pt x="166407" y="107250"/>
                    <a:pt x="166407" y="147449"/>
                  </a:cubicBezTo>
                  <a:cubicBezTo>
                    <a:pt x="166407" y="187648"/>
                    <a:pt x="157080" y="220940"/>
                    <a:pt x="118529" y="22094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C9506AAF-D2A7-BD84-D804-A3ABF774DDBD}"/>
                </a:ext>
              </a:extLst>
            </p:cNvPr>
            <p:cNvSpPr/>
            <p:nvPr/>
          </p:nvSpPr>
          <p:spPr bwMode="invGray">
            <a:xfrm>
              <a:off x="1958323" y="4352251"/>
              <a:ext cx="230063" cy="286826"/>
            </a:xfrm>
            <a:custGeom>
              <a:avLst/>
              <a:gdLst>
                <a:gd name="connsiteX0" fmla="*/ 230063 w 230063"/>
                <a:gd name="connsiteY0" fmla="*/ 281006 h 286826"/>
                <a:gd name="connsiteX1" fmla="*/ 230063 w 230063"/>
                <a:gd name="connsiteY1" fmla="*/ 96230 h 286826"/>
                <a:gd name="connsiteX2" fmla="*/ 117985 w 230063"/>
                <a:gd name="connsiteY2" fmla="*/ 0 h 286826"/>
                <a:gd name="connsiteX3" fmla="*/ 22773 w 230063"/>
                <a:gd name="connsiteY3" fmla="*/ 28015 h 286826"/>
                <a:gd name="connsiteX4" fmla="*/ 50210 w 230063"/>
                <a:gd name="connsiteY4" fmla="*/ 76984 h 286826"/>
                <a:gd name="connsiteX5" fmla="*/ 113866 w 230063"/>
                <a:gd name="connsiteY5" fmla="*/ 58902 h 286826"/>
                <a:gd name="connsiteX6" fmla="*/ 161122 w 230063"/>
                <a:gd name="connsiteY6" fmla="*/ 95066 h 286826"/>
                <a:gd name="connsiteX7" fmla="*/ 161122 w 230063"/>
                <a:gd name="connsiteY7" fmla="*/ 109655 h 286826"/>
                <a:gd name="connsiteX8" fmla="*/ 107415 w 230063"/>
                <a:gd name="connsiteY8" fmla="*/ 98558 h 286826"/>
                <a:gd name="connsiteX9" fmla="*/ 0 w 230063"/>
                <a:gd name="connsiteY9" fmla="*/ 191218 h 286826"/>
                <a:gd name="connsiteX10" fmla="*/ 96922 w 230063"/>
                <a:gd name="connsiteY10" fmla="*/ 286827 h 286826"/>
                <a:gd name="connsiteX11" fmla="*/ 161122 w 230063"/>
                <a:gd name="connsiteY11" fmla="*/ 261760 h 286826"/>
                <a:gd name="connsiteX12" fmla="*/ 161122 w 230063"/>
                <a:gd name="connsiteY12" fmla="*/ 281006 h 286826"/>
                <a:gd name="connsiteX13" fmla="*/ 229985 w 230063"/>
                <a:gd name="connsiteY13" fmla="*/ 281006 h 286826"/>
                <a:gd name="connsiteX14" fmla="*/ 109202 w 230063"/>
                <a:gd name="connsiteY14" fmla="*/ 227382 h 286826"/>
                <a:gd name="connsiteX15" fmla="*/ 70107 w 230063"/>
                <a:gd name="connsiteY15" fmla="*/ 189511 h 286826"/>
                <a:gd name="connsiteX16" fmla="*/ 115032 w 230063"/>
                <a:gd name="connsiteY16" fmla="*/ 153968 h 286826"/>
                <a:gd name="connsiteX17" fmla="*/ 161122 w 230063"/>
                <a:gd name="connsiteY17" fmla="*/ 165608 h 286826"/>
                <a:gd name="connsiteX18" fmla="*/ 161122 w 230063"/>
                <a:gd name="connsiteY18" fmla="*/ 200608 h 286826"/>
                <a:gd name="connsiteX19" fmla="*/ 109125 w 230063"/>
                <a:gd name="connsiteY19" fmla="*/ 22745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0063" h="286826">
                  <a:moveTo>
                    <a:pt x="230063" y="281006"/>
                  </a:moveTo>
                  <a:lnTo>
                    <a:pt x="230063" y="96230"/>
                  </a:lnTo>
                  <a:cubicBezTo>
                    <a:pt x="230063" y="33836"/>
                    <a:pt x="187470" y="0"/>
                    <a:pt x="117985" y="0"/>
                  </a:cubicBezTo>
                  <a:cubicBezTo>
                    <a:pt x="81222" y="0"/>
                    <a:pt x="52619" y="9313"/>
                    <a:pt x="22773" y="28015"/>
                  </a:cubicBezTo>
                  <a:lnTo>
                    <a:pt x="50210" y="76984"/>
                  </a:lnTo>
                  <a:cubicBezTo>
                    <a:pt x="71817" y="64179"/>
                    <a:pt x="92258" y="58902"/>
                    <a:pt x="113866" y="58902"/>
                  </a:cubicBezTo>
                  <a:cubicBezTo>
                    <a:pt x="144256" y="58902"/>
                    <a:pt x="161122" y="69379"/>
                    <a:pt x="161122" y="95066"/>
                  </a:cubicBezTo>
                  <a:lnTo>
                    <a:pt x="161122" y="109655"/>
                  </a:lnTo>
                  <a:cubicBezTo>
                    <a:pt x="143012" y="100886"/>
                    <a:pt x="124902" y="98558"/>
                    <a:pt x="107415" y="98558"/>
                  </a:cubicBezTo>
                  <a:cubicBezTo>
                    <a:pt x="41427" y="98558"/>
                    <a:pt x="0" y="131229"/>
                    <a:pt x="0" y="191218"/>
                  </a:cubicBezTo>
                  <a:cubicBezTo>
                    <a:pt x="0" y="251206"/>
                    <a:pt x="42593" y="286827"/>
                    <a:pt x="96922" y="286827"/>
                  </a:cubicBezTo>
                  <a:cubicBezTo>
                    <a:pt x="123814" y="286827"/>
                    <a:pt x="144800" y="278057"/>
                    <a:pt x="161122" y="261760"/>
                  </a:cubicBezTo>
                  <a:lnTo>
                    <a:pt x="161122" y="281006"/>
                  </a:lnTo>
                  <a:lnTo>
                    <a:pt x="229985" y="281006"/>
                  </a:lnTo>
                  <a:close/>
                  <a:moveTo>
                    <a:pt x="109202" y="227382"/>
                  </a:moveTo>
                  <a:cubicBezTo>
                    <a:pt x="83476" y="227382"/>
                    <a:pt x="70107" y="210464"/>
                    <a:pt x="70107" y="189511"/>
                  </a:cubicBezTo>
                  <a:cubicBezTo>
                    <a:pt x="70107" y="167393"/>
                    <a:pt x="84719" y="153968"/>
                    <a:pt x="115032" y="153968"/>
                  </a:cubicBezTo>
                  <a:cubicBezTo>
                    <a:pt x="129022" y="153968"/>
                    <a:pt x="147132" y="156917"/>
                    <a:pt x="161122" y="165608"/>
                  </a:cubicBezTo>
                  <a:lnTo>
                    <a:pt x="161122" y="200608"/>
                  </a:lnTo>
                  <a:cubicBezTo>
                    <a:pt x="145966" y="222725"/>
                    <a:pt x="122571" y="227459"/>
                    <a:pt x="109125" y="22745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A69400A6-2DDE-2D90-0D97-828D2AB50B8E}"/>
                </a:ext>
              </a:extLst>
            </p:cNvPr>
            <p:cNvSpPr/>
            <p:nvPr/>
          </p:nvSpPr>
          <p:spPr bwMode="invGray">
            <a:xfrm>
              <a:off x="1340728" y="4260755"/>
              <a:ext cx="284392" cy="378322"/>
            </a:xfrm>
            <a:custGeom>
              <a:avLst/>
              <a:gdLst>
                <a:gd name="connsiteX0" fmla="*/ 144800 w 284392"/>
                <a:gd name="connsiteY0" fmla="*/ 308944 h 378322"/>
                <a:gd name="connsiteX1" fmla="*/ 51376 w 284392"/>
                <a:gd name="connsiteY1" fmla="*/ 266960 h 378322"/>
                <a:gd name="connsiteX2" fmla="*/ 0 w 284392"/>
                <a:gd name="connsiteY2" fmla="*/ 312436 h 378322"/>
                <a:gd name="connsiteX3" fmla="*/ 146587 w 284392"/>
                <a:gd name="connsiteY3" fmla="*/ 378322 h 378322"/>
                <a:gd name="connsiteX4" fmla="*/ 284392 w 284392"/>
                <a:gd name="connsiteY4" fmla="*/ 262304 h 378322"/>
                <a:gd name="connsiteX5" fmla="*/ 251126 w 284392"/>
                <a:gd name="connsiteY5" fmla="*/ 185941 h 378322"/>
                <a:gd name="connsiteX6" fmla="*/ 161821 w 284392"/>
                <a:gd name="connsiteY6" fmla="*/ 149234 h 378322"/>
                <a:gd name="connsiteX7" fmla="*/ 102829 w 284392"/>
                <a:gd name="connsiteY7" fmla="*/ 129988 h 378322"/>
                <a:gd name="connsiteX8" fmla="*/ 87673 w 284392"/>
                <a:gd name="connsiteY8" fmla="*/ 104922 h 378322"/>
                <a:gd name="connsiteX9" fmla="*/ 141380 w 284392"/>
                <a:gd name="connsiteY9" fmla="*/ 69379 h 378322"/>
                <a:gd name="connsiteX10" fmla="*/ 224856 w 284392"/>
                <a:gd name="connsiteY10" fmla="*/ 106706 h 378322"/>
                <a:gd name="connsiteX11" fmla="*/ 276231 w 284392"/>
                <a:gd name="connsiteY11" fmla="*/ 56574 h 378322"/>
                <a:gd name="connsiteX12" fmla="*/ 146043 w 284392"/>
                <a:gd name="connsiteY12" fmla="*/ 0 h 378322"/>
                <a:gd name="connsiteX13" fmla="*/ 14068 w 284392"/>
                <a:gd name="connsiteY13" fmla="*/ 109035 h 378322"/>
                <a:gd name="connsiteX14" fmla="*/ 45624 w 284392"/>
                <a:gd name="connsiteY14" fmla="*/ 182526 h 378322"/>
                <a:gd name="connsiteX15" fmla="*/ 129100 w 284392"/>
                <a:gd name="connsiteY15" fmla="*/ 216362 h 378322"/>
                <a:gd name="connsiteX16" fmla="*/ 188636 w 284392"/>
                <a:gd name="connsiteY16" fmla="*/ 234444 h 378322"/>
                <a:gd name="connsiteX17" fmla="*/ 210243 w 284392"/>
                <a:gd name="connsiteY17" fmla="*/ 264166 h 378322"/>
                <a:gd name="connsiteX18" fmla="*/ 144878 w 284392"/>
                <a:gd name="connsiteY18" fmla="*/ 309022 h 378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84392" h="378322">
                  <a:moveTo>
                    <a:pt x="144800" y="308944"/>
                  </a:moveTo>
                  <a:cubicBezTo>
                    <a:pt x="109746" y="308944"/>
                    <a:pt x="75315" y="295518"/>
                    <a:pt x="51376" y="266960"/>
                  </a:cubicBezTo>
                  <a:lnTo>
                    <a:pt x="0" y="312436"/>
                  </a:lnTo>
                  <a:cubicBezTo>
                    <a:pt x="33266" y="361405"/>
                    <a:pt x="92802" y="378322"/>
                    <a:pt x="146587" y="378322"/>
                  </a:cubicBezTo>
                  <a:cubicBezTo>
                    <a:pt x="221358" y="378322"/>
                    <a:pt x="284392" y="345108"/>
                    <a:pt x="284392" y="262304"/>
                  </a:cubicBezTo>
                  <a:cubicBezTo>
                    <a:pt x="284392" y="227925"/>
                    <a:pt x="273278" y="204023"/>
                    <a:pt x="251126" y="185941"/>
                  </a:cubicBezTo>
                  <a:cubicBezTo>
                    <a:pt x="226021" y="165531"/>
                    <a:pt x="195087" y="157925"/>
                    <a:pt x="161821" y="149234"/>
                  </a:cubicBezTo>
                  <a:cubicBezTo>
                    <a:pt x="133763" y="142249"/>
                    <a:pt x="115731" y="136972"/>
                    <a:pt x="102829" y="129988"/>
                  </a:cubicBezTo>
                  <a:cubicBezTo>
                    <a:pt x="91714" y="123547"/>
                    <a:pt x="87673" y="116019"/>
                    <a:pt x="87673" y="104922"/>
                  </a:cubicBezTo>
                  <a:cubicBezTo>
                    <a:pt x="87673" y="79234"/>
                    <a:pt x="110446" y="69379"/>
                    <a:pt x="141380" y="69379"/>
                  </a:cubicBezTo>
                  <a:cubicBezTo>
                    <a:pt x="177599" y="69379"/>
                    <a:pt x="200917" y="82804"/>
                    <a:pt x="224856" y="106706"/>
                  </a:cubicBezTo>
                  <a:lnTo>
                    <a:pt x="276231" y="56574"/>
                  </a:lnTo>
                  <a:cubicBezTo>
                    <a:pt x="243509" y="23359"/>
                    <a:pt x="202626" y="0"/>
                    <a:pt x="146043" y="0"/>
                  </a:cubicBezTo>
                  <a:cubicBezTo>
                    <a:pt x="80678" y="0"/>
                    <a:pt x="14068" y="31508"/>
                    <a:pt x="14068" y="109035"/>
                  </a:cubicBezTo>
                  <a:cubicBezTo>
                    <a:pt x="14068" y="134101"/>
                    <a:pt x="21063" y="162659"/>
                    <a:pt x="45624" y="182526"/>
                  </a:cubicBezTo>
                  <a:cubicBezTo>
                    <a:pt x="70185" y="202315"/>
                    <a:pt x="109824" y="211706"/>
                    <a:pt x="129100" y="216362"/>
                  </a:cubicBezTo>
                  <a:cubicBezTo>
                    <a:pt x="160034" y="223967"/>
                    <a:pt x="175812" y="228002"/>
                    <a:pt x="188636" y="234444"/>
                  </a:cubicBezTo>
                  <a:cubicBezTo>
                    <a:pt x="206124" y="243213"/>
                    <a:pt x="210243" y="253689"/>
                    <a:pt x="210243" y="264166"/>
                  </a:cubicBezTo>
                  <a:cubicBezTo>
                    <a:pt x="210243" y="290397"/>
                    <a:pt x="186304" y="309022"/>
                    <a:pt x="144878" y="309022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BD05E40E-CC0C-8403-07FC-953FB934376A}"/>
                </a:ext>
              </a:extLst>
            </p:cNvPr>
            <p:cNvSpPr/>
            <p:nvPr/>
          </p:nvSpPr>
          <p:spPr bwMode="invGray">
            <a:xfrm>
              <a:off x="4818877" y="4352329"/>
              <a:ext cx="177521" cy="281006"/>
            </a:xfrm>
            <a:custGeom>
              <a:avLst/>
              <a:gdLst>
                <a:gd name="connsiteX0" fmla="*/ 68864 w 177521"/>
                <a:gd name="connsiteY0" fmla="*/ 131074 h 281006"/>
                <a:gd name="connsiteX1" fmla="*/ 109669 w 177521"/>
                <a:gd name="connsiteY1" fmla="*/ 70465 h 281006"/>
                <a:gd name="connsiteX2" fmla="*/ 149386 w 177521"/>
                <a:gd name="connsiteY2" fmla="*/ 87383 h 281006"/>
                <a:gd name="connsiteX3" fmla="*/ 177522 w 177521"/>
                <a:gd name="connsiteY3" fmla="*/ 18625 h 281006"/>
                <a:gd name="connsiteX4" fmla="*/ 126690 w 177521"/>
                <a:gd name="connsiteY4" fmla="*/ 0 h 281006"/>
                <a:gd name="connsiteX5" fmla="*/ 68864 w 177521"/>
                <a:gd name="connsiteY5" fmla="*/ 25066 h 281006"/>
                <a:gd name="connsiteX6" fmla="*/ 68864 w 177521"/>
                <a:gd name="connsiteY6" fmla="*/ 5820 h 281006"/>
                <a:gd name="connsiteX7" fmla="*/ 0 w 177521"/>
                <a:gd name="connsiteY7" fmla="*/ 5820 h 281006"/>
                <a:gd name="connsiteX8" fmla="*/ 0 w 177521"/>
                <a:gd name="connsiteY8" fmla="*/ 281006 h 281006"/>
                <a:gd name="connsiteX9" fmla="*/ 68864 w 177521"/>
                <a:gd name="connsiteY9" fmla="*/ 281006 h 281006"/>
                <a:gd name="connsiteX10" fmla="*/ 68864 w 177521"/>
                <a:gd name="connsiteY10" fmla="*/ 131152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7521" h="281006">
                  <a:moveTo>
                    <a:pt x="68864" y="131074"/>
                  </a:moveTo>
                  <a:cubicBezTo>
                    <a:pt x="68864" y="97859"/>
                    <a:pt x="76947" y="70465"/>
                    <a:pt x="109669" y="70465"/>
                  </a:cubicBezTo>
                  <a:cubicBezTo>
                    <a:pt x="126612" y="70465"/>
                    <a:pt x="138893" y="77449"/>
                    <a:pt x="149386" y="87383"/>
                  </a:cubicBezTo>
                  <a:lnTo>
                    <a:pt x="177522" y="18625"/>
                  </a:lnTo>
                  <a:cubicBezTo>
                    <a:pt x="162910" y="5820"/>
                    <a:pt x="145966" y="0"/>
                    <a:pt x="126690" y="0"/>
                  </a:cubicBezTo>
                  <a:cubicBezTo>
                    <a:pt x="104539" y="0"/>
                    <a:pt x="84642" y="9312"/>
                    <a:pt x="68864" y="25066"/>
                  </a:cubicBezTo>
                  <a:lnTo>
                    <a:pt x="68864" y="5820"/>
                  </a:lnTo>
                  <a:lnTo>
                    <a:pt x="0" y="5820"/>
                  </a:lnTo>
                  <a:lnTo>
                    <a:pt x="0" y="281006"/>
                  </a:lnTo>
                  <a:lnTo>
                    <a:pt x="68864" y="281006"/>
                  </a:lnTo>
                  <a:lnTo>
                    <a:pt x="68864" y="131152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44028475-800F-138E-6BED-92AAA4A08A8F}"/>
                </a:ext>
              </a:extLst>
            </p:cNvPr>
            <p:cNvSpPr/>
            <p:nvPr/>
          </p:nvSpPr>
          <p:spPr bwMode="invGray">
            <a:xfrm>
              <a:off x="5810324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0FD0C35F-ED4C-2269-A179-20B2DE246987}"/>
                </a:ext>
              </a:extLst>
            </p:cNvPr>
            <p:cNvSpPr/>
            <p:nvPr/>
          </p:nvSpPr>
          <p:spPr bwMode="invGray">
            <a:xfrm>
              <a:off x="5379966" y="4358382"/>
              <a:ext cx="398257" cy="275185"/>
            </a:xfrm>
            <a:custGeom>
              <a:avLst/>
              <a:gdLst>
                <a:gd name="connsiteX0" fmla="*/ 279107 w 398257"/>
                <a:gd name="connsiteY0" fmla="*/ 159710 h 275185"/>
                <a:gd name="connsiteX1" fmla="*/ 232395 w 398257"/>
                <a:gd name="connsiteY1" fmla="*/ 0 h 275185"/>
                <a:gd name="connsiteX2" fmla="*/ 167651 w 398257"/>
                <a:gd name="connsiteY2" fmla="*/ 0 h 275185"/>
                <a:gd name="connsiteX3" fmla="*/ 120939 w 398257"/>
                <a:gd name="connsiteY3" fmla="*/ 159710 h 275185"/>
                <a:gd name="connsiteX4" fmla="*/ 79434 w 398257"/>
                <a:gd name="connsiteY4" fmla="*/ 0 h 275185"/>
                <a:gd name="connsiteX5" fmla="*/ 0 w 398257"/>
                <a:gd name="connsiteY5" fmla="*/ 0 h 275185"/>
                <a:gd name="connsiteX6" fmla="*/ 86429 w 398257"/>
                <a:gd name="connsiteY6" fmla="*/ 275186 h 275185"/>
                <a:gd name="connsiteX7" fmla="*/ 151873 w 398257"/>
                <a:gd name="connsiteY7" fmla="*/ 275186 h 275185"/>
                <a:gd name="connsiteX8" fmla="*/ 199129 w 398257"/>
                <a:gd name="connsiteY8" fmla="*/ 107870 h 275185"/>
                <a:gd name="connsiteX9" fmla="*/ 245841 w 398257"/>
                <a:gd name="connsiteY9" fmla="*/ 275186 h 275185"/>
                <a:gd name="connsiteX10" fmla="*/ 311285 w 398257"/>
                <a:gd name="connsiteY10" fmla="*/ 275186 h 275185"/>
                <a:gd name="connsiteX11" fmla="*/ 398258 w 398257"/>
                <a:gd name="connsiteY11" fmla="*/ 0 h 275185"/>
                <a:gd name="connsiteX12" fmla="*/ 321156 w 398257"/>
                <a:gd name="connsiteY12" fmla="*/ 0 h 275185"/>
                <a:gd name="connsiteX13" fmla="*/ 279107 w 398257"/>
                <a:gd name="connsiteY13" fmla="*/ 159710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8257" h="275185">
                  <a:moveTo>
                    <a:pt x="279107" y="159710"/>
                  </a:moveTo>
                  <a:lnTo>
                    <a:pt x="232395" y="0"/>
                  </a:lnTo>
                  <a:lnTo>
                    <a:pt x="167651" y="0"/>
                  </a:lnTo>
                  <a:lnTo>
                    <a:pt x="120939" y="159710"/>
                  </a:lnTo>
                  <a:lnTo>
                    <a:pt x="79434" y="0"/>
                  </a:lnTo>
                  <a:lnTo>
                    <a:pt x="0" y="0"/>
                  </a:lnTo>
                  <a:lnTo>
                    <a:pt x="86429" y="275186"/>
                  </a:lnTo>
                  <a:lnTo>
                    <a:pt x="151873" y="275186"/>
                  </a:lnTo>
                  <a:lnTo>
                    <a:pt x="199129" y="107870"/>
                  </a:lnTo>
                  <a:lnTo>
                    <a:pt x="245841" y="275186"/>
                  </a:lnTo>
                  <a:lnTo>
                    <a:pt x="311285" y="275186"/>
                  </a:lnTo>
                  <a:lnTo>
                    <a:pt x="398258" y="0"/>
                  </a:lnTo>
                  <a:lnTo>
                    <a:pt x="321156" y="0"/>
                  </a:lnTo>
                  <a:lnTo>
                    <a:pt x="279107" y="15971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0">
              <a:extLst>
                <a:ext uri="{FF2B5EF4-FFF2-40B4-BE49-F238E27FC236}">
                  <a16:creationId xmlns:a16="http://schemas.microsoft.com/office/drawing/2014/main" id="{E1CA9C54-174B-FE34-32B9-17CD5A3798DB}"/>
                </a:ext>
              </a:extLst>
            </p:cNvPr>
            <p:cNvSpPr/>
            <p:nvPr/>
          </p:nvSpPr>
          <p:spPr bwMode="invGray">
            <a:xfrm>
              <a:off x="5815609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1562F6C2-447A-CCDA-B01E-629D81747546}"/>
                </a:ext>
              </a:extLst>
            </p:cNvPr>
            <p:cNvSpPr/>
            <p:nvPr/>
          </p:nvSpPr>
          <p:spPr bwMode="invGray">
            <a:xfrm>
              <a:off x="6582279" y="4352561"/>
              <a:ext cx="240555" cy="286904"/>
            </a:xfrm>
            <a:custGeom>
              <a:avLst/>
              <a:gdLst>
                <a:gd name="connsiteX0" fmla="*/ 131975 w 240555"/>
                <a:gd name="connsiteY0" fmla="*/ 218069 h 286904"/>
                <a:gd name="connsiteX1" fmla="*/ 73605 w 240555"/>
                <a:gd name="connsiteY1" fmla="*/ 142870 h 286904"/>
                <a:gd name="connsiteX2" fmla="*/ 131431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5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5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5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1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19" y="0"/>
                    <a:pt x="131975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5" y="204721"/>
                    <a:pt x="157080" y="218146"/>
                    <a:pt x="131975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2">
              <a:extLst>
                <a:ext uri="{FF2B5EF4-FFF2-40B4-BE49-F238E27FC236}">
                  <a16:creationId xmlns:a16="http://schemas.microsoft.com/office/drawing/2014/main" id="{377CA482-232C-065F-EB80-65368180D5D4}"/>
                </a:ext>
              </a:extLst>
            </p:cNvPr>
            <p:cNvSpPr/>
            <p:nvPr/>
          </p:nvSpPr>
          <p:spPr bwMode="invGray">
            <a:xfrm>
              <a:off x="7751870" y="4251132"/>
              <a:ext cx="247007" cy="388255"/>
            </a:xfrm>
            <a:custGeom>
              <a:avLst/>
              <a:gdLst>
                <a:gd name="connsiteX0" fmla="*/ 175734 w 247007"/>
                <a:gd name="connsiteY0" fmla="*/ 123547 h 388255"/>
                <a:gd name="connsiteX1" fmla="*/ 111534 w 247007"/>
                <a:gd name="connsiteY1" fmla="*/ 101429 h 388255"/>
                <a:gd name="connsiteX2" fmla="*/ 0 w 247007"/>
                <a:gd name="connsiteY2" fmla="*/ 242514 h 388255"/>
                <a:gd name="connsiteX3" fmla="*/ 113244 w 247007"/>
                <a:gd name="connsiteY3" fmla="*/ 388256 h 388255"/>
                <a:gd name="connsiteX4" fmla="*/ 175734 w 247007"/>
                <a:gd name="connsiteY4" fmla="*/ 364354 h 388255"/>
                <a:gd name="connsiteX5" fmla="*/ 175734 w 247007"/>
                <a:gd name="connsiteY5" fmla="*/ 382436 h 388255"/>
                <a:gd name="connsiteX6" fmla="*/ 247007 w 247007"/>
                <a:gd name="connsiteY6" fmla="*/ 382436 h 388255"/>
                <a:gd name="connsiteX7" fmla="*/ 247007 w 247007"/>
                <a:gd name="connsiteY7" fmla="*/ 0 h 388255"/>
                <a:gd name="connsiteX8" fmla="*/ 175734 w 247007"/>
                <a:gd name="connsiteY8" fmla="*/ 35543 h 388255"/>
                <a:gd name="connsiteX9" fmla="*/ 175734 w 247007"/>
                <a:gd name="connsiteY9" fmla="*/ 123547 h 388255"/>
                <a:gd name="connsiteX10" fmla="*/ 175734 w 247007"/>
                <a:gd name="connsiteY10" fmla="*/ 297303 h 388255"/>
                <a:gd name="connsiteX11" fmla="*/ 127856 w 247007"/>
                <a:gd name="connsiteY11" fmla="*/ 321206 h 388255"/>
                <a:gd name="connsiteX12" fmla="*/ 74693 w 247007"/>
                <a:gd name="connsiteY12" fmla="*/ 240186 h 388255"/>
                <a:gd name="connsiteX13" fmla="*/ 126069 w 247007"/>
                <a:gd name="connsiteY13" fmla="*/ 168480 h 388255"/>
                <a:gd name="connsiteX14" fmla="*/ 175734 w 247007"/>
                <a:gd name="connsiteY14" fmla="*/ 192382 h 388255"/>
                <a:gd name="connsiteX15" fmla="*/ 175734 w 247007"/>
                <a:gd name="connsiteY15" fmla="*/ 297303 h 388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7007" h="388255">
                  <a:moveTo>
                    <a:pt x="175734" y="123547"/>
                  </a:moveTo>
                  <a:cubicBezTo>
                    <a:pt x="158246" y="107793"/>
                    <a:pt x="135473" y="101429"/>
                    <a:pt x="111534" y="101429"/>
                  </a:cubicBezTo>
                  <a:cubicBezTo>
                    <a:pt x="39717" y="101429"/>
                    <a:pt x="0" y="159167"/>
                    <a:pt x="0" y="242514"/>
                  </a:cubicBezTo>
                  <a:cubicBezTo>
                    <a:pt x="0" y="319498"/>
                    <a:pt x="33888" y="388256"/>
                    <a:pt x="113244" y="388256"/>
                  </a:cubicBezTo>
                  <a:cubicBezTo>
                    <a:pt x="138349" y="388256"/>
                    <a:pt x="152339" y="381271"/>
                    <a:pt x="175734" y="364354"/>
                  </a:cubicBezTo>
                  <a:lnTo>
                    <a:pt x="175734" y="382436"/>
                  </a:lnTo>
                  <a:lnTo>
                    <a:pt x="247007" y="382436"/>
                  </a:lnTo>
                  <a:lnTo>
                    <a:pt x="247007" y="0"/>
                  </a:lnTo>
                  <a:lnTo>
                    <a:pt x="175734" y="35543"/>
                  </a:lnTo>
                  <a:lnTo>
                    <a:pt x="175734" y="123547"/>
                  </a:lnTo>
                  <a:close/>
                  <a:moveTo>
                    <a:pt x="175734" y="297303"/>
                  </a:moveTo>
                  <a:cubicBezTo>
                    <a:pt x="161744" y="312436"/>
                    <a:pt x="147676" y="321206"/>
                    <a:pt x="127856" y="321206"/>
                  </a:cubicBezTo>
                  <a:cubicBezTo>
                    <a:pt x="87595" y="321206"/>
                    <a:pt x="74693" y="284499"/>
                    <a:pt x="74693" y="240186"/>
                  </a:cubicBezTo>
                  <a:cubicBezTo>
                    <a:pt x="74693" y="201151"/>
                    <a:pt x="84642" y="168480"/>
                    <a:pt x="126069" y="168480"/>
                  </a:cubicBezTo>
                  <a:cubicBezTo>
                    <a:pt x="145888" y="168480"/>
                    <a:pt x="160500" y="176085"/>
                    <a:pt x="175734" y="192382"/>
                  </a:cubicBezTo>
                  <a:lnTo>
                    <a:pt x="175734" y="297303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3">
              <a:extLst>
                <a:ext uri="{FF2B5EF4-FFF2-40B4-BE49-F238E27FC236}">
                  <a16:creationId xmlns:a16="http://schemas.microsoft.com/office/drawing/2014/main" id="{71D81180-770A-FC1C-BE8B-4E83D124F149}"/>
                </a:ext>
              </a:extLst>
            </p:cNvPr>
            <p:cNvSpPr/>
            <p:nvPr/>
          </p:nvSpPr>
          <p:spPr bwMode="invGray">
            <a:xfrm>
              <a:off x="8325162" y="4352561"/>
              <a:ext cx="237757" cy="281083"/>
            </a:xfrm>
            <a:custGeom>
              <a:avLst/>
              <a:gdLst>
                <a:gd name="connsiteX0" fmla="*/ 138426 w 237757"/>
                <a:gd name="connsiteY0" fmla="*/ 0 h 281083"/>
                <a:gd name="connsiteX1" fmla="*/ 71273 w 237757"/>
                <a:gd name="connsiteY1" fmla="*/ 24523 h 281083"/>
                <a:gd name="connsiteX2" fmla="*/ 71273 w 237757"/>
                <a:gd name="connsiteY2" fmla="*/ 5898 h 281083"/>
                <a:gd name="connsiteX3" fmla="*/ 0 w 237757"/>
                <a:gd name="connsiteY3" fmla="*/ 5898 h 281083"/>
                <a:gd name="connsiteX4" fmla="*/ 0 w 237757"/>
                <a:gd name="connsiteY4" fmla="*/ 281084 h 281083"/>
                <a:gd name="connsiteX5" fmla="*/ 71273 w 237757"/>
                <a:gd name="connsiteY5" fmla="*/ 281084 h 281083"/>
                <a:gd name="connsiteX6" fmla="*/ 71273 w 237757"/>
                <a:gd name="connsiteY6" fmla="*/ 129522 h 281083"/>
                <a:gd name="connsiteX7" fmla="*/ 119151 w 237757"/>
                <a:gd name="connsiteY7" fmla="*/ 67128 h 281083"/>
                <a:gd name="connsiteX8" fmla="*/ 166485 w 237757"/>
                <a:gd name="connsiteY8" fmla="*/ 131229 h 281083"/>
                <a:gd name="connsiteX9" fmla="*/ 166485 w 237757"/>
                <a:gd name="connsiteY9" fmla="*/ 281084 h 281083"/>
                <a:gd name="connsiteX10" fmla="*/ 237758 w 237757"/>
                <a:gd name="connsiteY10" fmla="*/ 281084 h 281083"/>
                <a:gd name="connsiteX11" fmla="*/ 237758 w 237757"/>
                <a:gd name="connsiteY11" fmla="*/ 125409 h 281083"/>
                <a:gd name="connsiteX12" fmla="*/ 138504 w 237757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757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85" y="92815"/>
                    <a:pt x="166485" y="131229"/>
                  </a:cubicBezTo>
                  <a:lnTo>
                    <a:pt x="166485" y="281084"/>
                  </a:lnTo>
                  <a:lnTo>
                    <a:pt x="237758" y="281084"/>
                  </a:lnTo>
                  <a:lnTo>
                    <a:pt x="237758" y="125409"/>
                  </a:lnTo>
                  <a:cubicBezTo>
                    <a:pt x="237758" y="57816"/>
                    <a:pt x="213197" y="78"/>
                    <a:pt x="138504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4">
              <a:extLst>
                <a:ext uri="{FF2B5EF4-FFF2-40B4-BE49-F238E27FC236}">
                  <a16:creationId xmlns:a16="http://schemas.microsoft.com/office/drawing/2014/main" id="{B183709F-FF07-BB3D-CB5B-FE2B4C24ABC2}"/>
                </a:ext>
              </a:extLst>
            </p:cNvPr>
            <p:cNvSpPr/>
            <p:nvPr/>
          </p:nvSpPr>
          <p:spPr bwMode="invGray">
            <a:xfrm>
              <a:off x="8041469" y="4352561"/>
              <a:ext cx="238846" cy="286904"/>
            </a:xfrm>
            <a:custGeom>
              <a:avLst/>
              <a:gdLst>
                <a:gd name="connsiteX0" fmla="*/ 122027 w 238846"/>
                <a:gd name="connsiteY0" fmla="*/ 0 h 286904"/>
                <a:gd name="connsiteX1" fmla="*/ 0 w 238846"/>
                <a:gd name="connsiteY1" fmla="*/ 144034 h 286904"/>
                <a:gd name="connsiteX2" fmla="*/ 126690 w 238846"/>
                <a:gd name="connsiteY2" fmla="*/ 286904 h 286904"/>
                <a:gd name="connsiteX3" fmla="*/ 226566 w 238846"/>
                <a:gd name="connsiteY3" fmla="*/ 243213 h 286904"/>
                <a:gd name="connsiteX4" fmla="*/ 177522 w 238846"/>
                <a:gd name="connsiteY4" fmla="*/ 201850 h 286904"/>
                <a:gd name="connsiteX5" fmla="*/ 129644 w 238846"/>
                <a:gd name="connsiteY5" fmla="*/ 221095 h 286904"/>
                <a:gd name="connsiteX6" fmla="*/ 70651 w 238846"/>
                <a:gd name="connsiteY6" fmla="*/ 166850 h 286904"/>
                <a:gd name="connsiteX7" fmla="*/ 237680 w 238846"/>
                <a:gd name="connsiteY7" fmla="*/ 166850 h 286904"/>
                <a:gd name="connsiteX8" fmla="*/ 238846 w 238846"/>
                <a:gd name="connsiteY8" fmla="*/ 142948 h 286904"/>
                <a:gd name="connsiteX9" fmla="*/ 122027 w 238846"/>
                <a:gd name="connsiteY9" fmla="*/ 78 h 286904"/>
                <a:gd name="connsiteX10" fmla="*/ 71817 w 238846"/>
                <a:gd name="connsiteY10" fmla="*/ 113070 h 286904"/>
                <a:gd name="connsiteX11" fmla="*/ 119695 w 238846"/>
                <a:gd name="connsiteY11" fmla="*/ 61152 h 286904"/>
                <a:gd name="connsiteX12" fmla="*/ 169905 w 238846"/>
                <a:gd name="connsiteY12" fmla="*/ 113070 h 286904"/>
                <a:gd name="connsiteX13" fmla="*/ 71817 w 238846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6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2" y="215818"/>
                    <a:pt x="147131" y="221095"/>
                    <a:pt x="129644" y="221095"/>
                  </a:cubicBezTo>
                  <a:cubicBezTo>
                    <a:pt x="99876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6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5">
              <a:extLst>
                <a:ext uri="{FF2B5EF4-FFF2-40B4-BE49-F238E27FC236}">
                  <a16:creationId xmlns:a16="http://schemas.microsoft.com/office/drawing/2014/main" id="{BE2DF3A5-C9A8-A1DE-1575-78EEBDAF5383}"/>
                </a:ext>
              </a:extLst>
            </p:cNvPr>
            <p:cNvSpPr/>
            <p:nvPr/>
          </p:nvSpPr>
          <p:spPr bwMode="invGray">
            <a:xfrm>
              <a:off x="8867054" y="4352561"/>
              <a:ext cx="238845" cy="286904"/>
            </a:xfrm>
            <a:custGeom>
              <a:avLst/>
              <a:gdLst>
                <a:gd name="connsiteX0" fmla="*/ 122026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1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6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6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1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4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6" y="78"/>
                  </a:cubicBezTo>
                  <a:close/>
                  <a:moveTo>
                    <a:pt x="71817" y="113070"/>
                  </a:moveTo>
                  <a:cubicBezTo>
                    <a:pt x="73604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6">
              <a:extLst>
                <a:ext uri="{FF2B5EF4-FFF2-40B4-BE49-F238E27FC236}">
                  <a16:creationId xmlns:a16="http://schemas.microsoft.com/office/drawing/2014/main" id="{A0917C4C-FDEB-3004-6D54-D7F2A86836EE}"/>
                </a:ext>
              </a:extLst>
            </p:cNvPr>
            <p:cNvSpPr/>
            <p:nvPr/>
          </p:nvSpPr>
          <p:spPr bwMode="invGray">
            <a:xfrm>
              <a:off x="4999974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37">
              <a:extLst>
                <a:ext uri="{FF2B5EF4-FFF2-40B4-BE49-F238E27FC236}">
                  <a16:creationId xmlns:a16="http://schemas.microsoft.com/office/drawing/2014/main" id="{586C3F5A-51D5-5229-0BF9-9BEA5AB400CD}"/>
                </a:ext>
              </a:extLst>
            </p:cNvPr>
            <p:cNvSpPr/>
            <p:nvPr/>
          </p:nvSpPr>
          <p:spPr bwMode="invGray">
            <a:xfrm>
              <a:off x="3424508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38">
              <a:extLst>
                <a:ext uri="{FF2B5EF4-FFF2-40B4-BE49-F238E27FC236}">
                  <a16:creationId xmlns:a16="http://schemas.microsoft.com/office/drawing/2014/main" id="{0AD3B514-E6E8-DF6F-CEA5-3D1F132494A7}"/>
                </a:ext>
              </a:extLst>
            </p:cNvPr>
            <p:cNvSpPr/>
            <p:nvPr/>
          </p:nvSpPr>
          <p:spPr bwMode="invGray">
            <a:xfrm>
              <a:off x="2512417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6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1" y="215818"/>
                    <a:pt x="147132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39">
              <a:extLst>
                <a:ext uri="{FF2B5EF4-FFF2-40B4-BE49-F238E27FC236}">
                  <a16:creationId xmlns:a16="http://schemas.microsoft.com/office/drawing/2014/main" id="{C7C41C64-6FAF-6FDB-B578-BAD9539EE4FD}"/>
                </a:ext>
              </a:extLst>
            </p:cNvPr>
            <p:cNvSpPr/>
            <p:nvPr/>
          </p:nvSpPr>
          <p:spPr bwMode="invGray">
            <a:xfrm>
              <a:off x="4536739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0">
              <a:extLst>
                <a:ext uri="{FF2B5EF4-FFF2-40B4-BE49-F238E27FC236}">
                  <a16:creationId xmlns:a16="http://schemas.microsoft.com/office/drawing/2014/main" id="{386D9BA5-DBB8-188C-90FE-7CEFC3AE52B7}"/>
                </a:ext>
              </a:extLst>
            </p:cNvPr>
            <p:cNvSpPr/>
            <p:nvPr/>
          </p:nvSpPr>
          <p:spPr bwMode="invGray">
            <a:xfrm>
              <a:off x="4026014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1">
              <a:extLst>
                <a:ext uri="{FF2B5EF4-FFF2-40B4-BE49-F238E27FC236}">
                  <a16:creationId xmlns:a16="http://schemas.microsoft.com/office/drawing/2014/main" id="{D82AFF45-D84F-87F5-2936-BEFD26D04927}"/>
                </a:ext>
              </a:extLst>
            </p:cNvPr>
            <p:cNvSpPr/>
            <p:nvPr/>
          </p:nvSpPr>
          <p:spPr bwMode="invGray">
            <a:xfrm>
              <a:off x="8604890" y="4352561"/>
              <a:ext cx="240555" cy="286904"/>
            </a:xfrm>
            <a:custGeom>
              <a:avLst/>
              <a:gdLst>
                <a:gd name="connsiteX0" fmla="*/ 131976 w 240555"/>
                <a:gd name="connsiteY0" fmla="*/ 218069 h 286904"/>
                <a:gd name="connsiteX1" fmla="*/ 73605 w 240555"/>
                <a:gd name="connsiteY1" fmla="*/ 142870 h 286904"/>
                <a:gd name="connsiteX2" fmla="*/ 131432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6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6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6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2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20" y="0"/>
                    <a:pt x="131976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6" y="204721"/>
                    <a:pt x="157080" y="218146"/>
                    <a:pt x="131976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2">
              <a:extLst>
                <a:ext uri="{FF2B5EF4-FFF2-40B4-BE49-F238E27FC236}">
                  <a16:creationId xmlns:a16="http://schemas.microsoft.com/office/drawing/2014/main" id="{9749B3AD-B18E-A317-9496-970930AD1E9E}"/>
                </a:ext>
              </a:extLst>
            </p:cNvPr>
            <p:cNvSpPr/>
            <p:nvPr/>
          </p:nvSpPr>
          <p:spPr bwMode="invGray">
            <a:xfrm>
              <a:off x="6846230" y="4352561"/>
              <a:ext cx="258043" cy="286826"/>
            </a:xfrm>
            <a:custGeom>
              <a:avLst/>
              <a:gdLst>
                <a:gd name="connsiteX0" fmla="*/ 129022 w 258043"/>
                <a:gd name="connsiteY0" fmla="*/ 0 h 286826"/>
                <a:gd name="connsiteX1" fmla="*/ 0 w 258043"/>
                <a:gd name="connsiteY1" fmla="*/ 143413 h 286826"/>
                <a:gd name="connsiteX2" fmla="*/ 129022 w 258043"/>
                <a:gd name="connsiteY2" fmla="*/ 286827 h 286826"/>
                <a:gd name="connsiteX3" fmla="*/ 258043 w 258043"/>
                <a:gd name="connsiteY3" fmla="*/ 143413 h 286826"/>
                <a:gd name="connsiteX4" fmla="*/ 129022 w 258043"/>
                <a:gd name="connsiteY4" fmla="*/ 0 h 286826"/>
                <a:gd name="connsiteX5" fmla="*/ 129022 w 258043"/>
                <a:gd name="connsiteY5" fmla="*/ 218069 h 286826"/>
                <a:gd name="connsiteX6" fmla="*/ 73527 w 258043"/>
                <a:gd name="connsiteY6" fmla="*/ 143413 h 286826"/>
                <a:gd name="connsiteX7" fmla="*/ 129022 w 258043"/>
                <a:gd name="connsiteY7" fmla="*/ 68215 h 286826"/>
                <a:gd name="connsiteX8" fmla="*/ 184517 w 258043"/>
                <a:gd name="connsiteY8" fmla="*/ 143413 h 286826"/>
                <a:gd name="connsiteX9" fmla="*/ 129022 w 258043"/>
                <a:gd name="connsiteY9" fmla="*/ 21806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8043" h="286826">
                  <a:moveTo>
                    <a:pt x="129022" y="0"/>
                  </a:moveTo>
                  <a:cubicBezTo>
                    <a:pt x="49588" y="0"/>
                    <a:pt x="0" y="62394"/>
                    <a:pt x="0" y="143413"/>
                  </a:cubicBezTo>
                  <a:cubicBezTo>
                    <a:pt x="0" y="228546"/>
                    <a:pt x="54329" y="286827"/>
                    <a:pt x="129022" y="286827"/>
                  </a:cubicBezTo>
                  <a:cubicBezTo>
                    <a:pt x="203714" y="286827"/>
                    <a:pt x="258043" y="228546"/>
                    <a:pt x="258043" y="143413"/>
                  </a:cubicBezTo>
                  <a:cubicBezTo>
                    <a:pt x="258043" y="58281"/>
                    <a:pt x="208378" y="0"/>
                    <a:pt x="129022" y="0"/>
                  </a:cubicBezTo>
                  <a:close/>
                  <a:moveTo>
                    <a:pt x="129022" y="218069"/>
                  </a:moveTo>
                  <a:cubicBezTo>
                    <a:pt x="83476" y="218069"/>
                    <a:pt x="73527" y="174378"/>
                    <a:pt x="73527" y="143413"/>
                  </a:cubicBezTo>
                  <a:cubicBezTo>
                    <a:pt x="73527" y="100886"/>
                    <a:pt x="91015" y="68215"/>
                    <a:pt x="129022" y="68215"/>
                  </a:cubicBezTo>
                  <a:cubicBezTo>
                    <a:pt x="167029" y="68215"/>
                    <a:pt x="184517" y="100886"/>
                    <a:pt x="184517" y="143413"/>
                  </a:cubicBezTo>
                  <a:cubicBezTo>
                    <a:pt x="184517" y="174300"/>
                    <a:pt x="174568" y="218069"/>
                    <a:pt x="129022" y="21806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3">
              <a:extLst>
                <a:ext uri="{FF2B5EF4-FFF2-40B4-BE49-F238E27FC236}">
                  <a16:creationId xmlns:a16="http://schemas.microsoft.com/office/drawing/2014/main" id="{8D532166-FC1E-3BB8-10BD-4760656F162B}"/>
                </a:ext>
              </a:extLst>
            </p:cNvPr>
            <p:cNvSpPr/>
            <p:nvPr/>
          </p:nvSpPr>
          <p:spPr bwMode="invGray">
            <a:xfrm>
              <a:off x="7419599" y="4252917"/>
              <a:ext cx="174646" cy="380573"/>
            </a:xfrm>
            <a:custGeom>
              <a:avLst/>
              <a:gdLst>
                <a:gd name="connsiteX0" fmla="*/ 38551 w 174646"/>
                <a:gd name="connsiteY0" fmla="*/ 72250 h 380573"/>
                <a:gd name="connsiteX1" fmla="*/ 38551 w 174646"/>
                <a:gd name="connsiteY1" fmla="*/ 105465 h 380573"/>
                <a:gd name="connsiteX2" fmla="*/ 0 w 174646"/>
                <a:gd name="connsiteY2" fmla="*/ 105465 h 380573"/>
                <a:gd name="connsiteX3" fmla="*/ 0 w 174646"/>
                <a:gd name="connsiteY3" fmla="*/ 171894 h 380573"/>
                <a:gd name="connsiteX4" fmla="*/ 38551 w 174646"/>
                <a:gd name="connsiteY4" fmla="*/ 171894 h 380573"/>
                <a:gd name="connsiteX5" fmla="*/ 38551 w 174646"/>
                <a:gd name="connsiteY5" fmla="*/ 380573 h 380573"/>
                <a:gd name="connsiteX6" fmla="*/ 109824 w 174646"/>
                <a:gd name="connsiteY6" fmla="*/ 380573 h 380573"/>
                <a:gd name="connsiteX7" fmla="*/ 109824 w 174646"/>
                <a:gd name="connsiteY7" fmla="*/ 171894 h 380573"/>
                <a:gd name="connsiteX8" fmla="*/ 168817 w 174646"/>
                <a:gd name="connsiteY8" fmla="*/ 171894 h 380573"/>
                <a:gd name="connsiteX9" fmla="*/ 168817 w 174646"/>
                <a:gd name="connsiteY9" fmla="*/ 105465 h 380573"/>
                <a:gd name="connsiteX10" fmla="*/ 109824 w 174646"/>
                <a:gd name="connsiteY10" fmla="*/ 105465 h 380573"/>
                <a:gd name="connsiteX11" fmla="*/ 109824 w 174646"/>
                <a:gd name="connsiteY11" fmla="*/ 83347 h 380573"/>
                <a:gd name="connsiteX12" fmla="*/ 139592 w 174646"/>
                <a:gd name="connsiteY12" fmla="*/ 59445 h 380573"/>
                <a:gd name="connsiteX13" fmla="*/ 174646 w 174646"/>
                <a:gd name="connsiteY13" fmla="*/ 64722 h 380573"/>
                <a:gd name="connsiteX14" fmla="*/ 174646 w 174646"/>
                <a:gd name="connsiteY14" fmla="*/ 7605 h 380573"/>
                <a:gd name="connsiteX15" fmla="*/ 122649 w 174646"/>
                <a:gd name="connsiteY15" fmla="*/ 0 h 380573"/>
                <a:gd name="connsiteX16" fmla="*/ 38551 w 174646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6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3" y="0"/>
                    <a:pt x="122649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4">
              <a:extLst>
                <a:ext uri="{FF2B5EF4-FFF2-40B4-BE49-F238E27FC236}">
                  <a16:creationId xmlns:a16="http://schemas.microsoft.com/office/drawing/2014/main" id="{728FB9B7-BC2A-E8EE-CC96-8056F0BB6D66}"/>
                </a:ext>
              </a:extLst>
            </p:cNvPr>
            <p:cNvSpPr/>
            <p:nvPr/>
          </p:nvSpPr>
          <p:spPr bwMode="invGray">
            <a:xfrm>
              <a:off x="3814838" y="4252917"/>
              <a:ext cx="174645" cy="380573"/>
            </a:xfrm>
            <a:custGeom>
              <a:avLst/>
              <a:gdLst>
                <a:gd name="connsiteX0" fmla="*/ 38551 w 174645"/>
                <a:gd name="connsiteY0" fmla="*/ 72250 h 380573"/>
                <a:gd name="connsiteX1" fmla="*/ 38551 w 174645"/>
                <a:gd name="connsiteY1" fmla="*/ 105465 h 380573"/>
                <a:gd name="connsiteX2" fmla="*/ 0 w 174645"/>
                <a:gd name="connsiteY2" fmla="*/ 105465 h 380573"/>
                <a:gd name="connsiteX3" fmla="*/ 0 w 174645"/>
                <a:gd name="connsiteY3" fmla="*/ 171894 h 380573"/>
                <a:gd name="connsiteX4" fmla="*/ 38551 w 174645"/>
                <a:gd name="connsiteY4" fmla="*/ 171894 h 380573"/>
                <a:gd name="connsiteX5" fmla="*/ 38551 w 174645"/>
                <a:gd name="connsiteY5" fmla="*/ 380573 h 380573"/>
                <a:gd name="connsiteX6" fmla="*/ 109824 w 174645"/>
                <a:gd name="connsiteY6" fmla="*/ 380573 h 380573"/>
                <a:gd name="connsiteX7" fmla="*/ 109824 w 174645"/>
                <a:gd name="connsiteY7" fmla="*/ 171894 h 380573"/>
                <a:gd name="connsiteX8" fmla="*/ 168817 w 174645"/>
                <a:gd name="connsiteY8" fmla="*/ 171894 h 380573"/>
                <a:gd name="connsiteX9" fmla="*/ 168817 w 174645"/>
                <a:gd name="connsiteY9" fmla="*/ 105465 h 380573"/>
                <a:gd name="connsiteX10" fmla="*/ 109824 w 174645"/>
                <a:gd name="connsiteY10" fmla="*/ 105465 h 380573"/>
                <a:gd name="connsiteX11" fmla="*/ 109824 w 174645"/>
                <a:gd name="connsiteY11" fmla="*/ 83347 h 380573"/>
                <a:gd name="connsiteX12" fmla="*/ 139592 w 174645"/>
                <a:gd name="connsiteY12" fmla="*/ 59445 h 380573"/>
                <a:gd name="connsiteX13" fmla="*/ 174646 w 174645"/>
                <a:gd name="connsiteY13" fmla="*/ 64722 h 380573"/>
                <a:gd name="connsiteX14" fmla="*/ 174646 w 174645"/>
                <a:gd name="connsiteY14" fmla="*/ 7605 h 380573"/>
                <a:gd name="connsiteX15" fmla="*/ 122648 w 174645"/>
                <a:gd name="connsiteY15" fmla="*/ 0 h 380573"/>
                <a:gd name="connsiteX16" fmla="*/ 38551 w 174645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5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2" y="0"/>
                    <a:pt x="122648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5">
              <a:extLst>
                <a:ext uri="{FF2B5EF4-FFF2-40B4-BE49-F238E27FC236}">
                  <a16:creationId xmlns:a16="http://schemas.microsoft.com/office/drawing/2014/main" id="{6DC03A3E-322C-0026-3E8F-C682C13A1DAB}"/>
                </a:ext>
              </a:extLst>
            </p:cNvPr>
            <p:cNvSpPr/>
            <p:nvPr/>
          </p:nvSpPr>
          <p:spPr bwMode="invGray">
            <a:xfrm>
              <a:off x="7146866" y="4352561"/>
              <a:ext cx="237680" cy="281083"/>
            </a:xfrm>
            <a:custGeom>
              <a:avLst/>
              <a:gdLst>
                <a:gd name="connsiteX0" fmla="*/ 138426 w 237680"/>
                <a:gd name="connsiteY0" fmla="*/ 0 h 281083"/>
                <a:gd name="connsiteX1" fmla="*/ 71273 w 237680"/>
                <a:gd name="connsiteY1" fmla="*/ 24523 h 281083"/>
                <a:gd name="connsiteX2" fmla="*/ 71273 w 237680"/>
                <a:gd name="connsiteY2" fmla="*/ 5898 h 281083"/>
                <a:gd name="connsiteX3" fmla="*/ 0 w 237680"/>
                <a:gd name="connsiteY3" fmla="*/ 5898 h 281083"/>
                <a:gd name="connsiteX4" fmla="*/ 0 w 237680"/>
                <a:gd name="connsiteY4" fmla="*/ 281084 h 281083"/>
                <a:gd name="connsiteX5" fmla="*/ 71273 w 237680"/>
                <a:gd name="connsiteY5" fmla="*/ 281084 h 281083"/>
                <a:gd name="connsiteX6" fmla="*/ 71273 w 237680"/>
                <a:gd name="connsiteY6" fmla="*/ 129522 h 281083"/>
                <a:gd name="connsiteX7" fmla="*/ 119151 w 237680"/>
                <a:gd name="connsiteY7" fmla="*/ 67128 h 281083"/>
                <a:gd name="connsiteX8" fmla="*/ 166407 w 237680"/>
                <a:gd name="connsiteY8" fmla="*/ 131229 h 281083"/>
                <a:gd name="connsiteX9" fmla="*/ 166407 w 237680"/>
                <a:gd name="connsiteY9" fmla="*/ 281084 h 281083"/>
                <a:gd name="connsiteX10" fmla="*/ 237680 w 237680"/>
                <a:gd name="connsiteY10" fmla="*/ 281084 h 281083"/>
                <a:gd name="connsiteX11" fmla="*/ 237680 w 237680"/>
                <a:gd name="connsiteY11" fmla="*/ 125409 h 281083"/>
                <a:gd name="connsiteX12" fmla="*/ 138426 w 237680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680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07" y="92815"/>
                    <a:pt x="166407" y="131229"/>
                  </a:cubicBezTo>
                  <a:lnTo>
                    <a:pt x="166407" y="281084"/>
                  </a:lnTo>
                  <a:lnTo>
                    <a:pt x="237680" y="281084"/>
                  </a:lnTo>
                  <a:lnTo>
                    <a:pt x="237680" y="125409"/>
                  </a:lnTo>
                  <a:cubicBezTo>
                    <a:pt x="237680" y="57816"/>
                    <a:pt x="213119" y="78"/>
                    <a:pt x="138426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6">
              <a:extLst>
                <a:ext uri="{FF2B5EF4-FFF2-40B4-BE49-F238E27FC236}">
                  <a16:creationId xmlns:a16="http://schemas.microsoft.com/office/drawing/2014/main" id="{8124A495-AC52-40E1-B3E2-1F6333FFD4F3}"/>
                </a:ext>
              </a:extLst>
            </p:cNvPr>
            <p:cNvSpPr/>
            <p:nvPr/>
          </p:nvSpPr>
          <p:spPr bwMode="invGray">
            <a:xfrm>
              <a:off x="7635595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47">
              <a:extLst>
                <a:ext uri="{FF2B5EF4-FFF2-40B4-BE49-F238E27FC236}">
                  <a16:creationId xmlns:a16="http://schemas.microsoft.com/office/drawing/2014/main" id="{D8E55BF7-2091-05E3-6682-B0E3D6BC81B8}"/>
                </a:ext>
              </a:extLst>
            </p:cNvPr>
            <p:cNvSpPr/>
            <p:nvPr/>
          </p:nvSpPr>
          <p:spPr bwMode="invGray">
            <a:xfrm>
              <a:off x="7630931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E9F7A6-ACBD-7517-D6DF-C8ECE42C490A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53" name="Freeform 49">
              <a:extLst>
                <a:ext uri="{FF2B5EF4-FFF2-40B4-BE49-F238E27FC236}">
                  <a16:creationId xmlns:a16="http://schemas.microsoft.com/office/drawing/2014/main" id="{87782289-4313-C5FF-72AD-8DAD938921C2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accent1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0">
              <a:extLst>
                <a:ext uri="{FF2B5EF4-FFF2-40B4-BE49-F238E27FC236}">
                  <a16:creationId xmlns:a16="http://schemas.microsoft.com/office/drawing/2014/main" id="{DA2290ED-1C01-4BE8-4FFC-355A1D45E7FF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7000">
                  <a:schemeClr val="accent1"/>
                </a:gs>
                <a:gs pos="80000">
                  <a:schemeClr val="accent5"/>
                </a:gs>
              </a:gsLst>
              <a:lin ang="1914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3A5F50A7-973C-994B-4CB0-421D3390AF8F}"/>
              </a:ext>
            </a:extLst>
          </p:cNvPr>
          <p:cNvSpPr txBox="1"/>
          <p:nvPr userDrawn="1"/>
        </p:nvSpPr>
        <p:spPr>
          <a:xfrm>
            <a:off x="479582" y="6297351"/>
            <a:ext cx="6817777" cy="196208"/>
          </a:xfrm>
          <a:prstGeom prst="rect">
            <a:avLst/>
          </a:prstGeom>
          <a:noFill/>
        </p:spPr>
        <p:txBody>
          <a:bodyPr wrap="square" lIns="0" tIns="36576" rIns="0" bIns="0" rtlCol="0" anchor="t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None/>
            </a:pPr>
            <a:r>
              <a:rPr lang="en-GB" sz="1150">
                <a:solidFill>
                  <a:schemeClr val="bg1"/>
                </a:solidFill>
                <a:latin typeface="+mj-lt"/>
              </a:rPr>
              <a:t>Together with EY’s full spectrum of skills, services and ecosystem partners.</a:t>
            </a:r>
          </a:p>
        </p:txBody>
      </p:sp>
      <p:sp>
        <p:nvSpPr>
          <p:cNvPr id="56" name="Freeform 50">
            <a:extLst>
              <a:ext uri="{FF2B5EF4-FFF2-40B4-BE49-F238E27FC236}">
                <a16:creationId xmlns:a16="http://schemas.microsoft.com/office/drawing/2014/main" id="{16BD0B7D-31ED-3A66-1F6F-7FC0C7680223}"/>
              </a:ext>
            </a:extLst>
          </p:cNvPr>
          <p:cNvSpPr/>
          <p:nvPr userDrawn="1"/>
        </p:nvSpPr>
        <p:spPr>
          <a:xfrm>
            <a:off x="485775" y="6160958"/>
            <a:ext cx="405765" cy="81280"/>
          </a:xfrm>
          <a:custGeom>
            <a:avLst/>
            <a:gdLst>
              <a:gd name="connsiteX0" fmla="*/ 324485 w 405765"/>
              <a:gd name="connsiteY0" fmla="*/ 0 h 81280"/>
              <a:gd name="connsiteX1" fmla="*/ 405765 w 405765"/>
              <a:gd name="connsiteY1" fmla="*/ 0 h 81280"/>
              <a:gd name="connsiteX2" fmla="*/ 405765 w 405765"/>
              <a:gd name="connsiteY2" fmla="*/ 81280 h 81280"/>
              <a:gd name="connsiteX3" fmla="*/ 324485 w 405765"/>
              <a:gd name="connsiteY3" fmla="*/ 81280 h 81280"/>
              <a:gd name="connsiteX4" fmla="*/ 161925 w 405765"/>
              <a:gd name="connsiteY4" fmla="*/ 0 h 81280"/>
              <a:gd name="connsiteX5" fmla="*/ 243205 w 405765"/>
              <a:gd name="connsiteY5" fmla="*/ 0 h 81280"/>
              <a:gd name="connsiteX6" fmla="*/ 243205 w 405765"/>
              <a:gd name="connsiteY6" fmla="*/ 81280 h 81280"/>
              <a:gd name="connsiteX7" fmla="*/ 161925 w 405765"/>
              <a:gd name="connsiteY7" fmla="*/ 81280 h 81280"/>
              <a:gd name="connsiteX8" fmla="*/ 0 w 405765"/>
              <a:gd name="connsiteY8" fmla="*/ 0 h 81280"/>
              <a:gd name="connsiteX9" fmla="*/ 81280 w 405765"/>
              <a:gd name="connsiteY9" fmla="*/ 0 h 81280"/>
              <a:gd name="connsiteX10" fmla="*/ 81280 w 405765"/>
              <a:gd name="connsiteY10" fmla="*/ 81280 h 81280"/>
              <a:gd name="connsiteX11" fmla="*/ 0 w 405765"/>
              <a:gd name="connsiteY11" fmla="*/ 81280 h 8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5765" h="81280">
                <a:moveTo>
                  <a:pt x="324485" y="0"/>
                </a:moveTo>
                <a:lnTo>
                  <a:pt x="405765" y="0"/>
                </a:lnTo>
                <a:lnTo>
                  <a:pt x="405765" y="81280"/>
                </a:lnTo>
                <a:lnTo>
                  <a:pt x="324485" y="81280"/>
                </a:lnTo>
                <a:close/>
                <a:moveTo>
                  <a:pt x="161925" y="0"/>
                </a:moveTo>
                <a:lnTo>
                  <a:pt x="243205" y="0"/>
                </a:lnTo>
                <a:lnTo>
                  <a:pt x="243205" y="81280"/>
                </a:lnTo>
                <a:lnTo>
                  <a:pt x="161925" y="81280"/>
                </a:lnTo>
                <a:close/>
                <a:moveTo>
                  <a:pt x="0" y="0"/>
                </a:moveTo>
                <a:lnTo>
                  <a:pt x="81280" y="0"/>
                </a:lnTo>
                <a:lnTo>
                  <a:pt x="81280" y="81280"/>
                </a:lnTo>
                <a:lnTo>
                  <a:pt x="0" y="81280"/>
                </a:lnTo>
                <a:close/>
              </a:path>
            </a:pathLst>
          </a:custGeom>
          <a:solidFill>
            <a:srgbClr val="FFE600"/>
          </a:solidFill>
          <a:ln w="635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7" name="Freeform 50">
            <a:extLst>
              <a:ext uri="{FF2B5EF4-FFF2-40B4-BE49-F238E27FC236}">
                <a16:creationId xmlns:a16="http://schemas.microsoft.com/office/drawing/2014/main" id="{C8A9AB61-9943-DB49-226A-4FBD41D05129}"/>
              </a:ext>
            </a:extLst>
          </p:cNvPr>
          <p:cNvSpPr/>
          <p:nvPr userDrawn="1"/>
        </p:nvSpPr>
        <p:spPr>
          <a:xfrm>
            <a:off x="485775" y="6164633"/>
            <a:ext cx="405765" cy="81280"/>
          </a:xfrm>
          <a:custGeom>
            <a:avLst/>
            <a:gdLst>
              <a:gd name="connsiteX0" fmla="*/ 324485 w 405765"/>
              <a:gd name="connsiteY0" fmla="*/ 0 h 81280"/>
              <a:gd name="connsiteX1" fmla="*/ 405765 w 405765"/>
              <a:gd name="connsiteY1" fmla="*/ 0 h 81280"/>
              <a:gd name="connsiteX2" fmla="*/ 405765 w 405765"/>
              <a:gd name="connsiteY2" fmla="*/ 81280 h 81280"/>
              <a:gd name="connsiteX3" fmla="*/ 324485 w 405765"/>
              <a:gd name="connsiteY3" fmla="*/ 81280 h 81280"/>
              <a:gd name="connsiteX4" fmla="*/ 161925 w 405765"/>
              <a:gd name="connsiteY4" fmla="*/ 0 h 81280"/>
              <a:gd name="connsiteX5" fmla="*/ 243205 w 405765"/>
              <a:gd name="connsiteY5" fmla="*/ 0 h 81280"/>
              <a:gd name="connsiteX6" fmla="*/ 243205 w 405765"/>
              <a:gd name="connsiteY6" fmla="*/ 81280 h 81280"/>
              <a:gd name="connsiteX7" fmla="*/ 161925 w 405765"/>
              <a:gd name="connsiteY7" fmla="*/ 81280 h 81280"/>
              <a:gd name="connsiteX8" fmla="*/ 0 w 405765"/>
              <a:gd name="connsiteY8" fmla="*/ 0 h 81280"/>
              <a:gd name="connsiteX9" fmla="*/ 81280 w 405765"/>
              <a:gd name="connsiteY9" fmla="*/ 0 h 81280"/>
              <a:gd name="connsiteX10" fmla="*/ 81280 w 405765"/>
              <a:gd name="connsiteY10" fmla="*/ 81280 h 81280"/>
              <a:gd name="connsiteX11" fmla="*/ 0 w 405765"/>
              <a:gd name="connsiteY11" fmla="*/ 81280 h 8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5765" h="81280">
                <a:moveTo>
                  <a:pt x="324485" y="0"/>
                </a:moveTo>
                <a:lnTo>
                  <a:pt x="405765" y="0"/>
                </a:lnTo>
                <a:lnTo>
                  <a:pt x="405765" y="81280"/>
                </a:lnTo>
                <a:lnTo>
                  <a:pt x="324485" y="81280"/>
                </a:lnTo>
                <a:close/>
                <a:moveTo>
                  <a:pt x="161925" y="0"/>
                </a:moveTo>
                <a:lnTo>
                  <a:pt x="243205" y="0"/>
                </a:lnTo>
                <a:lnTo>
                  <a:pt x="243205" y="81280"/>
                </a:lnTo>
                <a:lnTo>
                  <a:pt x="161925" y="81280"/>
                </a:lnTo>
                <a:close/>
                <a:moveTo>
                  <a:pt x="0" y="0"/>
                </a:moveTo>
                <a:lnTo>
                  <a:pt x="81280" y="0"/>
                </a:lnTo>
                <a:lnTo>
                  <a:pt x="81280" y="81280"/>
                </a:lnTo>
                <a:lnTo>
                  <a:pt x="0" y="81280"/>
                </a:lnTo>
                <a:close/>
              </a:path>
            </a:pathLst>
          </a:custGeom>
          <a:solidFill>
            <a:schemeClr val="accent5"/>
          </a:solidFill>
          <a:ln w="635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50459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BrandEYPled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6F0963-E061-F678-6309-D00A96534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1036EC0-6305-25F3-3159-F667E17738C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5281A580-89FC-B958-D297-D2C4CC9C4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lang="en-US" sz="4200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88">
            <a:extLst>
              <a:ext uri="{FF2B5EF4-FFF2-40B4-BE49-F238E27FC236}">
                <a16:creationId xmlns:a16="http://schemas.microsoft.com/office/drawing/2014/main" id="{E8E53166-119E-E3B2-15F7-78928CD566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F266F55-F883-E1C8-FD90-A1F5393F73A5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9345224" y="5422966"/>
            <a:ext cx="2437200" cy="1056582"/>
            <a:chOff x="1333500" y="1365250"/>
            <a:chExt cx="7772399" cy="3369514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7E73F916-D313-197F-4B89-CEE4F32EA59A}"/>
                </a:ext>
              </a:extLst>
            </p:cNvPr>
            <p:cNvSpPr/>
            <p:nvPr/>
          </p:nvSpPr>
          <p:spPr bwMode="invGray">
            <a:xfrm>
              <a:off x="3765639" y="2990756"/>
              <a:ext cx="635704" cy="857763"/>
            </a:xfrm>
            <a:custGeom>
              <a:avLst/>
              <a:gdLst>
                <a:gd name="connsiteX0" fmla="*/ 504506 w 635704"/>
                <a:gd name="connsiteY0" fmla="*/ 268512 h 857763"/>
                <a:gd name="connsiteX1" fmla="*/ 494014 w 635704"/>
                <a:gd name="connsiteY1" fmla="*/ 205730 h 857763"/>
                <a:gd name="connsiteX2" fmla="*/ 464323 w 635704"/>
                <a:gd name="connsiteY2" fmla="*/ 159400 h 857763"/>
                <a:gd name="connsiteX3" fmla="*/ 417922 w 635704"/>
                <a:gd name="connsiteY3" fmla="*/ 130997 h 857763"/>
                <a:gd name="connsiteX4" fmla="*/ 357142 w 635704"/>
                <a:gd name="connsiteY4" fmla="*/ 121374 h 857763"/>
                <a:gd name="connsiteX5" fmla="*/ 126457 w 635704"/>
                <a:gd name="connsiteY5" fmla="*/ 121374 h 857763"/>
                <a:gd name="connsiteX6" fmla="*/ 126457 w 635704"/>
                <a:gd name="connsiteY6" fmla="*/ 416892 h 857763"/>
                <a:gd name="connsiteX7" fmla="*/ 357142 w 635704"/>
                <a:gd name="connsiteY7" fmla="*/ 416892 h 857763"/>
                <a:gd name="connsiteX8" fmla="*/ 467976 w 635704"/>
                <a:gd name="connsiteY8" fmla="*/ 377391 h 857763"/>
                <a:gd name="connsiteX9" fmla="*/ 504506 w 635704"/>
                <a:gd name="connsiteY9" fmla="*/ 268512 h 857763"/>
                <a:gd name="connsiteX10" fmla="*/ 635704 w 635704"/>
                <a:gd name="connsiteY10" fmla="*/ 268512 h 857763"/>
                <a:gd name="connsiteX11" fmla="*/ 614719 w 635704"/>
                <a:gd name="connsiteY11" fmla="*/ 385152 h 857763"/>
                <a:gd name="connsiteX12" fmla="*/ 556037 w 635704"/>
                <a:gd name="connsiteY12" fmla="*/ 469198 h 857763"/>
                <a:gd name="connsiteX13" fmla="*/ 466111 w 635704"/>
                <a:gd name="connsiteY13" fmla="*/ 520339 h 857763"/>
                <a:gd name="connsiteX14" fmla="*/ 351079 w 635704"/>
                <a:gd name="connsiteY14" fmla="*/ 537722 h 857763"/>
                <a:gd name="connsiteX15" fmla="*/ 126379 w 635704"/>
                <a:gd name="connsiteY15" fmla="*/ 537722 h 857763"/>
                <a:gd name="connsiteX16" fmla="*/ 126379 w 635704"/>
                <a:gd name="connsiteY16" fmla="*/ 857764 h 857763"/>
                <a:gd name="connsiteX17" fmla="*/ 0 w 635704"/>
                <a:gd name="connsiteY17" fmla="*/ 857764 h 857763"/>
                <a:gd name="connsiteX18" fmla="*/ 0 w 635704"/>
                <a:gd name="connsiteY18" fmla="*/ 0 h 857763"/>
                <a:gd name="connsiteX19" fmla="*/ 359474 w 635704"/>
                <a:gd name="connsiteY19" fmla="*/ 0 h 857763"/>
                <a:gd name="connsiteX20" fmla="*/ 469375 w 635704"/>
                <a:gd name="connsiteY20" fmla="*/ 17073 h 857763"/>
                <a:gd name="connsiteX21" fmla="*/ 556815 w 635704"/>
                <a:gd name="connsiteY21" fmla="*/ 67594 h 857763"/>
                <a:gd name="connsiteX22" fmla="*/ 614641 w 635704"/>
                <a:gd name="connsiteY22" fmla="*/ 151639 h 857763"/>
                <a:gd name="connsiteX23" fmla="*/ 635627 w 635704"/>
                <a:gd name="connsiteY23" fmla="*/ 268590 h 857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35704" h="857763">
                  <a:moveTo>
                    <a:pt x="504506" y="268512"/>
                  </a:moveTo>
                  <a:cubicBezTo>
                    <a:pt x="504506" y="244998"/>
                    <a:pt x="501009" y="224044"/>
                    <a:pt x="494014" y="205730"/>
                  </a:cubicBezTo>
                  <a:cubicBezTo>
                    <a:pt x="487018" y="187415"/>
                    <a:pt x="477148" y="171972"/>
                    <a:pt x="464323" y="159400"/>
                  </a:cubicBezTo>
                  <a:cubicBezTo>
                    <a:pt x="451576" y="146828"/>
                    <a:pt x="436031" y="137360"/>
                    <a:pt x="417922" y="130997"/>
                  </a:cubicBezTo>
                  <a:cubicBezTo>
                    <a:pt x="399734" y="124633"/>
                    <a:pt x="379448" y="121374"/>
                    <a:pt x="357142" y="121374"/>
                  </a:cubicBezTo>
                  <a:lnTo>
                    <a:pt x="126457" y="121374"/>
                  </a:lnTo>
                  <a:lnTo>
                    <a:pt x="126457" y="416892"/>
                  </a:lnTo>
                  <a:lnTo>
                    <a:pt x="357142" y="416892"/>
                  </a:lnTo>
                  <a:cubicBezTo>
                    <a:pt x="406652" y="416892"/>
                    <a:pt x="443571" y="403699"/>
                    <a:pt x="467976" y="377391"/>
                  </a:cubicBezTo>
                  <a:cubicBezTo>
                    <a:pt x="492304" y="351083"/>
                    <a:pt x="504506" y="314764"/>
                    <a:pt x="504506" y="268512"/>
                  </a:cubicBezTo>
                  <a:moveTo>
                    <a:pt x="635704" y="268512"/>
                  </a:moveTo>
                  <a:cubicBezTo>
                    <a:pt x="635704" y="312746"/>
                    <a:pt x="628709" y="351626"/>
                    <a:pt x="614719" y="385152"/>
                  </a:cubicBezTo>
                  <a:cubicBezTo>
                    <a:pt x="600729" y="418677"/>
                    <a:pt x="581220" y="446692"/>
                    <a:pt x="556037" y="469198"/>
                  </a:cubicBezTo>
                  <a:cubicBezTo>
                    <a:pt x="530855" y="491703"/>
                    <a:pt x="500931" y="508776"/>
                    <a:pt x="466111" y="520339"/>
                  </a:cubicBezTo>
                  <a:cubicBezTo>
                    <a:pt x="431368" y="531902"/>
                    <a:pt x="393050" y="537722"/>
                    <a:pt x="351079" y="537722"/>
                  </a:cubicBezTo>
                  <a:lnTo>
                    <a:pt x="126379" y="537722"/>
                  </a:lnTo>
                  <a:lnTo>
                    <a:pt x="126379" y="857764"/>
                  </a:lnTo>
                  <a:lnTo>
                    <a:pt x="0" y="857764"/>
                  </a:lnTo>
                  <a:lnTo>
                    <a:pt x="0" y="0"/>
                  </a:lnTo>
                  <a:lnTo>
                    <a:pt x="359474" y="0"/>
                  </a:lnTo>
                  <a:cubicBezTo>
                    <a:pt x="398957" y="0"/>
                    <a:pt x="435643" y="5665"/>
                    <a:pt x="469375" y="17073"/>
                  </a:cubicBezTo>
                  <a:cubicBezTo>
                    <a:pt x="503107" y="28481"/>
                    <a:pt x="532254" y="45321"/>
                    <a:pt x="556815" y="67594"/>
                  </a:cubicBezTo>
                  <a:cubicBezTo>
                    <a:pt x="581375" y="89944"/>
                    <a:pt x="600651" y="117959"/>
                    <a:pt x="614641" y="151639"/>
                  </a:cubicBezTo>
                  <a:cubicBezTo>
                    <a:pt x="628632" y="185320"/>
                    <a:pt x="635627" y="224277"/>
                    <a:pt x="635627" y="268590"/>
                  </a:cubicBezTo>
                </a:path>
              </a:pathLst>
            </a:custGeom>
            <a:solidFill>
              <a:schemeClr val="accent1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6BF5E5B-E972-4D86-7A98-A5293E75CE7C}"/>
                </a:ext>
              </a:extLst>
            </p:cNvPr>
            <p:cNvSpPr/>
            <p:nvPr/>
          </p:nvSpPr>
          <p:spPr bwMode="invGray">
            <a:xfrm>
              <a:off x="4442770" y="3191752"/>
              <a:ext cx="524092" cy="670503"/>
            </a:xfrm>
            <a:custGeom>
              <a:avLst/>
              <a:gdLst>
                <a:gd name="connsiteX0" fmla="*/ 400201 w 524092"/>
                <a:gd name="connsiteY0" fmla="*/ 382125 h 670503"/>
                <a:gd name="connsiteX1" fmla="*/ 367868 w 524092"/>
                <a:gd name="connsiteY1" fmla="*/ 369243 h 670503"/>
                <a:gd name="connsiteX2" fmla="*/ 337944 w 524092"/>
                <a:gd name="connsiteY2" fmla="*/ 361482 h 670503"/>
                <a:gd name="connsiteX3" fmla="*/ 300559 w 524092"/>
                <a:gd name="connsiteY3" fmla="*/ 356128 h 670503"/>
                <a:gd name="connsiteX4" fmla="*/ 252914 w 524092"/>
                <a:gd name="connsiteY4" fmla="*/ 354032 h 670503"/>
                <a:gd name="connsiteX5" fmla="*/ 156225 w 524092"/>
                <a:gd name="connsiteY5" fmla="*/ 379719 h 670503"/>
                <a:gd name="connsiteX6" fmla="*/ 120550 w 524092"/>
                <a:gd name="connsiteY6" fmla="*/ 449719 h 670503"/>
                <a:gd name="connsiteX7" fmla="*/ 130732 w 524092"/>
                <a:gd name="connsiteY7" fmla="*/ 498454 h 670503"/>
                <a:gd name="connsiteX8" fmla="*/ 156458 w 524092"/>
                <a:gd name="connsiteY8" fmla="*/ 531048 h 670503"/>
                <a:gd name="connsiteX9" fmla="*/ 193300 w 524092"/>
                <a:gd name="connsiteY9" fmla="*/ 549906 h 670503"/>
                <a:gd name="connsiteX10" fmla="*/ 244520 w 524092"/>
                <a:gd name="connsiteY10" fmla="*/ 556192 h 670503"/>
                <a:gd name="connsiteX11" fmla="*/ 293019 w 524092"/>
                <a:gd name="connsiteY11" fmla="*/ 548975 h 670503"/>
                <a:gd name="connsiteX12" fmla="*/ 336778 w 524092"/>
                <a:gd name="connsiteY12" fmla="*/ 530117 h 670503"/>
                <a:gd name="connsiteX13" fmla="*/ 373308 w 524092"/>
                <a:gd name="connsiteY13" fmla="*/ 503809 h 670503"/>
                <a:gd name="connsiteX14" fmla="*/ 400279 w 524092"/>
                <a:gd name="connsiteY14" fmla="*/ 474164 h 670503"/>
                <a:gd name="connsiteX15" fmla="*/ 400279 w 524092"/>
                <a:gd name="connsiteY15" fmla="*/ 382047 h 670503"/>
                <a:gd name="connsiteX16" fmla="*/ 400201 w 524092"/>
                <a:gd name="connsiteY16" fmla="*/ 656690 h 670503"/>
                <a:gd name="connsiteX17" fmla="*/ 400201 w 524092"/>
                <a:gd name="connsiteY17" fmla="*/ 593287 h 670503"/>
                <a:gd name="connsiteX18" fmla="*/ 359474 w 524092"/>
                <a:gd name="connsiteY18" fmla="*/ 626502 h 670503"/>
                <a:gd name="connsiteX19" fmla="*/ 325897 w 524092"/>
                <a:gd name="connsiteY19" fmla="*/ 646291 h 670503"/>
                <a:gd name="connsiteX20" fmla="*/ 281905 w 524092"/>
                <a:gd name="connsiteY20" fmla="*/ 663054 h 670503"/>
                <a:gd name="connsiteX21" fmla="*/ 223534 w 524092"/>
                <a:gd name="connsiteY21" fmla="*/ 670504 h 670503"/>
                <a:gd name="connsiteX22" fmla="*/ 144722 w 524092"/>
                <a:gd name="connsiteY22" fmla="*/ 658863 h 670503"/>
                <a:gd name="connsiteX23" fmla="*/ 72827 w 524092"/>
                <a:gd name="connsiteY23" fmla="*/ 621225 h 670503"/>
                <a:gd name="connsiteX24" fmla="*/ 20364 w 524092"/>
                <a:gd name="connsiteY24" fmla="*/ 553942 h 670503"/>
                <a:gd name="connsiteX25" fmla="*/ 0 w 524092"/>
                <a:gd name="connsiteY25" fmla="*/ 453444 h 670503"/>
                <a:gd name="connsiteX26" fmla="*/ 19431 w 524092"/>
                <a:gd name="connsiteY26" fmla="*/ 360473 h 670503"/>
                <a:gd name="connsiteX27" fmla="*/ 73371 w 524092"/>
                <a:gd name="connsiteY27" fmla="*/ 295596 h 670503"/>
                <a:gd name="connsiteX28" fmla="*/ 154826 w 524092"/>
                <a:gd name="connsiteY28" fmla="*/ 257570 h 670503"/>
                <a:gd name="connsiteX29" fmla="*/ 256334 w 524092"/>
                <a:gd name="connsiteY29" fmla="*/ 245308 h 670503"/>
                <a:gd name="connsiteX30" fmla="*/ 341986 w 524092"/>
                <a:gd name="connsiteY30" fmla="*/ 252215 h 670503"/>
                <a:gd name="connsiteX31" fmla="*/ 400123 w 524092"/>
                <a:gd name="connsiteY31" fmla="*/ 269831 h 670503"/>
                <a:gd name="connsiteX32" fmla="*/ 400123 w 524092"/>
                <a:gd name="connsiteY32" fmla="*/ 221949 h 670503"/>
                <a:gd name="connsiteX33" fmla="*/ 368956 w 524092"/>
                <a:gd name="connsiteY33" fmla="*/ 141240 h 670503"/>
                <a:gd name="connsiteX34" fmla="*/ 278485 w 524092"/>
                <a:gd name="connsiteY34" fmla="*/ 113148 h 670503"/>
                <a:gd name="connsiteX35" fmla="*/ 188636 w 524092"/>
                <a:gd name="connsiteY35" fmla="*/ 122693 h 670503"/>
                <a:gd name="connsiteX36" fmla="*/ 110757 w 524092"/>
                <a:gd name="connsiteY36" fmla="*/ 153192 h 670503"/>
                <a:gd name="connsiteX37" fmla="*/ 61635 w 524092"/>
                <a:gd name="connsiteY37" fmla="*/ 58048 h 670503"/>
                <a:gd name="connsiteX38" fmla="*/ 160733 w 524092"/>
                <a:gd name="connsiteY38" fmla="*/ 14667 h 670503"/>
                <a:gd name="connsiteX39" fmla="*/ 282060 w 524092"/>
                <a:gd name="connsiteY39" fmla="*/ 0 h 670503"/>
                <a:gd name="connsiteX40" fmla="*/ 380614 w 524092"/>
                <a:gd name="connsiteY40" fmla="*/ 13193 h 670503"/>
                <a:gd name="connsiteX41" fmla="*/ 457017 w 524092"/>
                <a:gd name="connsiteY41" fmla="*/ 53314 h 670503"/>
                <a:gd name="connsiteX42" fmla="*/ 506450 w 524092"/>
                <a:gd name="connsiteY42" fmla="*/ 120908 h 670503"/>
                <a:gd name="connsiteX43" fmla="*/ 524093 w 524092"/>
                <a:gd name="connsiteY43" fmla="*/ 216051 h 670503"/>
                <a:gd name="connsiteX44" fmla="*/ 524093 w 524092"/>
                <a:gd name="connsiteY44" fmla="*/ 656923 h 670503"/>
                <a:gd name="connsiteX45" fmla="*/ 400123 w 524092"/>
                <a:gd name="connsiteY45" fmla="*/ 65692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24092" h="670503">
                  <a:moveTo>
                    <a:pt x="400201" y="382125"/>
                  </a:moveTo>
                  <a:cubicBezTo>
                    <a:pt x="388231" y="376538"/>
                    <a:pt x="377428" y="372269"/>
                    <a:pt x="367868" y="369243"/>
                  </a:cubicBezTo>
                  <a:cubicBezTo>
                    <a:pt x="358308" y="366216"/>
                    <a:pt x="348359" y="363655"/>
                    <a:pt x="337944" y="361482"/>
                  </a:cubicBezTo>
                  <a:cubicBezTo>
                    <a:pt x="327607" y="359309"/>
                    <a:pt x="315093" y="357524"/>
                    <a:pt x="300559" y="356128"/>
                  </a:cubicBezTo>
                  <a:cubicBezTo>
                    <a:pt x="285946" y="354731"/>
                    <a:pt x="270091" y="354032"/>
                    <a:pt x="252914" y="354032"/>
                  </a:cubicBezTo>
                  <a:cubicBezTo>
                    <a:pt x="212186" y="354032"/>
                    <a:pt x="179931" y="362646"/>
                    <a:pt x="156225" y="379719"/>
                  </a:cubicBezTo>
                  <a:cubicBezTo>
                    <a:pt x="132442" y="396870"/>
                    <a:pt x="120550" y="420229"/>
                    <a:pt x="120550" y="449719"/>
                  </a:cubicBezTo>
                  <a:cubicBezTo>
                    <a:pt x="120550" y="468809"/>
                    <a:pt x="123892" y="485106"/>
                    <a:pt x="130732" y="498454"/>
                  </a:cubicBezTo>
                  <a:cubicBezTo>
                    <a:pt x="137494" y="511802"/>
                    <a:pt x="146121" y="522667"/>
                    <a:pt x="156458" y="531048"/>
                  </a:cubicBezTo>
                  <a:cubicBezTo>
                    <a:pt x="166796" y="539430"/>
                    <a:pt x="179154" y="545716"/>
                    <a:pt x="193300" y="549906"/>
                  </a:cubicBezTo>
                  <a:cubicBezTo>
                    <a:pt x="207523" y="554097"/>
                    <a:pt x="224545" y="556192"/>
                    <a:pt x="244520" y="556192"/>
                  </a:cubicBezTo>
                  <a:cubicBezTo>
                    <a:pt x="261308" y="556192"/>
                    <a:pt x="277475" y="553787"/>
                    <a:pt x="293019" y="548975"/>
                  </a:cubicBezTo>
                  <a:cubicBezTo>
                    <a:pt x="308642" y="544164"/>
                    <a:pt x="323176" y="537955"/>
                    <a:pt x="336778" y="530117"/>
                  </a:cubicBezTo>
                  <a:cubicBezTo>
                    <a:pt x="350380" y="522357"/>
                    <a:pt x="362505" y="513587"/>
                    <a:pt x="373308" y="503809"/>
                  </a:cubicBezTo>
                  <a:cubicBezTo>
                    <a:pt x="384112" y="494031"/>
                    <a:pt x="393050" y="484175"/>
                    <a:pt x="400279" y="474164"/>
                  </a:cubicBezTo>
                  <a:lnTo>
                    <a:pt x="400279" y="382047"/>
                  </a:lnTo>
                  <a:close/>
                  <a:moveTo>
                    <a:pt x="400201" y="656690"/>
                  </a:moveTo>
                  <a:lnTo>
                    <a:pt x="400201" y="593287"/>
                  </a:lnTo>
                  <a:cubicBezTo>
                    <a:pt x="383801" y="608498"/>
                    <a:pt x="370277" y="619518"/>
                    <a:pt x="359474" y="626502"/>
                  </a:cubicBezTo>
                  <a:cubicBezTo>
                    <a:pt x="348670" y="633486"/>
                    <a:pt x="337555" y="640083"/>
                    <a:pt x="325897" y="646291"/>
                  </a:cubicBezTo>
                  <a:cubicBezTo>
                    <a:pt x="314316" y="652422"/>
                    <a:pt x="299626" y="658009"/>
                    <a:pt x="281905" y="663054"/>
                  </a:cubicBezTo>
                  <a:cubicBezTo>
                    <a:pt x="264106" y="668021"/>
                    <a:pt x="244675" y="670504"/>
                    <a:pt x="223534" y="670504"/>
                  </a:cubicBezTo>
                  <a:cubicBezTo>
                    <a:pt x="197574" y="670504"/>
                    <a:pt x="171304" y="666624"/>
                    <a:pt x="144722" y="658863"/>
                  </a:cubicBezTo>
                  <a:cubicBezTo>
                    <a:pt x="118140" y="651103"/>
                    <a:pt x="94201" y="638531"/>
                    <a:pt x="72827" y="621225"/>
                  </a:cubicBezTo>
                  <a:cubicBezTo>
                    <a:pt x="51453" y="603842"/>
                    <a:pt x="33965" y="581414"/>
                    <a:pt x="20364" y="553942"/>
                  </a:cubicBezTo>
                  <a:cubicBezTo>
                    <a:pt x="6762" y="526470"/>
                    <a:pt x="0" y="492945"/>
                    <a:pt x="0" y="453444"/>
                  </a:cubicBezTo>
                  <a:cubicBezTo>
                    <a:pt x="0" y="417591"/>
                    <a:pt x="6451" y="386549"/>
                    <a:pt x="19431" y="360473"/>
                  </a:cubicBezTo>
                  <a:cubicBezTo>
                    <a:pt x="32411" y="334321"/>
                    <a:pt x="50365" y="312747"/>
                    <a:pt x="73371" y="295596"/>
                  </a:cubicBezTo>
                  <a:cubicBezTo>
                    <a:pt x="96378" y="278445"/>
                    <a:pt x="123503" y="265796"/>
                    <a:pt x="154826" y="257570"/>
                  </a:cubicBezTo>
                  <a:cubicBezTo>
                    <a:pt x="186149" y="249421"/>
                    <a:pt x="220037" y="245308"/>
                    <a:pt x="256334" y="245308"/>
                  </a:cubicBezTo>
                  <a:cubicBezTo>
                    <a:pt x="290299" y="245308"/>
                    <a:pt x="318824" y="247636"/>
                    <a:pt x="341986" y="252215"/>
                  </a:cubicBezTo>
                  <a:cubicBezTo>
                    <a:pt x="365147" y="256794"/>
                    <a:pt x="384501" y="262692"/>
                    <a:pt x="400123" y="269831"/>
                  </a:cubicBezTo>
                  <a:lnTo>
                    <a:pt x="400123" y="221949"/>
                  </a:lnTo>
                  <a:cubicBezTo>
                    <a:pt x="400123" y="186872"/>
                    <a:pt x="389786" y="159943"/>
                    <a:pt x="368956" y="141240"/>
                  </a:cubicBezTo>
                  <a:cubicBezTo>
                    <a:pt x="348203" y="122538"/>
                    <a:pt x="317969" y="113148"/>
                    <a:pt x="278485" y="113148"/>
                  </a:cubicBezTo>
                  <a:cubicBezTo>
                    <a:pt x="245297" y="113148"/>
                    <a:pt x="215373" y="116329"/>
                    <a:pt x="188636" y="122693"/>
                  </a:cubicBezTo>
                  <a:cubicBezTo>
                    <a:pt x="161899" y="129057"/>
                    <a:pt x="135939" y="139223"/>
                    <a:pt x="110757" y="153192"/>
                  </a:cubicBezTo>
                  <a:lnTo>
                    <a:pt x="61635" y="58048"/>
                  </a:lnTo>
                  <a:cubicBezTo>
                    <a:pt x="92414" y="38880"/>
                    <a:pt x="125446" y="24445"/>
                    <a:pt x="160733" y="14667"/>
                  </a:cubicBezTo>
                  <a:cubicBezTo>
                    <a:pt x="196098" y="4889"/>
                    <a:pt x="236514" y="0"/>
                    <a:pt x="282060" y="0"/>
                  </a:cubicBezTo>
                  <a:cubicBezTo>
                    <a:pt x="317969" y="0"/>
                    <a:pt x="350846" y="4423"/>
                    <a:pt x="380614" y="13193"/>
                  </a:cubicBezTo>
                  <a:cubicBezTo>
                    <a:pt x="410383" y="21962"/>
                    <a:pt x="435798" y="35310"/>
                    <a:pt x="457017" y="53314"/>
                  </a:cubicBezTo>
                  <a:cubicBezTo>
                    <a:pt x="478158" y="71241"/>
                    <a:pt x="494635" y="93746"/>
                    <a:pt x="506450" y="120908"/>
                  </a:cubicBezTo>
                  <a:cubicBezTo>
                    <a:pt x="518264" y="148070"/>
                    <a:pt x="524093" y="179732"/>
                    <a:pt x="524093" y="216051"/>
                  </a:cubicBezTo>
                  <a:lnTo>
                    <a:pt x="524093" y="656923"/>
                  </a:lnTo>
                  <a:lnTo>
                    <a:pt x="400123" y="656923"/>
                  </a:lnTo>
                  <a:close/>
                </a:path>
              </a:pathLst>
            </a:custGeom>
            <a:solidFill>
              <a:schemeClr val="accent1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E1B4393-BCF8-B695-4B72-7D944932884F}"/>
                </a:ext>
              </a:extLst>
            </p:cNvPr>
            <p:cNvSpPr/>
            <p:nvPr/>
          </p:nvSpPr>
          <p:spPr bwMode="invGray">
            <a:xfrm>
              <a:off x="5089745" y="3191596"/>
              <a:ext cx="382790" cy="656767"/>
            </a:xfrm>
            <a:custGeom>
              <a:avLst/>
              <a:gdLst>
                <a:gd name="connsiteX0" fmla="*/ 349369 w 382790"/>
                <a:gd name="connsiteY0" fmla="*/ 147216 h 656767"/>
                <a:gd name="connsiteX1" fmla="*/ 306543 w 382790"/>
                <a:gd name="connsiteY1" fmla="*/ 129833 h 656767"/>
                <a:gd name="connsiteX2" fmla="*/ 252914 w 382790"/>
                <a:gd name="connsiteY2" fmla="*/ 123857 h 656767"/>
                <a:gd name="connsiteX3" fmla="*/ 159412 w 382790"/>
                <a:gd name="connsiteY3" fmla="*/ 165375 h 656767"/>
                <a:gd name="connsiteX4" fmla="*/ 126457 w 382790"/>
                <a:gd name="connsiteY4" fmla="*/ 289465 h 656767"/>
                <a:gd name="connsiteX5" fmla="*/ 126457 w 382790"/>
                <a:gd name="connsiteY5" fmla="*/ 656768 h 656767"/>
                <a:gd name="connsiteX6" fmla="*/ 0 w 382790"/>
                <a:gd name="connsiteY6" fmla="*/ 656768 h 656767"/>
                <a:gd name="connsiteX7" fmla="*/ 0 w 382790"/>
                <a:gd name="connsiteY7" fmla="*/ 13736 h 656767"/>
                <a:gd name="connsiteX8" fmla="*/ 126457 w 382790"/>
                <a:gd name="connsiteY8" fmla="*/ 13736 h 656767"/>
                <a:gd name="connsiteX9" fmla="*/ 126457 w 382790"/>
                <a:gd name="connsiteY9" fmla="*/ 74733 h 656767"/>
                <a:gd name="connsiteX10" fmla="*/ 152805 w 382790"/>
                <a:gd name="connsiteY10" fmla="*/ 45088 h 656767"/>
                <a:gd name="connsiteX11" fmla="*/ 187237 w 382790"/>
                <a:gd name="connsiteY11" fmla="*/ 21497 h 656767"/>
                <a:gd name="connsiteX12" fmla="*/ 227654 w 382790"/>
                <a:gd name="connsiteY12" fmla="*/ 5665 h 656767"/>
                <a:gd name="connsiteX13" fmla="*/ 273200 w 382790"/>
                <a:gd name="connsiteY13" fmla="*/ 0 h 656767"/>
                <a:gd name="connsiteX14" fmla="*/ 337866 w 382790"/>
                <a:gd name="connsiteY14" fmla="*/ 7217 h 656767"/>
                <a:gd name="connsiteX15" fmla="*/ 382791 w 382790"/>
                <a:gd name="connsiteY15" fmla="*/ 26929 h 656767"/>
                <a:gd name="connsiteX16" fmla="*/ 349214 w 382790"/>
                <a:gd name="connsiteY16" fmla="*/ 147138 h 65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2790" h="656767">
                  <a:moveTo>
                    <a:pt x="349369" y="147216"/>
                  </a:moveTo>
                  <a:cubicBezTo>
                    <a:pt x="335768" y="139611"/>
                    <a:pt x="321467" y="133868"/>
                    <a:pt x="306543" y="129833"/>
                  </a:cubicBezTo>
                  <a:cubicBezTo>
                    <a:pt x="291543" y="125875"/>
                    <a:pt x="273666" y="123857"/>
                    <a:pt x="252914" y="123857"/>
                  </a:cubicBezTo>
                  <a:cubicBezTo>
                    <a:pt x="212575" y="123857"/>
                    <a:pt x="181408" y="137671"/>
                    <a:pt x="159412" y="165375"/>
                  </a:cubicBezTo>
                  <a:cubicBezTo>
                    <a:pt x="137416" y="193158"/>
                    <a:pt x="126457" y="234443"/>
                    <a:pt x="126457" y="289465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3608" y="63946"/>
                    <a:pt x="142390" y="54090"/>
                    <a:pt x="152805" y="45088"/>
                  </a:cubicBezTo>
                  <a:cubicBezTo>
                    <a:pt x="163220" y="36164"/>
                    <a:pt x="174646" y="28248"/>
                    <a:pt x="187237" y="21497"/>
                  </a:cubicBezTo>
                  <a:cubicBezTo>
                    <a:pt x="199828" y="14745"/>
                    <a:pt x="213275" y="9468"/>
                    <a:pt x="227654" y="5665"/>
                  </a:cubicBezTo>
                  <a:cubicBezTo>
                    <a:pt x="242032" y="1863"/>
                    <a:pt x="257189" y="0"/>
                    <a:pt x="273200" y="0"/>
                  </a:cubicBezTo>
                  <a:cubicBezTo>
                    <a:pt x="299160" y="0"/>
                    <a:pt x="320689" y="2406"/>
                    <a:pt x="337866" y="7217"/>
                  </a:cubicBezTo>
                  <a:cubicBezTo>
                    <a:pt x="355043" y="12029"/>
                    <a:pt x="370044" y="18547"/>
                    <a:pt x="382791" y="26929"/>
                  </a:cubicBezTo>
                  <a:lnTo>
                    <a:pt x="349214" y="147138"/>
                  </a:lnTo>
                  <a:close/>
                </a:path>
              </a:pathLst>
            </a:custGeom>
            <a:solidFill>
              <a:schemeClr val="accent1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E27D35BD-E240-F4ED-14AC-59FD00863055}"/>
                </a:ext>
              </a:extLst>
            </p:cNvPr>
            <p:cNvSpPr/>
            <p:nvPr/>
          </p:nvSpPr>
          <p:spPr bwMode="invGray">
            <a:xfrm>
              <a:off x="5546296" y="2955446"/>
              <a:ext cx="375018" cy="906809"/>
            </a:xfrm>
            <a:custGeom>
              <a:avLst/>
              <a:gdLst>
                <a:gd name="connsiteX0" fmla="*/ 360639 w 375018"/>
                <a:gd name="connsiteY0" fmla="*/ 876854 h 906809"/>
                <a:gd name="connsiteX1" fmla="*/ 305844 w 375018"/>
                <a:gd name="connsiteY1" fmla="*/ 898428 h 906809"/>
                <a:gd name="connsiteX2" fmla="*/ 236669 w 375018"/>
                <a:gd name="connsiteY2" fmla="*/ 906810 h 906809"/>
                <a:gd name="connsiteX3" fmla="*/ 178843 w 375018"/>
                <a:gd name="connsiteY3" fmla="*/ 897575 h 906809"/>
                <a:gd name="connsiteX4" fmla="*/ 133608 w 375018"/>
                <a:gd name="connsiteY4" fmla="*/ 868240 h 906809"/>
                <a:gd name="connsiteX5" fmla="*/ 102440 w 375018"/>
                <a:gd name="connsiteY5" fmla="*/ 815625 h 906809"/>
                <a:gd name="connsiteX6" fmla="*/ 91636 w 375018"/>
                <a:gd name="connsiteY6" fmla="*/ 736390 h 906809"/>
                <a:gd name="connsiteX7" fmla="*/ 91636 w 375018"/>
                <a:gd name="connsiteY7" fmla="*/ 364897 h 906809"/>
                <a:gd name="connsiteX8" fmla="*/ 0 w 375018"/>
                <a:gd name="connsiteY8" fmla="*/ 364897 h 906809"/>
                <a:gd name="connsiteX9" fmla="*/ 0 w 375018"/>
                <a:gd name="connsiteY9" fmla="*/ 250042 h 906809"/>
                <a:gd name="connsiteX10" fmla="*/ 91636 w 375018"/>
                <a:gd name="connsiteY10" fmla="*/ 250042 h 906809"/>
                <a:gd name="connsiteX11" fmla="*/ 91636 w 375018"/>
                <a:gd name="connsiteY11" fmla="*/ 66430 h 906809"/>
                <a:gd name="connsiteX12" fmla="*/ 215606 w 375018"/>
                <a:gd name="connsiteY12" fmla="*/ 0 h 906809"/>
                <a:gd name="connsiteX13" fmla="*/ 215606 w 375018"/>
                <a:gd name="connsiteY13" fmla="*/ 250042 h 906809"/>
                <a:gd name="connsiteX14" fmla="*/ 375018 w 375018"/>
                <a:gd name="connsiteY14" fmla="*/ 250042 h 906809"/>
                <a:gd name="connsiteX15" fmla="*/ 375018 w 375018"/>
                <a:gd name="connsiteY15" fmla="*/ 364897 h 906809"/>
                <a:gd name="connsiteX16" fmla="*/ 215606 w 375018"/>
                <a:gd name="connsiteY16" fmla="*/ 364897 h 906809"/>
                <a:gd name="connsiteX17" fmla="*/ 215606 w 375018"/>
                <a:gd name="connsiteY17" fmla="*/ 714195 h 906809"/>
                <a:gd name="connsiteX18" fmla="*/ 219493 w 375018"/>
                <a:gd name="connsiteY18" fmla="*/ 751601 h 906809"/>
                <a:gd name="connsiteX19" fmla="*/ 231462 w 375018"/>
                <a:gd name="connsiteY19" fmla="*/ 775192 h 906809"/>
                <a:gd name="connsiteX20" fmla="*/ 252137 w 375018"/>
                <a:gd name="connsiteY20" fmla="*/ 787764 h 906809"/>
                <a:gd name="connsiteX21" fmla="*/ 282060 w 375018"/>
                <a:gd name="connsiteY21" fmla="*/ 791412 h 906809"/>
                <a:gd name="connsiteX22" fmla="*/ 332115 w 375018"/>
                <a:gd name="connsiteY22" fmla="*/ 783651 h 906809"/>
                <a:gd name="connsiteX23" fmla="*/ 374941 w 375018"/>
                <a:gd name="connsiteY23" fmla="*/ 765725 h 906809"/>
                <a:gd name="connsiteX24" fmla="*/ 360561 w 375018"/>
                <a:gd name="connsiteY24" fmla="*/ 877010 h 90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5018" h="906809">
                  <a:moveTo>
                    <a:pt x="360639" y="876854"/>
                  </a:moveTo>
                  <a:cubicBezTo>
                    <a:pt x="345094" y="885624"/>
                    <a:pt x="326752" y="892841"/>
                    <a:pt x="305844" y="898428"/>
                  </a:cubicBezTo>
                  <a:cubicBezTo>
                    <a:pt x="284858" y="904016"/>
                    <a:pt x="261774" y="906810"/>
                    <a:pt x="236669" y="906810"/>
                  </a:cubicBezTo>
                  <a:cubicBezTo>
                    <a:pt x="214674" y="906810"/>
                    <a:pt x="195398" y="903706"/>
                    <a:pt x="178843" y="897575"/>
                  </a:cubicBezTo>
                  <a:cubicBezTo>
                    <a:pt x="162288" y="891366"/>
                    <a:pt x="147209" y="881588"/>
                    <a:pt x="133608" y="868240"/>
                  </a:cubicBezTo>
                  <a:cubicBezTo>
                    <a:pt x="120006" y="854892"/>
                    <a:pt x="109668" y="837354"/>
                    <a:pt x="102440" y="815625"/>
                  </a:cubicBezTo>
                  <a:cubicBezTo>
                    <a:pt x="95212" y="793895"/>
                    <a:pt x="91636" y="767432"/>
                    <a:pt x="91636" y="736390"/>
                  </a:cubicBezTo>
                  <a:lnTo>
                    <a:pt x="91636" y="364897"/>
                  </a:lnTo>
                  <a:lnTo>
                    <a:pt x="0" y="364897"/>
                  </a:lnTo>
                  <a:lnTo>
                    <a:pt x="0" y="250042"/>
                  </a:lnTo>
                  <a:lnTo>
                    <a:pt x="91636" y="250042"/>
                  </a:lnTo>
                  <a:lnTo>
                    <a:pt x="91636" y="66430"/>
                  </a:lnTo>
                  <a:lnTo>
                    <a:pt x="215606" y="0"/>
                  </a:lnTo>
                  <a:lnTo>
                    <a:pt x="215606" y="250042"/>
                  </a:lnTo>
                  <a:lnTo>
                    <a:pt x="375018" y="250042"/>
                  </a:lnTo>
                  <a:lnTo>
                    <a:pt x="375018" y="364897"/>
                  </a:lnTo>
                  <a:lnTo>
                    <a:pt x="215606" y="364897"/>
                  </a:lnTo>
                  <a:lnTo>
                    <a:pt x="215606" y="714195"/>
                  </a:lnTo>
                  <a:cubicBezTo>
                    <a:pt x="215606" y="729328"/>
                    <a:pt x="216927" y="741822"/>
                    <a:pt x="219493" y="751601"/>
                  </a:cubicBezTo>
                  <a:cubicBezTo>
                    <a:pt x="222058" y="761379"/>
                    <a:pt x="226099" y="769217"/>
                    <a:pt x="231462" y="775192"/>
                  </a:cubicBezTo>
                  <a:cubicBezTo>
                    <a:pt x="236825" y="781168"/>
                    <a:pt x="243742" y="785359"/>
                    <a:pt x="252137" y="787764"/>
                  </a:cubicBezTo>
                  <a:cubicBezTo>
                    <a:pt x="260531" y="790170"/>
                    <a:pt x="270479" y="791412"/>
                    <a:pt x="282060" y="791412"/>
                  </a:cubicBezTo>
                  <a:cubicBezTo>
                    <a:pt x="298460" y="791412"/>
                    <a:pt x="315093" y="788851"/>
                    <a:pt x="332115" y="783651"/>
                  </a:cubicBezTo>
                  <a:cubicBezTo>
                    <a:pt x="349058" y="778452"/>
                    <a:pt x="363360" y="772476"/>
                    <a:pt x="374941" y="765725"/>
                  </a:cubicBezTo>
                  <a:lnTo>
                    <a:pt x="360561" y="877010"/>
                  </a:lnTo>
                  <a:close/>
                </a:path>
              </a:pathLst>
            </a:custGeom>
            <a:solidFill>
              <a:schemeClr val="accent1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E5B78AA5-89A9-FB2A-5F72-B5B28DA95DCE}"/>
                </a:ext>
              </a:extLst>
            </p:cNvPr>
            <p:cNvSpPr/>
            <p:nvPr/>
          </p:nvSpPr>
          <p:spPr bwMode="invGray">
            <a:xfrm>
              <a:off x="6038988" y="2955368"/>
              <a:ext cx="517642" cy="893073"/>
            </a:xfrm>
            <a:custGeom>
              <a:avLst/>
              <a:gdLst>
                <a:gd name="connsiteX0" fmla="*/ 391185 w 517642"/>
                <a:gd name="connsiteY0" fmla="*/ 893074 h 893073"/>
                <a:gd name="connsiteX1" fmla="*/ 391185 w 517642"/>
                <a:gd name="connsiteY1" fmla="*/ 529419 h 893073"/>
                <a:gd name="connsiteX2" fmla="*/ 359396 w 517642"/>
                <a:gd name="connsiteY2" fmla="*/ 396637 h 893073"/>
                <a:gd name="connsiteX3" fmla="*/ 258744 w 517642"/>
                <a:gd name="connsiteY3" fmla="*/ 352946 h 893073"/>
                <a:gd name="connsiteX4" fmla="*/ 204492 w 517642"/>
                <a:gd name="connsiteY4" fmla="*/ 362491 h 893073"/>
                <a:gd name="connsiteX5" fmla="*/ 161977 w 517642"/>
                <a:gd name="connsiteY5" fmla="*/ 394154 h 893073"/>
                <a:gd name="connsiteX6" fmla="*/ 135318 w 517642"/>
                <a:gd name="connsiteY6" fmla="*/ 446227 h 893073"/>
                <a:gd name="connsiteX7" fmla="*/ 126379 w 517642"/>
                <a:gd name="connsiteY7" fmla="*/ 516847 h 893073"/>
                <a:gd name="connsiteX8" fmla="*/ 126379 w 517642"/>
                <a:gd name="connsiteY8" fmla="*/ 893074 h 893073"/>
                <a:gd name="connsiteX9" fmla="*/ 0 w 517642"/>
                <a:gd name="connsiteY9" fmla="*/ 893074 h 893073"/>
                <a:gd name="connsiteX10" fmla="*/ 0 w 517642"/>
                <a:gd name="connsiteY10" fmla="*/ 66430 h 893073"/>
                <a:gd name="connsiteX11" fmla="*/ 126379 w 517642"/>
                <a:gd name="connsiteY11" fmla="*/ 0 h 893073"/>
                <a:gd name="connsiteX12" fmla="*/ 126379 w 517642"/>
                <a:gd name="connsiteY12" fmla="*/ 311039 h 893073"/>
                <a:gd name="connsiteX13" fmla="*/ 155759 w 517642"/>
                <a:gd name="connsiteY13" fmla="*/ 279687 h 893073"/>
                <a:gd name="connsiteX14" fmla="*/ 194155 w 517642"/>
                <a:gd name="connsiteY14" fmla="*/ 256095 h 893073"/>
                <a:gd name="connsiteX15" fmla="*/ 239079 w 517642"/>
                <a:gd name="connsiteY15" fmla="*/ 241428 h 893073"/>
                <a:gd name="connsiteX16" fmla="*/ 288201 w 517642"/>
                <a:gd name="connsiteY16" fmla="*/ 236306 h 893073"/>
                <a:gd name="connsiteX17" fmla="*/ 388853 w 517642"/>
                <a:gd name="connsiteY17" fmla="*/ 254854 h 893073"/>
                <a:gd name="connsiteX18" fmla="*/ 460437 w 517642"/>
                <a:gd name="connsiteY18" fmla="*/ 309565 h 893073"/>
                <a:gd name="connsiteX19" fmla="*/ 503574 w 517642"/>
                <a:gd name="connsiteY19" fmla="*/ 401682 h 893073"/>
                <a:gd name="connsiteX20" fmla="*/ 517642 w 517642"/>
                <a:gd name="connsiteY20" fmla="*/ 524607 h 893073"/>
                <a:gd name="connsiteX21" fmla="*/ 517642 w 517642"/>
                <a:gd name="connsiteY21" fmla="*/ 893074 h 893073"/>
                <a:gd name="connsiteX22" fmla="*/ 391263 w 517642"/>
                <a:gd name="connsiteY22" fmla="*/ 893074 h 893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2" h="893073">
                  <a:moveTo>
                    <a:pt x="391185" y="893074"/>
                  </a:moveTo>
                  <a:lnTo>
                    <a:pt x="391185" y="529419"/>
                  </a:lnTo>
                  <a:cubicBezTo>
                    <a:pt x="391185" y="469974"/>
                    <a:pt x="380615" y="425739"/>
                    <a:pt x="359396" y="396637"/>
                  </a:cubicBezTo>
                  <a:cubicBezTo>
                    <a:pt x="338255" y="367535"/>
                    <a:pt x="304678" y="352946"/>
                    <a:pt x="258744" y="352946"/>
                  </a:cubicBezTo>
                  <a:cubicBezTo>
                    <a:pt x="239157" y="352946"/>
                    <a:pt x="221125" y="356128"/>
                    <a:pt x="204492" y="362491"/>
                  </a:cubicBezTo>
                  <a:cubicBezTo>
                    <a:pt x="187937" y="368855"/>
                    <a:pt x="173713" y="379409"/>
                    <a:pt x="161977" y="394154"/>
                  </a:cubicBezTo>
                  <a:cubicBezTo>
                    <a:pt x="150163" y="408899"/>
                    <a:pt x="141303" y="426282"/>
                    <a:pt x="135318" y="446227"/>
                  </a:cubicBezTo>
                  <a:cubicBezTo>
                    <a:pt x="129333" y="466171"/>
                    <a:pt x="126379" y="489685"/>
                    <a:pt x="126379" y="516847"/>
                  </a:cubicBezTo>
                  <a:lnTo>
                    <a:pt x="126379" y="893074"/>
                  </a:lnTo>
                  <a:lnTo>
                    <a:pt x="0" y="893074"/>
                  </a:lnTo>
                  <a:lnTo>
                    <a:pt x="0" y="66430"/>
                  </a:lnTo>
                  <a:lnTo>
                    <a:pt x="126379" y="0"/>
                  </a:lnTo>
                  <a:lnTo>
                    <a:pt x="126379" y="311039"/>
                  </a:lnTo>
                  <a:cubicBezTo>
                    <a:pt x="134385" y="299476"/>
                    <a:pt x="144178" y="289000"/>
                    <a:pt x="155759" y="279687"/>
                  </a:cubicBezTo>
                  <a:cubicBezTo>
                    <a:pt x="167340" y="270297"/>
                    <a:pt x="180087" y="262459"/>
                    <a:pt x="194155" y="256095"/>
                  </a:cubicBezTo>
                  <a:cubicBezTo>
                    <a:pt x="208067" y="249732"/>
                    <a:pt x="223068" y="244843"/>
                    <a:pt x="239079" y="241428"/>
                  </a:cubicBezTo>
                  <a:cubicBezTo>
                    <a:pt x="255012" y="238013"/>
                    <a:pt x="271413" y="236306"/>
                    <a:pt x="288201" y="236306"/>
                  </a:cubicBezTo>
                  <a:cubicBezTo>
                    <a:pt x="326907" y="236306"/>
                    <a:pt x="360484" y="242514"/>
                    <a:pt x="388853" y="254854"/>
                  </a:cubicBezTo>
                  <a:cubicBezTo>
                    <a:pt x="417223" y="267193"/>
                    <a:pt x="441084" y="285430"/>
                    <a:pt x="460437" y="309565"/>
                  </a:cubicBezTo>
                  <a:cubicBezTo>
                    <a:pt x="479791" y="333700"/>
                    <a:pt x="494169" y="364431"/>
                    <a:pt x="503574" y="401682"/>
                  </a:cubicBezTo>
                  <a:cubicBezTo>
                    <a:pt x="512978" y="439009"/>
                    <a:pt x="517642" y="479985"/>
                    <a:pt x="517642" y="524607"/>
                  </a:cubicBezTo>
                  <a:lnTo>
                    <a:pt x="517642" y="893074"/>
                  </a:lnTo>
                  <a:lnTo>
                    <a:pt x="391263" y="893074"/>
                  </a:lnTo>
                  <a:close/>
                </a:path>
              </a:pathLst>
            </a:custGeom>
            <a:solidFill>
              <a:schemeClr val="accent1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0C6D53A4-DE2D-F4EC-10EA-6B0C1522B9DD}"/>
                </a:ext>
              </a:extLst>
            </p:cNvPr>
            <p:cNvSpPr/>
            <p:nvPr/>
          </p:nvSpPr>
          <p:spPr bwMode="invGray">
            <a:xfrm>
              <a:off x="6650598" y="3191674"/>
              <a:ext cx="553550" cy="670581"/>
            </a:xfrm>
            <a:custGeom>
              <a:avLst/>
              <a:gdLst>
                <a:gd name="connsiteX0" fmla="*/ 425850 w 553550"/>
                <a:gd name="connsiteY0" fmla="*/ 275729 h 670581"/>
                <a:gd name="connsiteX1" fmla="*/ 414192 w 553550"/>
                <a:gd name="connsiteY1" fmla="*/ 213568 h 670581"/>
                <a:gd name="connsiteX2" fmla="*/ 386600 w 553550"/>
                <a:gd name="connsiteY2" fmla="*/ 162116 h 670581"/>
                <a:gd name="connsiteX3" fmla="*/ 340509 w 553550"/>
                <a:gd name="connsiteY3" fmla="*/ 127116 h 670581"/>
                <a:gd name="connsiteX4" fmla="*/ 273666 w 553550"/>
                <a:gd name="connsiteY4" fmla="*/ 114234 h 670581"/>
                <a:gd name="connsiteX5" fmla="*/ 214907 w 553550"/>
                <a:gd name="connsiteY5" fmla="*/ 125331 h 670581"/>
                <a:gd name="connsiteX6" fmla="*/ 171770 w 553550"/>
                <a:gd name="connsiteY6" fmla="*/ 156761 h 670581"/>
                <a:gd name="connsiteX7" fmla="*/ 142080 w 553550"/>
                <a:gd name="connsiteY7" fmla="*/ 206739 h 670581"/>
                <a:gd name="connsiteX8" fmla="*/ 126224 w 553550"/>
                <a:gd name="connsiteY8" fmla="*/ 275807 h 670581"/>
                <a:gd name="connsiteX9" fmla="*/ 425772 w 553550"/>
                <a:gd name="connsiteY9" fmla="*/ 275807 h 670581"/>
                <a:gd name="connsiteX10" fmla="*/ 553473 w 553550"/>
                <a:gd name="connsiteY10" fmla="*/ 322447 h 670581"/>
                <a:gd name="connsiteX11" fmla="*/ 552229 w 553550"/>
                <a:gd name="connsiteY11" fmla="*/ 354731 h 670581"/>
                <a:gd name="connsiteX12" fmla="*/ 549820 w 553550"/>
                <a:gd name="connsiteY12" fmla="*/ 379797 h 670581"/>
                <a:gd name="connsiteX13" fmla="*/ 123892 w 553550"/>
                <a:gd name="connsiteY13" fmla="*/ 379797 h 670581"/>
                <a:gd name="connsiteX14" fmla="*/ 144256 w 553550"/>
                <a:gd name="connsiteY14" fmla="*/ 459652 h 670581"/>
                <a:gd name="connsiteX15" fmla="*/ 180786 w 553550"/>
                <a:gd name="connsiteY15" fmla="*/ 514363 h 670581"/>
                <a:gd name="connsiteX16" fmla="*/ 229675 w 553550"/>
                <a:gd name="connsiteY16" fmla="*/ 546104 h 670581"/>
                <a:gd name="connsiteX17" fmla="*/ 286258 w 553550"/>
                <a:gd name="connsiteY17" fmla="*/ 556270 h 670581"/>
                <a:gd name="connsiteX18" fmla="*/ 325819 w 553550"/>
                <a:gd name="connsiteY18" fmla="*/ 552700 h 670581"/>
                <a:gd name="connsiteX19" fmla="*/ 361494 w 553550"/>
                <a:gd name="connsiteY19" fmla="*/ 541913 h 670581"/>
                <a:gd name="connsiteX20" fmla="*/ 391807 w 553550"/>
                <a:gd name="connsiteY20" fmla="*/ 527246 h 670581"/>
                <a:gd name="connsiteX21" fmla="*/ 425928 w 553550"/>
                <a:gd name="connsiteY21" fmla="*/ 504818 h 670581"/>
                <a:gd name="connsiteX22" fmla="*/ 500853 w 553550"/>
                <a:gd name="connsiteY22" fmla="*/ 585604 h 670581"/>
                <a:gd name="connsiteX23" fmla="*/ 454997 w 553550"/>
                <a:gd name="connsiteY23" fmla="*/ 622389 h 670581"/>
                <a:gd name="connsiteX24" fmla="*/ 407662 w 553550"/>
                <a:gd name="connsiteY24" fmla="*/ 647533 h 670581"/>
                <a:gd name="connsiteX25" fmla="*/ 349836 w 553550"/>
                <a:gd name="connsiteY25" fmla="*/ 664606 h 670581"/>
                <a:gd name="connsiteX26" fmla="*/ 278563 w 553550"/>
                <a:gd name="connsiteY26" fmla="*/ 670581 h 670581"/>
                <a:gd name="connsiteX27" fmla="*/ 200062 w 553550"/>
                <a:gd name="connsiteY27" fmla="*/ 658941 h 670581"/>
                <a:gd name="connsiteX28" fmla="*/ 135396 w 553550"/>
                <a:gd name="connsiteY28" fmla="*/ 628442 h 670581"/>
                <a:gd name="connsiteX29" fmla="*/ 84797 w 553550"/>
                <a:gd name="connsiteY29" fmla="*/ 585372 h 670581"/>
                <a:gd name="connsiteX30" fmla="*/ 41971 w 553550"/>
                <a:gd name="connsiteY30" fmla="*/ 523133 h 670581"/>
                <a:gd name="connsiteX31" fmla="*/ 10804 w 553550"/>
                <a:gd name="connsiteY31" fmla="*/ 438233 h 670581"/>
                <a:gd name="connsiteX32" fmla="*/ 0 w 553550"/>
                <a:gd name="connsiteY32" fmla="*/ 335640 h 670581"/>
                <a:gd name="connsiteX33" fmla="*/ 20675 w 553550"/>
                <a:gd name="connsiteY33" fmla="*/ 191450 h 670581"/>
                <a:gd name="connsiteX34" fmla="*/ 78502 w 553550"/>
                <a:gd name="connsiteY34" fmla="*/ 86141 h 670581"/>
                <a:gd name="connsiteX35" fmla="*/ 167729 w 553550"/>
                <a:gd name="connsiteY35" fmla="*/ 21884 h 670581"/>
                <a:gd name="connsiteX36" fmla="*/ 282139 w 553550"/>
                <a:gd name="connsiteY36" fmla="*/ 0 h 670581"/>
                <a:gd name="connsiteX37" fmla="*/ 401989 w 553550"/>
                <a:gd name="connsiteY37" fmla="*/ 26075 h 670581"/>
                <a:gd name="connsiteX38" fmla="*/ 486475 w 553550"/>
                <a:gd name="connsiteY38" fmla="*/ 96074 h 670581"/>
                <a:gd name="connsiteX39" fmla="*/ 536762 w 553550"/>
                <a:gd name="connsiteY39" fmla="*/ 198668 h 670581"/>
                <a:gd name="connsiteX40" fmla="*/ 553551 w 553550"/>
                <a:gd name="connsiteY40" fmla="*/ 322447 h 67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53550" h="670581">
                  <a:moveTo>
                    <a:pt x="425850" y="275729"/>
                  </a:moveTo>
                  <a:cubicBezTo>
                    <a:pt x="424218" y="253767"/>
                    <a:pt x="420332" y="233047"/>
                    <a:pt x="414192" y="213568"/>
                  </a:cubicBezTo>
                  <a:cubicBezTo>
                    <a:pt x="407974" y="194012"/>
                    <a:pt x="398802" y="176861"/>
                    <a:pt x="386600" y="162116"/>
                  </a:cubicBezTo>
                  <a:cubicBezTo>
                    <a:pt x="374397" y="147371"/>
                    <a:pt x="359085" y="135730"/>
                    <a:pt x="340509" y="127116"/>
                  </a:cubicBezTo>
                  <a:cubicBezTo>
                    <a:pt x="321933" y="118580"/>
                    <a:pt x="299626" y="114234"/>
                    <a:pt x="273666" y="114234"/>
                  </a:cubicBezTo>
                  <a:cubicBezTo>
                    <a:pt x="251282" y="114234"/>
                    <a:pt x="231773" y="117959"/>
                    <a:pt x="214907" y="125331"/>
                  </a:cubicBezTo>
                  <a:cubicBezTo>
                    <a:pt x="198196" y="132704"/>
                    <a:pt x="183740" y="143180"/>
                    <a:pt x="171770" y="156761"/>
                  </a:cubicBezTo>
                  <a:cubicBezTo>
                    <a:pt x="159801" y="170342"/>
                    <a:pt x="149930" y="187027"/>
                    <a:pt x="142080" y="206739"/>
                  </a:cubicBezTo>
                  <a:cubicBezTo>
                    <a:pt x="134307" y="226528"/>
                    <a:pt x="129022" y="249499"/>
                    <a:pt x="126224" y="275807"/>
                  </a:cubicBezTo>
                  <a:lnTo>
                    <a:pt x="425772" y="275807"/>
                  </a:lnTo>
                  <a:close/>
                  <a:moveTo>
                    <a:pt x="553473" y="322447"/>
                  </a:moveTo>
                  <a:cubicBezTo>
                    <a:pt x="553473" y="334010"/>
                    <a:pt x="553084" y="344797"/>
                    <a:pt x="552229" y="354731"/>
                  </a:cubicBezTo>
                  <a:cubicBezTo>
                    <a:pt x="551452" y="364742"/>
                    <a:pt x="550597" y="373045"/>
                    <a:pt x="549820" y="379797"/>
                  </a:cubicBezTo>
                  <a:lnTo>
                    <a:pt x="123892" y="379797"/>
                  </a:lnTo>
                  <a:cubicBezTo>
                    <a:pt x="127468" y="410916"/>
                    <a:pt x="134307" y="437535"/>
                    <a:pt x="144256" y="459652"/>
                  </a:cubicBezTo>
                  <a:cubicBezTo>
                    <a:pt x="154205" y="481769"/>
                    <a:pt x="166407" y="500006"/>
                    <a:pt x="180786" y="514363"/>
                  </a:cubicBezTo>
                  <a:cubicBezTo>
                    <a:pt x="195165" y="528720"/>
                    <a:pt x="211487" y="539274"/>
                    <a:pt x="229675" y="546104"/>
                  </a:cubicBezTo>
                  <a:cubicBezTo>
                    <a:pt x="247862" y="552933"/>
                    <a:pt x="266671" y="556270"/>
                    <a:pt x="286258" y="556270"/>
                  </a:cubicBezTo>
                  <a:cubicBezTo>
                    <a:pt x="300248" y="556270"/>
                    <a:pt x="313383" y="555106"/>
                    <a:pt x="325819" y="552700"/>
                  </a:cubicBezTo>
                  <a:cubicBezTo>
                    <a:pt x="338177" y="550294"/>
                    <a:pt x="350069" y="546724"/>
                    <a:pt x="361494" y="541913"/>
                  </a:cubicBezTo>
                  <a:cubicBezTo>
                    <a:pt x="372920" y="537101"/>
                    <a:pt x="382946" y="532290"/>
                    <a:pt x="391807" y="527246"/>
                  </a:cubicBezTo>
                  <a:cubicBezTo>
                    <a:pt x="400590" y="522279"/>
                    <a:pt x="411937" y="514751"/>
                    <a:pt x="425928" y="504818"/>
                  </a:cubicBezTo>
                  <a:lnTo>
                    <a:pt x="500853" y="585604"/>
                  </a:lnTo>
                  <a:cubicBezTo>
                    <a:pt x="484842" y="600737"/>
                    <a:pt x="469609" y="612999"/>
                    <a:pt x="454997" y="622389"/>
                  </a:cubicBezTo>
                  <a:cubicBezTo>
                    <a:pt x="440384" y="631779"/>
                    <a:pt x="424684" y="640160"/>
                    <a:pt x="407662" y="647533"/>
                  </a:cubicBezTo>
                  <a:cubicBezTo>
                    <a:pt x="390719" y="654905"/>
                    <a:pt x="371443" y="660570"/>
                    <a:pt x="349836" y="664606"/>
                  </a:cubicBezTo>
                  <a:cubicBezTo>
                    <a:pt x="328307" y="668564"/>
                    <a:pt x="304445" y="670581"/>
                    <a:pt x="278563" y="670581"/>
                  </a:cubicBezTo>
                  <a:cubicBezTo>
                    <a:pt x="250583" y="670581"/>
                    <a:pt x="224467" y="666701"/>
                    <a:pt x="200062" y="658941"/>
                  </a:cubicBezTo>
                  <a:cubicBezTo>
                    <a:pt x="175734" y="651180"/>
                    <a:pt x="154127" y="641014"/>
                    <a:pt x="135396" y="628442"/>
                  </a:cubicBezTo>
                  <a:cubicBezTo>
                    <a:pt x="116586" y="615870"/>
                    <a:pt x="99720" y="601513"/>
                    <a:pt x="84797" y="585372"/>
                  </a:cubicBezTo>
                  <a:cubicBezTo>
                    <a:pt x="69796" y="569230"/>
                    <a:pt x="55573" y="548509"/>
                    <a:pt x="41971" y="523133"/>
                  </a:cubicBezTo>
                  <a:cubicBezTo>
                    <a:pt x="28369" y="497834"/>
                    <a:pt x="18032" y="469508"/>
                    <a:pt x="10804" y="438233"/>
                  </a:cubicBezTo>
                  <a:cubicBezTo>
                    <a:pt x="3575" y="406959"/>
                    <a:pt x="0" y="372735"/>
                    <a:pt x="0" y="335640"/>
                  </a:cubicBezTo>
                  <a:cubicBezTo>
                    <a:pt x="0" y="281394"/>
                    <a:pt x="6918" y="233357"/>
                    <a:pt x="20675" y="191450"/>
                  </a:cubicBezTo>
                  <a:cubicBezTo>
                    <a:pt x="34432" y="149622"/>
                    <a:pt x="53708" y="114467"/>
                    <a:pt x="78502" y="86141"/>
                  </a:cubicBezTo>
                  <a:cubicBezTo>
                    <a:pt x="103296" y="57815"/>
                    <a:pt x="132986" y="36396"/>
                    <a:pt x="167729" y="21884"/>
                  </a:cubicBezTo>
                  <a:cubicBezTo>
                    <a:pt x="202549" y="7295"/>
                    <a:pt x="240634" y="0"/>
                    <a:pt x="282139" y="0"/>
                  </a:cubicBezTo>
                  <a:cubicBezTo>
                    <a:pt x="328073" y="0"/>
                    <a:pt x="368023" y="8692"/>
                    <a:pt x="401989" y="26075"/>
                  </a:cubicBezTo>
                  <a:cubicBezTo>
                    <a:pt x="435954" y="43381"/>
                    <a:pt x="464090" y="66740"/>
                    <a:pt x="486475" y="96074"/>
                  </a:cubicBezTo>
                  <a:cubicBezTo>
                    <a:pt x="508859" y="125409"/>
                    <a:pt x="525570" y="159633"/>
                    <a:pt x="536762" y="198668"/>
                  </a:cubicBezTo>
                  <a:cubicBezTo>
                    <a:pt x="547954" y="237780"/>
                    <a:pt x="553551" y="278988"/>
                    <a:pt x="553551" y="322447"/>
                  </a:cubicBezTo>
                </a:path>
              </a:pathLst>
            </a:custGeom>
            <a:solidFill>
              <a:schemeClr val="accent1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9DC96337-951D-0DB8-4F84-251B37F94747}"/>
                </a:ext>
              </a:extLst>
            </p:cNvPr>
            <p:cNvSpPr/>
            <p:nvPr/>
          </p:nvSpPr>
          <p:spPr bwMode="invGray">
            <a:xfrm>
              <a:off x="7297884" y="3191752"/>
              <a:ext cx="517719" cy="656845"/>
            </a:xfrm>
            <a:custGeom>
              <a:avLst/>
              <a:gdLst>
                <a:gd name="connsiteX0" fmla="*/ 391262 w 517719"/>
                <a:gd name="connsiteY0" fmla="*/ 656690 h 656845"/>
                <a:gd name="connsiteX1" fmla="*/ 391262 w 517719"/>
                <a:gd name="connsiteY1" fmla="*/ 293035 h 656845"/>
                <a:gd name="connsiteX2" fmla="*/ 360095 w 517719"/>
                <a:gd name="connsiteY2" fmla="*/ 161107 h 656845"/>
                <a:gd name="connsiteX3" fmla="*/ 258821 w 517719"/>
                <a:gd name="connsiteY3" fmla="*/ 116562 h 656845"/>
                <a:gd name="connsiteX4" fmla="*/ 202471 w 517719"/>
                <a:gd name="connsiteY4" fmla="*/ 127349 h 656845"/>
                <a:gd name="connsiteX5" fmla="*/ 159334 w 517719"/>
                <a:gd name="connsiteY5" fmla="*/ 160874 h 656845"/>
                <a:gd name="connsiteX6" fmla="*/ 134152 w 517719"/>
                <a:gd name="connsiteY6" fmla="*/ 214421 h 656845"/>
                <a:gd name="connsiteX7" fmla="*/ 126379 w 517719"/>
                <a:gd name="connsiteY7" fmla="*/ 280541 h 656845"/>
                <a:gd name="connsiteX8" fmla="*/ 126379 w 517719"/>
                <a:gd name="connsiteY8" fmla="*/ 656768 h 656845"/>
                <a:gd name="connsiteX9" fmla="*/ 0 w 517719"/>
                <a:gd name="connsiteY9" fmla="*/ 656768 h 656845"/>
                <a:gd name="connsiteX10" fmla="*/ 0 w 517719"/>
                <a:gd name="connsiteY10" fmla="*/ 13736 h 656845"/>
                <a:gd name="connsiteX11" fmla="*/ 126379 w 517719"/>
                <a:gd name="connsiteY11" fmla="*/ 13736 h 656845"/>
                <a:gd name="connsiteX12" fmla="*/ 126379 w 517719"/>
                <a:gd name="connsiteY12" fmla="*/ 74733 h 656845"/>
                <a:gd name="connsiteX13" fmla="*/ 155759 w 517719"/>
                <a:gd name="connsiteY13" fmla="*/ 43381 h 656845"/>
                <a:gd name="connsiteX14" fmla="*/ 194154 w 517719"/>
                <a:gd name="connsiteY14" fmla="*/ 19789 h 656845"/>
                <a:gd name="connsiteX15" fmla="*/ 239079 w 517719"/>
                <a:gd name="connsiteY15" fmla="*/ 5122 h 656845"/>
                <a:gd name="connsiteX16" fmla="*/ 288201 w 517719"/>
                <a:gd name="connsiteY16" fmla="*/ 0 h 656845"/>
                <a:gd name="connsiteX17" fmla="*/ 389164 w 517719"/>
                <a:gd name="connsiteY17" fmla="*/ 18858 h 656845"/>
                <a:gd name="connsiteX18" fmla="*/ 460515 w 517719"/>
                <a:gd name="connsiteY18" fmla="*/ 73026 h 656845"/>
                <a:gd name="connsiteX19" fmla="*/ 503341 w 517719"/>
                <a:gd name="connsiteY19" fmla="*/ 162194 h 656845"/>
                <a:gd name="connsiteX20" fmla="*/ 517719 w 517719"/>
                <a:gd name="connsiteY20" fmla="*/ 288379 h 656845"/>
                <a:gd name="connsiteX21" fmla="*/ 517719 w 517719"/>
                <a:gd name="connsiteY21" fmla="*/ 656845 h 656845"/>
                <a:gd name="connsiteX22" fmla="*/ 391262 w 517719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719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471" y="127349"/>
                  </a:cubicBezTo>
                  <a:cubicBezTo>
                    <a:pt x="185294" y="134566"/>
                    <a:pt x="170915" y="145664"/>
                    <a:pt x="159334" y="160874"/>
                  </a:cubicBezTo>
                  <a:cubicBezTo>
                    <a:pt x="147753" y="176007"/>
                    <a:pt x="139359" y="193856"/>
                    <a:pt x="134152" y="214421"/>
                  </a:cubicBezTo>
                  <a:cubicBezTo>
                    <a:pt x="128944" y="234987"/>
                    <a:pt x="126379" y="257027"/>
                    <a:pt x="126379" y="280541"/>
                  </a:cubicBezTo>
                  <a:lnTo>
                    <a:pt x="126379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379" y="13736"/>
                  </a:lnTo>
                  <a:lnTo>
                    <a:pt x="126379" y="74733"/>
                  </a:lnTo>
                  <a:cubicBezTo>
                    <a:pt x="134385" y="63170"/>
                    <a:pt x="144178" y="52693"/>
                    <a:pt x="155759" y="43381"/>
                  </a:cubicBezTo>
                  <a:cubicBezTo>
                    <a:pt x="167340" y="33991"/>
                    <a:pt x="180086" y="26153"/>
                    <a:pt x="194154" y="19789"/>
                  </a:cubicBezTo>
                  <a:cubicBezTo>
                    <a:pt x="208067" y="13426"/>
                    <a:pt x="223068" y="8537"/>
                    <a:pt x="239079" y="5122"/>
                  </a:cubicBezTo>
                  <a:cubicBezTo>
                    <a:pt x="255090" y="1707"/>
                    <a:pt x="271412" y="0"/>
                    <a:pt x="288201" y="0"/>
                  </a:cubicBezTo>
                  <a:cubicBezTo>
                    <a:pt x="326907" y="0"/>
                    <a:pt x="360562" y="6286"/>
                    <a:pt x="389164" y="18858"/>
                  </a:cubicBezTo>
                  <a:cubicBezTo>
                    <a:pt x="417767" y="31430"/>
                    <a:pt x="441472" y="49434"/>
                    <a:pt x="460515" y="73026"/>
                  </a:cubicBezTo>
                  <a:cubicBezTo>
                    <a:pt x="479479" y="96540"/>
                    <a:pt x="493703" y="126263"/>
                    <a:pt x="503341" y="162194"/>
                  </a:cubicBezTo>
                  <a:cubicBezTo>
                    <a:pt x="512901" y="198125"/>
                    <a:pt x="517719" y="240186"/>
                    <a:pt x="517719" y="288379"/>
                  </a:cubicBezTo>
                  <a:lnTo>
                    <a:pt x="517719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chemeClr val="accent1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2617DD70-727E-F838-6C71-D57805A2F446}"/>
                </a:ext>
              </a:extLst>
            </p:cNvPr>
            <p:cNvSpPr/>
            <p:nvPr/>
          </p:nvSpPr>
          <p:spPr bwMode="invGray">
            <a:xfrm>
              <a:off x="7909572" y="3191752"/>
              <a:ext cx="574457" cy="670503"/>
            </a:xfrm>
            <a:custGeom>
              <a:avLst/>
              <a:gdLst>
                <a:gd name="connsiteX0" fmla="*/ 446913 w 574457"/>
                <a:gd name="connsiteY0" fmla="*/ 335485 h 670503"/>
                <a:gd name="connsiteX1" fmla="*/ 435487 w 574457"/>
                <a:gd name="connsiteY1" fmla="*/ 246628 h 670503"/>
                <a:gd name="connsiteX2" fmla="*/ 402843 w 574457"/>
                <a:gd name="connsiteY2" fmla="*/ 178724 h 670503"/>
                <a:gd name="connsiteX3" fmla="*/ 351001 w 574457"/>
                <a:gd name="connsiteY3" fmla="*/ 135342 h 670503"/>
                <a:gd name="connsiteX4" fmla="*/ 282138 w 574457"/>
                <a:gd name="connsiteY4" fmla="*/ 120132 h 670503"/>
                <a:gd name="connsiteX5" fmla="*/ 217705 w 574457"/>
                <a:gd name="connsiteY5" fmla="*/ 135342 h 670503"/>
                <a:gd name="connsiteX6" fmla="*/ 169205 w 574457"/>
                <a:gd name="connsiteY6" fmla="*/ 178413 h 670503"/>
                <a:gd name="connsiteX7" fmla="*/ 138349 w 574457"/>
                <a:gd name="connsiteY7" fmla="*/ 245153 h 670503"/>
                <a:gd name="connsiteX8" fmla="*/ 127623 w 574457"/>
                <a:gd name="connsiteY8" fmla="*/ 331837 h 670503"/>
                <a:gd name="connsiteX9" fmla="*/ 139281 w 574457"/>
                <a:gd name="connsiteY9" fmla="*/ 425739 h 670503"/>
                <a:gd name="connsiteX10" fmla="*/ 172236 w 574457"/>
                <a:gd name="connsiteY10" fmla="*/ 493953 h 670503"/>
                <a:gd name="connsiteX11" fmla="*/ 223145 w 574457"/>
                <a:gd name="connsiteY11" fmla="*/ 535782 h 670503"/>
                <a:gd name="connsiteX12" fmla="*/ 288744 w 574457"/>
                <a:gd name="connsiteY12" fmla="*/ 550139 h 670503"/>
                <a:gd name="connsiteX13" fmla="*/ 353722 w 574457"/>
                <a:gd name="connsiteY13" fmla="*/ 533066 h 670503"/>
                <a:gd name="connsiteX14" fmla="*/ 403465 w 574457"/>
                <a:gd name="connsiteY14" fmla="*/ 486969 h 670503"/>
                <a:gd name="connsiteX15" fmla="*/ 435487 w 574457"/>
                <a:gd name="connsiteY15" fmla="*/ 418755 h 670503"/>
                <a:gd name="connsiteX16" fmla="*/ 446913 w 574457"/>
                <a:gd name="connsiteY16" fmla="*/ 335330 h 670503"/>
                <a:gd name="connsiteX17" fmla="*/ 574458 w 574457"/>
                <a:gd name="connsiteY17" fmla="*/ 331915 h 670503"/>
                <a:gd name="connsiteX18" fmla="*/ 552307 w 574457"/>
                <a:gd name="connsiteY18" fmla="*/ 474863 h 670503"/>
                <a:gd name="connsiteX19" fmla="*/ 491216 w 574457"/>
                <a:gd name="connsiteY19" fmla="*/ 581336 h 670503"/>
                <a:gd name="connsiteX20" fmla="*/ 398957 w 574457"/>
                <a:gd name="connsiteY20" fmla="*/ 647766 h 670503"/>
                <a:gd name="connsiteX21" fmla="*/ 283926 w 574457"/>
                <a:gd name="connsiteY21" fmla="*/ 670504 h 670503"/>
                <a:gd name="connsiteX22" fmla="*/ 170993 w 574457"/>
                <a:gd name="connsiteY22" fmla="*/ 646602 h 670503"/>
                <a:gd name="connsiteX23" fmla="*/ 81144 w 574457"/>
                <a:gd name="connsiteY23" fmla="*/ 578698 h 670503"/>
                <a:gd name="connsiteX24" fmla="*/ 21529 w 574457"/>
                <a:gd name="connsiteY24" fmla="*/ 472845 h 670503"/>
                <a:gd name="connsiteX25" fmla="*/ 0 w 574457"/>
                <a:gd name="connsiteY25" fmla="*/ 335562 h 670503"/>
                <a:gd name="connsiteX26" fmla="*/ 22151 w 574457"/>
                <a:gd name="connsiteY26" fmla="*/ 194400 h 670503"/>
                <a:gd name="connsiteX27" fmla="*/ 82931 w 574457"/>
                <a:gd name="connsiteY27" fmla="*/ 88857 h 670503"/>
                <a:gd name="connsiteX28" fmla="*/ 174024 w 574457"/>
                <a:gd name="connsiteY28" fmla="*/ 22738 h 670503"/>
                <a:gd name="connsiteX29" fmla="*/ 287579 w 574457"/>
                <a:gd name="connsiteY29" fmla="*/ 0 h 670503"/>
                <a:gd name="connsiteX30" fmla="*/ 401678 w 574457"/>
                <a:gd name="connsiteY30" fmla="*/ 23669 h 670503"/>
                <a:gd name="connsiteX31" fmla="*/ 492459 w 574457"/>
                <a:gd name="connsiteY31" fmla="*/ 90642 h 670503"/>
                <a:gd name="connsiteX32" fmla="*/ 552617 w 574457"/>
                <a:gd name="connsiteY32" fmla="*/ 195331 h 670503"/>
                <a:gd name="connsiteX33" fmla="*/ 574458 w 574457"/>
                <a:gd name="connsiteY33" fmla="*/ 331993 h 6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74457" h="670503">
                  <a:moveTo>
                    <a:pt x="446913" y="335485"/>
                  </a:moveTo>
                  <a:cubicBezTo>
                    <a:pt x="446913" y="302813"/>
                    <a:pt x="443105" y="273168"/>
                    <a:pt x="435487" y="246628"/>
                  </a:cubicBezTo>
                  <a:cubicBezTo>
                    <a:pt x="427871" y="220164"/>
                    <a:pt x="416989" y="197504"/>
                    <a:pt x="402843" y="178724"/>
                  </a:cubicBezTo>
                  <a:cubicBezTo>
                    <a:pt x="388698" y="160021"/>
                    <a:pt x="371365" y="145509"/>
                    <a:pt x="351001" y="135342"/>
                  </a:cubicBezTo>
                  <a:cubicBezTo>
                    <a:pt x="330638" y="125176"/>
                    <a:pt x="307631" y="120132"/>
                    <a:pt x="282138" y="120132"/>
                  </a:cubicBezTo>
                  <a:cubicBezTo>
                    <a:pt x="258199" y="120132"/>
                    <a:pt x="236670" y="125176"/>
                    <a:pt x="217705" y="135342"/>
                  </a:cubicBezTo>
                  <a:cubicBezTo>
                    <a:pt x="198740" y="145509"/>
                    <a:pt x="182574" y="159866"/>
                    <a:pt x="169205" y="178413"/>
                  </a:cubicBezTo>
                  <a:cubicBezTo>
                    <a:pt x="155837" y="196960"/>
                    <a:pt x="145577" y="219233"/>
                    <a:pt x="138349" y="245153"/>
                  </a:cubicBezTo>
                  <a:cubicBezTo>
                    <a:pt x="131120" y="271073"/>
                    <a:pt x="127623" y="300019"/>
                    <a:pt x="127623" y="331837"/>
                  </a:cubicBezTo>
                  <a:cubicBezTo>
                    <a:pt x="127623" y="367303"/>
                    <a:pt x="131509" y="398655"/>
                    <a:pt x="139281" y="425739"/>
                  </a:cubicBezTo>
                  <a:cubicBezTo>
                    <a:pt x="147054" y="452901"/>
                    <a:pt x="158013" y="475561"/>
                    <a:pt x="172236" y="493953"/>
                  </a:cubicBezTo>
                  <a:cubicBezTo>
                    <a:pt x="186382" y="512268"/>
                    <a:pt x="203404" y="526237"/>
                    <a:pt x="223145" y="535782"/>
                  </a:cubicBezTo>
                  <a:cubicBezTo>
                    <a:pt x="242888" y="545328"/>
                    <a:pt x="264728" y="550139"/>
                    <a:pt x="288744" y="550139"/>
                  </a:cubicBezTo>
                  <a:cubicBezTo>
                    <a:pt x="312761" y="550139"/>
                    <a:pt x="334368" y="544474"/>
                    <a:pt x="353722" y="533066"/>
                  </a:cubicBezTo>
                  <a:cubicBezTo>
                    <a:pt x="373075" y="521658"/>
                    <a:pt x="389708" y="506293"/>
                    <a:pt x="403465" y="486969"/>
                  </a:cubicBezTo>
                  <a:cubicBezTo>
                    <a:pt x="417222" y="467645"/>
                    <a:pt x="427948" y="444907"/>
                    <a:pt x="435487" y="418755"/>
                  </a:cubicBezTo>
                  <a:cubicBezTo>
                    <a:pt x="443027" y="392602"/>
                    <a:pt x="446913" y="364819"/>
                    <a:pt x="446913" y="335330"/>
                  </a:cubicBezTo>
                  <a:moveTo>
                    <a:pt x="574458" y="331915"/>
                  </a:moveTo>
                  <a:cubicBezTo>
                    <a:pt x="574458" y="385384"/>
                    <a:pt x="567074" y="433034"/>
                    <a:pt x="552307" y="474863"/>
                  </a:cubicBezTo>
                  <a:cubicBezTo>
                    <a:pt x="537539" y="516769"/>
                    <a:pt x="517175" y="552234"/>
                    <a:pt x="491216" y="581336"/>
                  </a:cubicBezTo>
                  <a:cubicBezTo>
                    <a:pt x="465256" y="610438"/>
                    <a:pt x="434477" y="632555"/>
                    <a:pt x="398957" y="647766"/>
                  </a:cubicBezTo>
                  <a:cubicBezTo>
                    <a:pt x="363438" y="662899"/>
                    <a:pt x="325042" y="670504"/>
                    <a:pt x="283926" y="670504"/>
                  </a:cubicBezTo>
                  <a:cubicBezTo>
                    <a:pt x="242810" y="670504"/>
                    <a:pt x="205502" y="662511"/>
                    <a:pt x="170993" y="646602"/>
                  </a:cubicBezTo>
                  <a:cubicBezTo>
                    <a:pt x="136483" y="630693"/>
                    <a:pt x="106482" y="608032"/>
                    <a:pt x="81144" y="578698"/>
                  </a:cubicBezTo>
                  <a:cubicBezTo>
                    <a:pt x="55728" y="549363"/>
                    <a:pt x="35908" y="514130"/>
                    <a:pt x="21529" y="472845"/>
                  </a:cubicBezTo>
                  <a:cubicBezTo>
                    <a:pt x="7150" y="431559"/>
                    <a:pt x="0" y="385850"/>
                    <a:pt x="0" y="335562"/>
                  </a:cubicBezTo>
                  <a:cubicBezTo>
                    <a:pt x="0" y="285275"/>
                    <a:pt x="7384" y="235840"/>
                    <a:pt x="22151" y="194400"/>
                  </a:cubicBezTo>
                  <a:cubicBezTo>
                    <a:pt x="36919" y="152959"/>
                    <a:pt x="57205" y="117726"/>
                    <a:pt x="82931" y="88857"/>
                  </a:cubicBezTo>
                  <a:cubicBezTo>
                    <a:pt x="108658" y="59988"/>
                    <a:pt x="139048" y="37949"/>
                    <a:pt x="174024" y="22738"/>
                  </a:cubicBezTo>
                  <a:cubicBezTo>
                    <a:pt x="208999" y="7605"/>
                    <a:pt x="246774" y="0"/>
                    <a:pt x="287579" y="0"/>
                  </a:cubicBezTo>
                  <a:cubicBezTo>
                    <a:pt x="328384" y="0"/>
                    <a:pt x="366702" y="7916"/>
                    <a:pt x="401678" y="23669"/>
                  </a:cubicBezTo>
                  <a:cubicBezTo>
                    <a:pt x="436653" y="39423"/>
                    <a:pt x="466888" y="61773"/>
                    <a:pt x="492459" y="90642"/>
                  </a:cubicBezTo>
                  <a:cubicBezTo>
                    <a:pt x="518030" y="119589"/>
                    <a:pt x="538083" y="154433"/>
                    <a:pt x="552617" y="195331"/>
                  </a:cubicBezTo>
                  <a:cubicBezTo>
                    <a:pt x="567152" y="236151"/>
                    <a:pt x="574458" y="281782"/>
                    <a:pt x="574458" y="331993"/>
                  </a:cubicBezTo>
                </a:path>
              </a:pathLst>
            </a:custGeom>
            <a:solidFill>
              <a:schemeClr val="accent1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7BC5C7C3-8F42-FFBA-CF05-A6449249DB37}"/>
                </a:ext>
              </a:extLst>
            </p:cNvPr>
            <p:cNvSpPr/>
            <p:nvPr/>
          </p:nvSpPr>
          <p:spPr bwMode="invGray">
            <a:xfrm>
              <a:off x="8577920" y="3191752"/>
              <a:ext cx="517641" cy="656845"/>
            </a:xfrm>
            <a:custGeom>
              <a:avLst/>
              <a:gdLst>
                <a:gd name="connsiteX0" fmla="*/ 391262 w 517641"/>
                <a:gd name="connsiteY0" fmla="*/ 656690 h 656845"/>
                <a:gd name="connsiteX1" fmla="*/ 391262 w 517641"/>
                <a:gd name="connsiteY1" fmla="*/ 293035 h 656845"/>
                <a:gd name="connsiteX2" fmla="*/ 360095 w 517641"/>
                <a:gd name="connsiteY2" fmla="*/ 161107 h 656845"/>
                <a:gd name="connsiteX3" fmla="*/ 258821 w 517641"/>
                <a:gd name="connsiteY3" fmla="*/ 116562 h 656845"/>
                <a:gd name="connsiteX4" fmla="*/ 202549 w 517641"/>
                <a:gd name="connsiteY4" fmla="*/ 127349 h 656845"/>
                <a:gd name="connsiteX5" fmla="*/ 159412 w 517641"/>
                <a:gd name="connsiteY5" fmla="*/ 160874 h 656845"/>
                <a:gd name="connsiteX6" fmla="*/ 134230 w 517641"/>
                <a:gd name="connsiteY6" fmla="*/ 214421 h 656845"/>
                <a:gd name="connsiteX7" fmla="*/ 126457 w 517641"/>
                <a:gd name="connsiteY7" fmla="*/ 280541 h 656845"/>
                <a:gd name="connsiteX8" fmla="*/ 126457 w 517641"/>
                <a:gd name="connsiteY8" fmla="*/ 656768 h 656845"/>
                <a:gd name="connsiteX9" fmla="*/ 0 w 517641"/>
                <a:gd name="connsiteY9" fmla="*/ 656768 h 656845"/>
                <a:gd name="connsiteX10" fmla="*/ 0 w 517641"/>
                <a:gd name="connsiteY10" fmla="*/ 13736 h 656845"/>
                <a:gd name="connsiteX11" fmla="*/ 126457 w 517641"/>
                <a:gd name="connsiteY11" fmla="*/ 13736 h 656845"/>
                <a:gd name="connsiteX12" fmla="*/ 126457 w 517641"/>
                <a:gd name="connsiteY12" fmla="*/ 74733 h 656845"/>
                <a:gd name="connsiteX13" fmla="*/ 155837 w 517641"/>
                <a:gd name="connsiteY13" fmla="*/ 43381 h 656845"/>
                <a:gd name="connsiteX14" fmla="*/ 194154 w 517641"/>
                <a:gd name="connsiteY14" fmla="*/ 19789 h 656845"/>
                <a:gd name="connsiteX15" fmla="*/ 239079 w 517641"/>
                <a:gd name="connsiteY15" fmla="*/ 5122 h 656845"/>
                <a:gd name="connsiteX16" fmla="*/ 288201 w 517641"/>
                <a:gd name="connsiteY16" fmla="*/ 0 h 656845"/>
                <a:gd name="connsiteX17" fmla="*/ 389164 w 517641"/>
                <a:gd name="connsiteY17" fmla="*/ 18858 h 656845"/>
                <a:gd name="connsiteX18" fmla="*/ 460437 w 517641"/>
                <a:gd name="connsiteY18" fmla="*/ 73026 h 656845"/>
                <a:gd name="connsiteX19" fmla="*/ 503263 w 517641"/>
                <a:gd name="connsiteY19" fmla="*/ 162194 h 656845"/>
                <a:gd name="connsiteX20" fmla="*/ 517642 w 517641"/>
                <a:gd name="connsiteY20" fmla="*/ 288379 h 656845"/>
                <a:gd name="connsiteX21" fmla="*/ 517642 w 517641"/>
                <a:gd name="connsiteY21" fmla="*/ 656845 h 656845"/>
                <a:gd name="connsiteX22" fmla="*/ 391262 w 517641"/>
                <a:gd name="connsiteY22" fmla="*/ 656845 h 65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7641" h="656845">
                  <a:moveTo>
                    <a:pt x="391262" y="656690"/>
                  </a:moveTo>
                  <a:lnTo>
                    <a:pt x="391262" y="293035"/>
                  </a:lnTo>
                  <a:cubicBezTo>
                    <a:pt x="391262" y="234832"/>
                    <a:pt x="380925" y="190830"/>
                    <a:pt x="360095" y="161107"/>
                  </a:cubicBezTo>
                  <a:cubicBezTo>
                    <a:pt x="339343" y="131462"/>
                    <a:pt x="305611" y="116562"/>
                    <a:pt x="258821" y="116562"/>
                  </a:cubicBezTo>
                  <a:cubicBezTo>
                    <a:pt x="238457" y="116562"/>
                    <a:pt x="219648" y="120210"/>
                    <a:pt x="202549" y="127349"/>
                  </a:cubicBezTo>
                  <a:cubicBezTo>
                    <a:pt x="185372" y="134566"/>
                    <a:pt x="170993" y="145664"/>
                    <a:pt x="159412" y="160874"/>
                  </a:cubicBezTo>
                  <a:cubicBezTo>
                    <a:pt x="147831" y="176007"/>
                    <a:pt x="139437" y="193856"/>
                    <a:pt x="134230" y="214421"/>
                  </a:cubicBezTo>
                  <a:cubicBezTo>
                    <a:pt x="129022" y="234987"/>
                    <a:pt x="126457" y="257027"/>
                    <a:pt x="126457" y="280541"/>
                  </a:cubicBezTo>
                  <a:lnTo>
                    <a:pt x="126457" y="656768"/>
                  </a:lnTo>
                  <a:lnTo>
                    <a:pt x="0" y="656768"/>
                  </a:lnTo>
                  <a:lnTo>
                    <a:pt x="0" y="13736"/>
                  </a:lnTo>
                  <a:lnTo>
                    <a:pt x="126457" y="13736"/>
                  </a:lnTo>
                  <a:lnTo>
                    <a:pt x="126457" y="74733"/>
                  </a:lnTo>
                  <a:cubicBezTo>
                    <a:pt x="134462" y="63170"/>
                    <a:pt x="144178" y="52693"/>
                    <a:pt x="155837" y="43381"/>
                  </a:cubicBezTo>
                  <a:cubicBezTo>
                    <a:pt x="167417" y="33991"/>
                    <a:pt x="180164" y="26153"/>
                    <a:pt x="194154" y="19789"/>
                  </a:cubicBezTo>
                  <a:cubicBezTo>
                    <a:pt x="208145" y="13426"/>
                    <a:pt x="223146" y="8537"/>
                    <a:pt x="239079" y="5122"/>
                  </a:cubicBezTo>
                  <a:cubicBezTo>
                    <a:pt x="255012" y="1707"/>
                    <a:pt x="271412" y="0"/>
                    <a:pt x="288201" y="0"/>
                  </a:cubicBezTo>
                  <a:cubicBezTo>
                    <a:pt x="326985" y="0"/>
                    <a:pt x="360562" y="6286"/>
                    <a:pt x="389164" y="18858"/>
                  </a:cubicBezTo>
                  <a:cubicBezTo>
                    <a:pt x="417689" y="31430"/>
                    <a:pt x="441472" y="49434"/>
                    <a:pt x="460437" y="73026"/>
                  </a:cubicBezTo>
                  <a:cubicBezTo>
                    <a:pt x="479402" y="96540"/>
                    <a:pt x="493703" y="126263"/>
                    <a:pt x="503263" y="162194"/>
                  </a:cubicBezTo>
                  <a:cubicBezTo>
                    <a:pt x="512823" y="198125"/>
                    <a:pt x="517642" y="240186"/>
                    <a:pt x="517642" y="288379"/>
                  </a:cubicBezTo>
                  <a:lnTo>
                    <a:pt x="517642" y="656845"/>
                  </a:lnTo>
                  <a:lnTo>
                    <a:pt x="391262" y="656845"/>
                  </a:lnTo>
                  <a:close/>
                </a:path>
              </a:pathLst>
            </a:custGeom>
            <a:solidFill>
              <a:schemeClr val="accent1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104D3CB5-8F33-318F-F1C0-F4EF179D4542}"/>
                </a:ext>
              </a:extLst>
            </p:cNvPr>
            <p:cNvSpPr/>
            <p:nvPr/>
          </p:nvSpPr>
          <p:spPr bwMode="invGray">
            <a:xfrm>
              <a:off x="1333500" y="1365250"/>
              <a:ext cx="2432217" cy="886244"/>
            </a:xfrm>
            <a:custGeom>
              <a:avLst/>
              <a:gdLst>
                <a:gd name="connsiteX0" fmla="*/ 2431984 w 2432217"/>
                <a:gd name="connsiteY0" fmla="*/ 0 h 886244"/>
                <a:gd name="connsiteX1" fmla="*/ 0 w 2432217"/>
                <a:gd name="connsiteY1" fmla="*/ 886245 h 886244"/>
                <a:gd name="connsiteX2" fmla="*/ 2432217 w 2432217"/>
                <a:gd name="connsiteY2" fmla="*/ 457246 h 886244"/>
                <a:gd name="connsiteX3" fmla="*/ 2432217 w 2432217"/>
                <a:gd name="connsiteY3" fmla="*/ 0 h 886244"/>
                <a:gd name="connsiteX4" fmla="*/ 2431984 w 2432217"/>
                <a:gd name="connsiteY4" fmla="*/ 0 h 886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2217" h="886244">
                  <a:moveTo>
                    <a:pt x="2431984" y="0"/>
                  </a:moveTo>
                  <a:lnTo>
                    <a:pt x="0" y="886245"/>
                  </a:lnTo>
                  <a:lnTo>
                    <a:pt x="2432217" y="457246"/>
                  </a:lnTo>
                  <a:lnTo>
                    <a:pt x="2432217" y="0"/>
                  </a:lnTo>
                  <a:lnTo>
                    <a:pt x="2431984" y="0"/>
                  </a:lnTo>
                  <a:close/>
                </a:path>
              </a:pathLst>
            </a:custGeom>
            <a:solidFill>
              <a:schemeClr val="accent5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B05D38AD-B6C6-C0A5-F4F7-3D3CCEEBA1A6}"/>
                </a:ext>
              </a:extLst>
            </p:cNvPr>
            <p:cNvSpPr/>
            <p:nvPr/>
          </p:nvSpPr>
          <p:spPr bwMode="invGray">
            <a:xfrm>
              <a:off x="1354718" y="2619961"/>
              <a:ext cx="2042042" cy="1228558"/>
            </a:xfrm>
            <a:custGeom>
              <a:avLst/>
              <a:gdLst>
                <a:gd name="connsiteX0" fmla="*/ 1639277 w 2042042"/>
                <a:gd name="connsiteY0" fmla="*/ 78 h 1228558"/>
                <a:gd name="connsiteX1" fmla="*/ 1430277 w 2042042"/>
                <a:gd name="connsiteY1" fmla="*/ 400983 h 1228558"/>
                <a:gd name="connsiteX2" fmla="*/ 1221821 w 2042042"/>
                <a:gd name="connsiteY2" fmla="*/ 78 h 1228558"/>
                <a:gd name="connsiteX3" fmla="*/ 813848 w 2042042"/>
                <a:gd name="connsiteY3" fmla="*/ 78 h 1228558"/>
                <a:gd name="connsiteX4" fmla="*/ 1243662 w 2042042"/>
                <a:gd name="connsiteY4" fmla="*/ 743297 h 1228558"/>
                <a:gd name="connsiteX5" fmla="*/ 1243662 w 2042042"/>
                <a:gd name="connsiteY5" fmla="*/ 1228559 h 1228558"/>
                <a:gd name="connsiteX6" fmla="*/ 1611607 w 2042042"/>
                <a:gd name="connsiteY6" fmla="*/ 1228559 h 1228558"/>
                <a:gd name="connsiteX7" fmla="*/ 1611607 w 2042042"/>
                <a:gd name="connsiteY7" fmla="*/ 743297 h 1228558"/>
                <a:gd name="connsiteX8" fmla="*/ 2042043 w 2042042"/>
                <a:gd name="connsiteY8" fmla="*/ 78 h 1228558"/>
                <a:gd name="connsiteX9" fmla="*/ 1639277 w 2042042"/>
                <a:gd name="connsiteY9" fmla="*/ 78 h 1228558"/>
                <a:gd name="connsiteX10" fmla="*/ 0 w 2042042"/>
                <a:gd name="connsiteY10" fmla="*/ 78 h 1228558"/>
                <a:gd name="connsiteX11" fmla="*/ 0 w 2042042"/>
                <a:gd name="connsiteY11" fmla="*/ 1228481 h 1228558"/>
                <a:gd name="connsiteX12" fmla="*/ 984219 w 2042042"/>
                <a:gd name="connsiteY12" fmla="*/ 1228481 h 1228558"/>
                <a:gd name="connsiteX13" fmla="*/ 984219 w 2042042"/>
                <a:gd name="connsiteY13" fmla="*/ 945923 h 1228558"/>
                <a:gd name="connsiteX14" fmla="*/ 369034 w 2042042"/>
                <a:gd name="connsiteY14" fmla="*/ 945923 h 1228558"/>
                <a:gd name="connsiteX15" fmla="*/ 369034 w 2042042"/>
                <a:gd name="connsiteY15" fmla="*/ 743220 h 1228558"/>
                <a:gd name="connsiteX16" fmla="*/ 813848 w 2042042"/>
                <a:gd name="connsiteY16" fmla="*/ 743220 h 1228558"/>
                <a:gd name="connsiteX17" fmla="*/ 813848 w 2042042"/>
                <a:gd name="connsiteY17" fmla="*/ 485339 h 1228558"/>
                <a:gd name="connsiteX18" fmla="*/ 369034 w 2042042"/>
                <a:gd name="connsiteY18" fmla="*/ 485339 h 1228558"/>
                <a:gd name="connsiteX19" fmla="*/ 369034 w 2042042"/>
                <a:gd name="connsiteY19" fmla="*/ 282558 h 1228558"/>
                <a:gd name="connsiteX20" fmla="*/ 861182 w 2042042"/>
                <a:gd name="connsiteY20" fmla="*/ 282558 h 1228558"/>
                <a:gd name="connsiteX21" fmla="*/ 697884 w 2042042"/>
                <a:gd name="connsiteY21" fmla="*/ 0 h 1228558"/>
                <a:gd name="connsiteX22" fmla="*/ 0 w 2042042"/>
                <a:gd name="connsiteY22" fmla="*/ 0 h 122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2042" h="1228558">
                  <a:moveTo>
                    <a:pt x="1639277" y="78"/>
                  </a:moveTo>
                  <a:lnTo>
                    <a:pt x="1430277" y="400983"/>
                  </a:lnTo>
                  <a:lnTo>
                    <a:pt x="1221821" y="78"/>
                  </a:lnTo>
                  <a:lnTo>
                    <a:pt x="813848" y="78"/>
                  </a:lnTo>
                  <a:lnTo>
                    <a:pt x="1243662" y="743297"/>
                  </a:lnTo>
                  <a:lnTo>
                    <a:pt x="1243662" y="1228559"/>
                  </a:lnTo>
                  <a:lnTo>
                    <a:pt x="1611607" y="1228559"/>
                  </a:lnTo>
                  <a:lnTo>
                    <a:pt x="1611607" y="743297"/>
                  </a:lnTo>
                  <a:lnTo>
                    <a:pt x="2042043" y="78"/>
                  </a:lnTo>
                  <a:lnTo>
                    <a:pt x="1639277" y="78"/>
                  </a:lnTo>
                  <a:close/>
                  <a:moveTo>
                    <a:pt x="0" y="78"/>
                  </a:moveTo>
                  <a:lnTo>
                    <a:pt x="0" y="1228481"/>
                  </a:lnTo>
                  <a:lnTo>
                    <a:pt x="984219" y="1228481"/>
                  </a:lnTo>
                  <a:lnTo>
                    <a:pt x="984219" y="945923"/>
                  </a:lnTo>
                  <a:lnTo>
                    <a:pt x="369034" y="945923"/>
                  </a:lnTo>
                  <a:lnTo>
                    <a:pt x="369034" y="743220"/>
                  </a:lnTo>
                  <a:lnTo>
                    <a:pt x="813848" y="743220"/>
                  </a:lnTo>
                  <a:lnTo>
                    <a:pt x="813848" y="485339"/>
                  </a:lnTo>
                  <a:lnTo>
                    <a:pt x="369034" y="485339"/>
                  </a:lnTo>
                  <a:lnTo>
                    <a:pt x="369034" y="282558"/>
                  </a:lnTo>
                  <a:lnTo>
                    <a:pt x="861182" y="282558"/>
                  </a:lnTo>
                  <a:lnTo>
                    <a:pt x="6978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165AE05D-1F9C-6957-016F-459DFFE53CE2}"/>
                </a:ext>
              </a:extLst>
            </p:cNvPr>
            <p:cNvSpPr/>
            <p:nvPr/>
          </p:nvSpPr>
          <p:spPr bwMode="invGray">
            <a:xfrm>
              <a:off x="5925900" y="4251210"/>
              <a:ext cx="200839" cy="388178"/>
            </a:xfrm>
            <a:custGeom>
              <a:avLst/>
              <a:gdLst>
                <a:gd name="connsiteX0" fmla="*/ 119151 w 200839"/>
                <a:gd name="connsiteY0" fmla="*/ 286749 h 388178"/>
                <a:gd name="connsiteX1" fmla="*/ 119151 w 200839"/>
                <a:gd name="connsiteY1" fmla="*/ 173679 h 388178"/>
                <a:gd name="connsiteX2" fmla="*/ 199751 w 200839"/>
                <a:gd name="connsiteY2" fmla="*/ 173679 h 388178"/>
                <a:gd name="connsiteX3" fmla="*/ 199751 w 200839"/>
                <a:gd name="connsiteY3" fmla="*/ 107250 h 388178"/>
                <a:gd name="connsiteX4" fmla="*/ 119151 w 200839"/>
                <a:gd name="connsiteY4" fmla="*/ 107250 h 388178"/>
                <a:gd name="connsiteX5" fmla="*/ 119151 w 200839"/>
                <a:gd name="connsiteY5" fmla="*/ 0 h 388178"/>
                <a:gd name="connsiteX6" fmla="*/ 47878 w 200839"/>
                <a:gd name="connsiteY6" fmla="*/ 35543 h 388178"/>
                <a:gd name="connsiteX7" fmla="*/ 47878 w 200839"/>
                <a:gd name="connsiteY7" fmla="*/ 107250 h 388178"/>
                <a:gd name="connsiteX8" fmla="*/ 0 w 200839"/>
                <a:gd name="connsiteY8" fmla="*/ 107250 h 388178"/>
                <a:gd name="connsiteX9" fmla="*/ 0 w 200839"/>
                <a:gd name="connsiteY9" fmla="*/ 173679 h 388178"/>
                <a:gd name="connsiteX10" fmla="*/ 47878 w 200839"/>
                <a:gd name="connsiteY10" fmla="*/ 173679 h 388178"/>
                <a:gd name="connsiteX11" fmla="*/ 47878 w 200839"/>
                <a:gd name="connsiteY11" fmla="*/ 305995 h 388178"/>
                <a:gd name="connsiteX12" fmla="*/ 122027 w 200839"/>
                <a:gd name="connsiteY12" fmla="*/ 388178 h 388178"/>
                <a:gd name="connsiteX13" fmla="*/ 190346 w 200839"/>
                <a:gd name="connsiteY13" fmla="*/ 371260 h 388178"/>
                <a:gd name="connsiteX14" fmla="*/ 200839 w 200839"/>
                <a:gd name="connsiteY14" fmla="*/ 299554 h 388178"/>
                <a:gd name="connsiteX15" fmla="*/ 145344 w 200839"/>
                <a:gd name="connsiteY15" fmla="*/ 319964 h 388178"/>
                <a:gd name="connsiteX16" fmla="*/ 119073 w 200839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9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1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10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88BFD915-1634-C147-5326-2EF3ED7BBE8D}"/>
                </a:ext>
              </a:extLst>
            </p:cNvPr>
            <p:cNvSpPr/>
            <p:nvPr/>
          </p:nvSpPr>
          <p:spPr bwMode="invGray">
            <a:xfrm>
              <a:off x="4293307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9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BC8336D7-BD61-DA69-3F0E-A7754D086495}"/>
                </a:ext>
              </a:extLst>
            </p:cNvPr>
            <p:cNvSpPr/>
            <p:nvPr/>
          </p:nvSpPr>
          <p:spPr bwMode="invGray">
            <a:xfrm>
              <a:off x="617057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2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79 w 238379"/>
                <a:gd name="connsiteY10" fmla="*/ 382436 h 382435"/>
                <a:gd name="connsiteX11" fmla="*/ 238379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2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79" y="382436"/>
                  </a:lnTo>
                  <a:lnTo>
                    <a:pt x="238379" y="226761"/>
                  </a:lnTo>
                  <a:cubicBezTo>
                    <a:pt x="238379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2904AF7D-3287-5DB8-90AE-46918F10C334}"/>
                </a:ext>
              </a:extLst>
            </p:cNvPr>
            <p:cNvSpPr/>
            <p:nvPr/>
          </p:nvSpPr>
          <p:spPr bwMode="invGray">
            <a:xfrm>
              <a:off x="1678205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8C4CA1E4-233E-0853-F024-D822D876D4CF}"/>
                </a:ext>
              </a:extLst>
            </p:cNvPr>
            <p:cNvSpPr/>
            <p:nvPr/>
          </p:nvSpPr>
          <p:spPr bwMode="invGray">
            <a:xfrm>
              <a:off x="2898939" y="4251210"/>
              <a:ext cx="200838" cy="388178"/>
            </a:xfrm>
            <a:custGeom>
              <a:avLst/>
              <a:gdLst>
                <a:gd name="connsiteX0" fmla="*/ 119151 w 200838"/>
                <a:gd name="connsiteY0" fmla="*/ 286749 h 388178"/>
                <a:gd name="connsiteX1" fmla="*/ 119151 w 200838"/>
                <a:gd name="connsiteY1" fmla="*/ 173679 h 388178"/>
                <a:gd name="connsiteX2" fmla="*/ 199751 w 200838"/>
                <a:gd name="connsiteY2" fmla="*/ 173679 h 388178"/>
                <a:gd name="connsiteX3" fmla="*/ 199751 w 200838"/>
                <a:gd name="connsiteY3" fmla="*/ 107250 h 388178"/>
                <a:gd name="connsiteX4" fmla="*/ 119151 w 200838"/>
                <a:gd name="connsiteY4" fmla="*/ 107250 h 388178"/>
                <a:gd name="connsiteX5" fmla="*/ 119151 w 200838"/>
                <a:gd name="connsiteY5" fmla="*/ 0 h 388178"/>
                <a:gd name="connsiteX6" fmla="*/ 47878 w 200838"/>
                <a:gd name="connsiteY6" fmla="*/ 35543 h 388178"/>
                <a:gd name="connsiteX7" fmla="*/ 47878 w 200838"/>
                <a:gd name="connsiteY7" fmla="*/ 107250 h 388178"/>
                <a:gd name="connsiteX8" fmla="*/ 0 w 200838"/>
                <a:gd name="connsiteY8" fmla="*/ 107250 h 388178"/>
                <a:gd name="connsiteX9" fmla="*/ 0 w 200838"/>
                <a:gd name="connsiteY9" fmla="*/ 173679 h 388178"/>
                <a:gd name="connsiteX10" fmla="*/ 47878 w 200838"/>
                <a:gd name="connsiteY10" fmla="*/ 173679 h 388178"/>
                <a:gd name="connsiteX11" fmla="*/ 47878 w 200838"/>
                <a:gd name="connsiteY11" fmla="*/ 305995 h 388178"/>
                <a:gd name="connsiteX12" fmla="*/ 122027 w 200838"/>
                <a:gd name="connsiteY12" fmla="*/ 388178 h 388178"/>
                <a:gd name="connsiteX13" fmla="*/ 190346 w 200838"/>
                <a:gd name="connsiteY13" fmla="*/ 371260 h 388178"/>
                <a:gd name="connsiteX14" fmla="*/ 200839 w 200838"/>
                <a:gd name="connsiteY14" fmla="*/ 299554 h 388178"/>
                <a:gd name="connsiteX15" fmla="*/ 145344 w 200838"/>
                <a:gd name="connsiteY15" fmla="*/ 319964 h 388178"/>
                <a:gd name="connsiteX16" fmla="*/ 119073 w 200838"/>
                <a:gd name="connsiteY16" fmla="*/ 286749 h 3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838" h="388178">
                  <a:moveTo>
                    <a:pt x="119151" y="286749"/>
                  </a:moveTo>
                  <a:lnTo>
                    <a:pt x="119151" y="173679"/>
                  </a:lnTo>
                  <a:lnTo>
                    <a:pt x="199751" y="173679"/>
                  </a:lnTo>
                  <a:lnTo>
                    <a:pt x="199751" y="107250"/>
                  </a:lnTo>
                  <a:lnTo>
                    <a:pt x="119151" y="107250"/>
                  </a:lnTo>
                  <a:lnTo>
                    <a:pt x="119151" y="0"/>
                  </a:lnTo>
                  <a:lnTo>
                    <a:pt x="47878" y="35543"/>
                  </a:lnTo>
                  <a:lnTo>
                    <a:pt x="47878" y="107250"/>
                  </a:lnTo>
                  <a:lnTo>
                    <a:pt x="0" y="107250"/>
                  </a:lnTo>
                  <a:lnTo>
                    <a:pt x="0" y="173679"/>
                  </a:lnTo>
                  <a:lnTo>
                    <a:pt x="47878" y="173679"/>
                  </a:lnTo>
                  <a:lnTo>
                    <a:pt x="47878" y="305995"/>
                  </a:lnTo>
                  <a:cubicBezTo>
                    <a:pt x="47878" y="353799"/>
                    <a:pt x="78812" y="388178"/>
                    <a:pt x="122027" y="388178"/>
                  </a:cubicBezTo>
                  <a:cubicBezTo>
                    <a:pt x="140680" y="388178"/>
                    <a:pt x="175734" y="382901"/>
                    <a:pt x="190346" y="371260"/>
                  </a:cubicBezTo>
                  <a:lnTo>
                    <a:pt x="200839" y="299554"/>
                  </a:lnTo>
                  <a:cubicBezTo>
                    <a:pt x="188558" y="311195"/>
                    <a:pt x="162909" y="319964"/>
                    <a:pt x="145344" y="319964"/>
                  </a:cubicBezTo>
                  <a:cubicBezTo>
                    <a:pt x="127778" y="319964"/>
                    <a:pt x="119073" y="311815"/>
                    <a:pt x="119073" y="28674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4AB640F2-A0DC-99A6-E013-B30FD7A0CAB1}"/>
                </a:ext>
              </a:extLst>
            </p:cNvPr>
            <p:cNvSpPr/>
            <p:nvPr/>
          </p:nvSpPr>
          <p:spPr bwMode="invGray">
            <a:xfrm>
              <a:off x="3143614" y="4251132"/>
              <a:ext cx="238379" cy="382435"/>
            </a:xfrm>
            <a:custGeom>
              <a:avLst/>
              <a:gdLst>
                <a:gd name="connsiteX0" fmla="*/ 140136 w 238379"/>
                <a:gd name="connsiteY0" fmla="*/ 101429 h 382435"/>
                <a:gd name="connsiteX1" fmla="*/ 71273 w 238379"/>
                <a:gd name="connsiteY1" fmla="*/ 125952 h 382435"/>
                <a:gd name="connsiteX2" fmla="*/ 71273 w 238379"/>
                <a:gd name="connsiteY2" fmla="*/ 0 h 382435"/>
                <a:gd name="connsiteX3" fmla="*/ 0 w 238379"/>
                <a:gd name="connsiteY3" fmla="*/ 35543 h 382435"/>
                <a:gd name="connsiteX4" fmla="*/ 0 w 238379"/>
                <a:gd name="connsiteY4" fmla="*/ 382436 h 382435"/>
                <a:gd name="connsiteX5" fmla="*/ 71273 w 238379"/>
                <a:gd name="connsiteY5" fmla="*/ 382436 h 382435"/>
                <a:gd name="connsiteX6" fmla="*/ 71273 w 238379"/>
                <a:gd name="connsiteY6" fmla="*/ 230874 h 382435"/>
                <a:gd name="connsiteX7" fmla="*/ 119773 w 238379"/>
                <a:gd name="connsiteY7" fmla="*/ 168480 h 382435"/>
                <a:gd name="connsiteX8" fmla="*/ 167107 w 238379"/>
                <a:gd name="connsiteY8" fmla="*/ 232581 h 382435"/>
                <a:gd name="connsiteX9" fmla="*/ 167107 w 238379"/>
                <a:gd name="connsiteY9" fmla="*/ 382436 h 382435"/>
                <a:gd name="connsiteX10" fmla="*/ 238380 w 238379"/>
                <a:gd name="connsiteY10" fmla="*/ 382436 h 382435"/>
                <a:gd name="connsiteX11" fmla="*/ 238380 w 238379"/>
                <a:gd name="connsiteY11" fmla="*/ 226761 h 382435"/>
                <a:gd name="connsiteX12" fmla="*/ 140292 w 238379"/>
                <a:gd name="connsiteY12" fmla="*/ 101429 h 38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79" h="382435">
                  <a:moveTo>
                    <a:pt x="140136" y="101429"/>
                  </a:moveTo>
                  <a:cubicBezTo>
                    <a:pt x="112700" y="101429"/>
                    <a:pt x="84641" y="109578"/>
                    <a:pt x="71273" y="125952"/>
                  </a:cubicBezTo>
                  <a:lnTo>
                    <a:pt x="71273" y="0"/>
                  </a:lnTo>
                  <a:lnTo>
                    <a:pt x="0" y="35543"/>
                  </a:lnTo>
                  <a:lnTo>
                    <a:pt x="0" y="382436"/>
                  </a:lnTo>
                  <a:lnTo>
                    <a:pt x="71273" y="382436"/>
                  </a:lnTo>
                  <a:lnTo>
                    <a:pt x="71273" y="230874"/>
                  </a:lnTo>
                  <a:cubicBezTo>
                    <a:pt x="71273" y="190054"/>
                    <a:pt x="83553" y="168480"/>
                    <a:pt x="119773" y="168480"/>
                  </a:cubicBezTo>
                  <a:cubicBezTo>
                    <a:pt x="158324" y="168480"/>
                    <a:pt x="167107" y="194167"/>
                    <a:pt x="167107" y="232581"/>
                  </a:cubicBezTo>
                  <a:lnTo>
                    <a:pt x="167107" y="382436"/>
                  </a:lnTo>
                  <a:lnTo>
                    <a:pt x="238380" y="382436"/>
                  </a:lnTo>
                  <a:lnTo>
                    <a:pt x="238380" y="226761"/>
                  </a:lnTo>
                  <a:cubicBezTo>
                    <a:pt x="238380" y="158546"/>
                    <a:pt x="212653" y="101429"/>
                    <a:pt x="140292" y="10142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491313F6-EFBA-19A8-754E-F724704D32CD}"/>
                </a:ext>
              </a:extLst>
            </p:cNvPr>
            <p:cNvSpPr/>
            <p:nvPr/>
          </p:nvSpPr>
          <p:spPr bwMode="invGray">
            <a:xfrm>
              <a:off x="2242171" y="4352251"/>
              <a:ext cx="237602" cy="382513"/>
            </a:xfrm>
            <a:custGeom>
              <a:avLst/>
              <a:gdLst>
                <a:gd name="connsiteX0" fmla="*/ 131354 w 237602"/>
                <a:gd name="connsiteY0" fmla="*/ 0 h 382513"/>
                <a:gd name="connsiteX1" fmla="*/ 68863 w 237602"/>
                <a:gd name="connsiteY1" fmla="*/ 24523 h 382513"/>
                <a:gd name="connsiteX2" fmla="*/ 68863 w 237602"/>
                <a:gd name="connsiteY2" fmla="*/ 5898 h 382513"/>
                <a:gd name="connsiteX3" fmla="*/ 0 w 237602"/>
                <a:gd name="connsiteY3" fmla="*/ 5898 h 382513"/>
                <a:gd name="connsiteX4" fmla="*/ 0 w 237602"/>
                <a:gd name="connsiteY4" fmla="*/ 382513 h 382513"/>
                <a:gd name="connsiteX5" fmla="*/ 68863 w 237602"/>
                <a:gd name="connsiteY5" fmla="*/ 348134 h 382513"/>
                <a:gd name="connsiteX6" fmla="*/ 68863 w 237602"/>
                <a:gd name="connsiteY6" fmla="*/ 264166 h 382513"/>
                <a:gd name="connsiteX7" fmla="*/ 130188 w 237602"/>
                <a:gd name="connsiteY7" fmla="*/ 286904 h 382513"/>
                <a:gd name="connsiteX8" fmla="*/ 237602 w 237602"/>
                <a:gd name="connsiteY8" fmla="*/ 144034 h 382513"/>
                <a:gd name="connsiteX9" fmla="*/ 131354 w 237602"/>
                <a:gd name="connsiteY9" fmla="*/ 0 h 382513"/>
                <a:gd name="connsiteX10" fmla="*/ 118529 w 237602"/>
                <a:gd name="connsiteY10" fmla="*/ 220940 h 382513"/>
                <a:gd name="connsiteX11" fmla="*/ 68863 w 237602"/>
                <a:gd name="connsiteY11" fmla="*/ 195874 h 382513"/>
                <a:gd name="connsiteX12" fmla="*/ 68863 w 237602"/>
                <a:gd name="connsiteY12" fmla="*/ 90953 h 382513"/>
                <a:gd name="connsiteX13" fmla="*/ 114410 w 237602"/>
                <a:gd name="connsiteY13" fmla="*/ 66430 h 382513"/>
                <a:gd name="connsiteX14" fmla="*/ 166407 w 237602"/>
                <a:gd name="connsiteY14" fmla="*/ 147449 h 382513"/>
                <a:gd name="connsiteX15" fmla="*/ 118529 w 237602"/>
                <a:gd name="connsiteY15" fmla="*/ 220940 h 382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7602" h="382513">
                  <a:moveTo>
                    <a:pt x="131354" y="0"/>
                  </a:moveTo>
                  <a:cubicBezTo>
                    <a:pt x="105627" y="0"/>
                    <a:pt x="86973" y="8149"/>
                    <a:pt x="68863" y="24523"/>
                  </a:cubicBezTo>
                  <a:lnTo>
                    <a:pt x="68863" y="5898"/>
                  </a:lnTo>
                  <a:lnTo>
                    <a:pt x="0" y="5898"/>
                  </a:lnTo>
                  <a:lnTo>
                    <a:pt x="0" y="382513"/>
                  </a:lnTo>
                  <a:lnTo>
                    <a:pt x="68863" y="348134"/>
                  </a:lnTo>
                  <a:lnTo>
                    <a:pt x="68863" y="264166"/>
                  </a:lnTo>
                  <a:cubicBezTo>
                    <a:pt x="81144" y="275807"/>
                    <a:pt x="99798" y="286904"/>
                    <a:pt x="130188" y="286904"/>
                  </a:cubicBezTo>
                  <a:cubicBezTo>
                    <a:pt x="208456" y="286904"/>
                    <a:pt x="237602" y="214577"/>
                    <a:pt x="237602" y="144034"/>
                  </a:cubicBezTo>
                  <a:cubicBezTo>
                    <a:pt x="237602" y="70000"/>
                    <a:pt x="205502" y="0"/>
                    <a:pt x="131354" y="0"/>
                  </a:cubicBezTo>
                  <a:close/>
                  <a:moveTo>
                    <a:pt x="118529" y="220940"/>
                  </a:moveTo>
                  <a:cubicBezTo>
                    <a:pt x="98709" y="220940"/>
                    <a:pt x="79978" y="211628"/>
                    <a:pt x="68863" y="195874"/>
                  </a:cubicBezTo>
                  <a:lnTo>
                    <a:pt x="68863" y="90953"/>
                  </a:lnTo>
                  <a:cubicBezTo>
                    <a:pt x="79978" y="75199"/>
                    <a:pt x="95134" y="66430"/>
                    <a:pt x="114410" y="66430"/>
                  </a:cubicBezTo>
                  <a:cubicBezTo>
                    <a:pt x="155837" y="66430"/>
                    <a:pt x="166407" y="107250"/>
                    <a:pt x="166407" y="147449"/>
                  </a:cubicBezTo>
                  <a:cubicBezTo>
                    <a:pt x="166407" y="187648"/>
                    <a:pt x="157080" y="220940"/>
                    <a:pt x="118529" y="22094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C9506AAF-D2A7-BD84-D804-A3ABF774DDBD}"/>
                </a:ext>
              </a:extLst>
            </p:cNvPr>
            <p:cNvSpPr/>
            <p:nvPr/>
          </p:nvSpPr>
          <p:spPr bwMode="invGray">
            <a:xfrm>
              <a:off x="1958323" y="4352251"/>
              <a:ext cx="230063" cy="286826"/>
            </a:xfrm>
            <a:custGeom>
              <a:avLst/>
              <a:gdLst>
                <a:gd name="connsiteX0" fmla="*/ 230063 w 230063"/>
                <a:gd name="connsiteY0" fmla="*/ 281006 h 286826"/>
                <a:gd name="connsiteX1" fmla="*/ 230063 w 230063"/>
                <a:gd name="connsiteY1" fmla="*/ 96230 h 286826"/>
                <a:gd name="connsiteX2" fmla="*/ 117985 w 230063"/>
                <a:gd name="connsiteY2" fmla="*/ 0 h 286826"/>
                <a:gd name="connsiteX3" fmla="*/ 22773 w 230063"/>
                <a:gd name="connsiteY3" fmla="*/ 28015 h 286826"/>
                <a:gd name="connsiteX4" fmla="*/ 50210 w 230063"/>
                <a:gd name="connsiteY4" fmla="*/ 76984 h 286826"/>
                <a:gd name="connsiteX5" fmla="*/ 113866 w 230063"/>
                <a:gd name="connsiteY5" fmla="*/ 58902 h 286826"/>
                <a:gd name="connsiteX6" fmla="*/ 161122 w 230063"/>
                <a:gd name="connsiteY6" fmla="*/ 95066 h 286826"/>
                <a:gd name="connsiteX7" fmla="*/ 161122 w 230063"/>
                <a:gd name="connsiteY7" fmla="*/ 109655 h 286826"/>
                <a:gd name="connsiteX8" fmla="*/ 107415 w 230063"/>
                <a:gd name="connsiteY8" fmla="*/ 98558 h 286826"/>
                <a:gd name="connsiteX9" fmla="*/ 0 w 230063"/>
                <a:gd name="connsiteY9" fmla="*/ 191218 h 286826"/>
                <a:gd name="connsiteX10" fmla="*/ 96922 w 230063"/>
                <a:gd name="connsiteY10" fmla="*/ 286827 h 286826"/>
                <a:gd name="connsiteX11" fmla="*/ 161122 w 230063"/>
                <a:gd name="connsiteY11" fmla="*/ 261760 h 286826"/>
                <a:gd name="connsiteX12" fmla="*/ 161122 w 230063"/>
                <a:gd name="connsiteY12" fmla="*/ 281006 h 286826"/>
                <a:gd name="connsiteX13" fmla="*/ 229985 w 230063"/>
                <a:gd name="connsiteY13" fmla="*/ 281006 h 286826"/>
                <a:gd name="connsiteX14" fmla="*/ 109202 w 230063"/>
                <a:gd name="connsiteY14" fmla="*/ 227382 h 286826"/>
                <a:gd name="connsiteX15" fmla="*/ 70107 w 230063"/>
                <a:gd name="connsiteY15" fmla="*/ 189511 h 286826"/>
                <a:gd name="connsiteX16" fmla="*/ 115032 w 230063"/>
                <a:gd name="connsiteY16" fmla="*/ 153968 h 286826"/>
                <a:gd name="connsiteX17" fmla="*/ 161122 w 230063"/>
                <a:gd name="connsiteY17" fmla="*/ 165608 h 286826"/>
                <a:gd name="connsiteX18" fmla="*/ 161122 w 230063"/>
                <a:gd name="connsiteY18" fmla="*/ 200608 h 286826"/>
                <a:gd name="connsiteX19" fmla="*/ 109125 w 230063"/>
                <a:gd name="connsiteY19" fmla="*/ 22745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0063" h="286826">
                  <a:moveTo>
                    <a:pt x="230063" y="281006"/>
                  </a:moveTo>
                  <a:lnTo>
                    <a:pt x="230063" y="96230"/>
                  </a:lnTo>
                  <a:cubicBezTo>
                    <a:pt x="230063" y="33836"/>
                    <a:pt x="187470" y="0"/>
                    <a:pt x="117985" y="0"/>
                  </a:cubicBezTo>
                  <a:cubicBezTo>
                    <a:pt x="81222" y="0"/>
                    <a:pt x="52619" y="9313"/>
                    <a:pt x="22773" y="28015"/>
                  </a:cubicBezTo>
                  <a:lnTo>
                    <a:pt x="50210" y="76984"/>
                  </a:lnTo>
                  <a:cubicBezTo>
                    <a:pt x="71817" y="64179"/>
                    <a:pt x="92258" y="58902"/>
                    <a:pt x="113866" y="58902"/>
                  </a:cubicBezTo>
                  <a:cubicBezTo>
                    <a:pt x="144256" y="58902"/>
                    <a:pt x="161122" y="69379"/>
                    <a:pt x="161122" y="95066"/>
                  </a:cubicBezTo>
                  <a:lnTo>
                    <a:pt x="161122" y="109655"/>
                  </a:lnTo>
                  <a:cubicBezTo>
                    <a:pt x="143012" y="100886"/>
                    <a:pt x="124902" y="98558"/>
                    <a:pt x="107415" y="98558"/>
                  </a:cubicBezTo>
                  <a:cubicBezTo>
                    <a:pt x="41427" y="98558"/>
                    <a:pt x="0" y="131229"/>
                    <a:pt x="0" y="191218"/>
                  </a:cubicBezTo>
                  <a:cubicBezTo>
                    <a:pt x="0" y="251206"/>
                    <a:pt x="42593" y="286827"/>
                    <a:pt x="96922" y="286827"/>
                  </a:cubicBezTo>
                  <a:cubicBezTo>
                    <a:pt x="123814" y="286827"/>
                    <a:pt x="144800" y="278057"/>
                    <a:pt x="161122" y="261760"/>
                  </a:cubicBezTo>
                  <a:lnTo>
                    <a:pt x="161122" y="281006"/>
                  </a:lnTo>
                  <a:lnTo>
                    <a:pt x="229985" y="281006"/>
                  </a:lnTo>
                  <a:close/>
                  <a:moveTo>
                    <a:pt x="109202" y="227382"/>
                  </a:moveTo>
                  <a:cubicBezTo>
                    <a:pt x="83476" y="227382"/>
                    <a:pt x="70107" y="210464"/>
                    <a:pt x="70107" y="189511"/>
                  </a:cubicBezTo>
                  <a:cubicBezTo>
                    <a:pt x="70107" y="167393"/>
                    <a:pt x="84719" y="153968"/>
                    <a:pt x="115032" y="153968"/>
                  </a:cubicBezTo>
                  <a:cubicBezTo>
                    <a:pt x="129022" y="153968"/>
                    <a:pt x="147132" y="156917"/>
                    <a:pt x="161122" y="165608"/>
                  </a:cubicBezTo>
                  <a:lnTo>
                    <a:pt x="161122" y="200608"/>
                  </a:lnTo>
                  <a:cubicBezTo>
                    <a:pt x="145966" y="222725"/>
                    <a:pt x="122571" y="227459"/>
                    <a:pt x="109125" y="22745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A69400A6-2DDE-2D90-0D97-828D2AB50B8E}"/>
                </a:ext>
              </a:extLst>
            </p:cNvPr>
            <p:cNvSpPr/>
            <p:nvPr/>
          </p:nvSpPr>
          <p:spPr bwMode="invGray">
            <a:xfrm>
              <a:off x="1340728" y="4260755"/>
              <a:ext cx="284392" cy="378322"/>
            </a:xfrm>
            <a:custGeom>
              <a:avLst/>
              <a:gdLst>
                <a:gd name="connsiteX0" fmla="*/ 144800 w 284392"/>
                <a:gd name="connsiteY0" fmla="*/ 308944 h 378322"/>
                <a:gd name="connsiteX1" fmla="*/ 51376 w 284392"/>
                <a:gd name="connsiteY1" fmla="*/ 266960 h 378322"/>
                <a:gd name="connsiteX2" fmla="*/ 0 w 284392"/>
                <a:gd name="connsiteY2" fmla="*/ 312436 h 378322"/>
                <a:gd name="connsiteX3" fmla="*/ 146587 w 284392"/>
                <a:gd name="connsiteY3" fmla="*/ 378322 h 378322"/>
                <a:gd name="connsiteX4" fmla="*/ 284392 w 284392"/>
                <a:gd name="connsiteY4" fmla="*/ 262304 h 378322"/>
                <a:gd name="connsiteX5" fmla="*/ 251126 w 284392"/>
                <a:gd name="connsiteY5" fmla="*/ 185941 h 378322"/>
                <a:gd name="connsiteX6" fmla="*/ 161821 w 284392"/>
                <a:gd name="connsiteY6" fmla="*/ 149234 h 378322"/>
                <a:gd name="connsiteX7" fmla="*/ 102829 w 284392"/>
                <a:gd name="connsiteY7" fmla="*/ 129988 h 378322"/>
                <a:gd name="connsiteX8" fmla="*/ 87673 w 284392"/>
                <a:gd name="connsiteY8" fmla="*/ 104922 h 378322"/>
                <a:gd name="connsiteX9" fmla="*/ 141380 w 284392"/>
                <a:gd name="connsiteY9" fmla="*/ 69379 h 378322"/>
                <a:gd name="connsiteX10" fmla="*/ 224856 w 284392"/>
                <a:gd name="connsiteY10" fmla="*/ 106706 h 378322"/>
                <a:gd name="connsiteX11" fmla="*/ 276231 w 284392"/>
                <a:gd name="connsiteY11" fmla="*/ 56574 h 378322"/>
                <a:gd name="connsiteX12" fmla="*/ 146043 w 284392"/>
                <a:gd name="connsiteY12" fmla="*/ 0 h 378322"/>
                <a:gd name="connsiteX13" fmla="*/ 14068 w 284392"/>
                <a:gd name="connsiteY13" fmla="*/ 109035 h 378322"/>
                <a:gd name="connsiteX14" fmla="*/ 45624 w 284392"/>
                <a:gd name="connsiteY14" fmla="*/ 182526 h 378322"/>
                <a:gd name="connsiteX15" fmla="*/ 129100 w 284392"/>
                <a:gd name="connsiteY15" fmla="*/ 216362 h 378322"/>
                <a:gd name="connsiteX16" fmla="*/ 188636 w 284392"/>
                <a:gd name="connsiteY16" fmla="*/ 234444 h 378322"/>
                <a:gd name="connsiteX17" fmla="*/ 210243 w 284392"/>
                <a:gd name="connsiteY17" fmla="*/ 264166 h 378322"/>
                <a:gd name="connsiteX18" fmla="*/ 144878 w 284392"/>
                <a:gd name="connsiteY18" fmla="*/ 309022 h 378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84392" h="378322">
                  <a:moveTo>
                    <a:pt x="144800" y="308944"/>
                  </a:moveTo>
                  <a:cubicBezTo>
                    <a:pt x="109746" y="308944"/>
                    <a:pt x="75315" y="295518"/>
                    <a:pt x="51376" y="266960"/>
                  </a:cubicBezTo>
                  <a:lnTo>
                    <a:pt x="0" y="312436"/>
                  </a:lnTo>
                  <a:cubicBezTo>
                    <a:pt x="33266" y="361405"/>
                    <a:pt x="92802" y="378322"/>
                    <a:pt x="146587" y="378322"/>
                  </a:cubicBezTo>
                  <a:cubicBezTo>
                    <a:pt x="221358" y="378322"/>
                    <a:pt x="284392" y="345108"/>
                    <a:pt x="284392" y="262304"/>
                  </a:cubicBezTo>
                  <a:cubicBezTo>
                    <a:pt x="284392" y="227925"/>
                    <a:pt x="273278" y="204023"/>
                    <a:pt x="251126" y="185941"/>
                  </a:cubicBezTo>
                  <a:cubicBezTo>
                    <a:pt x="226021" y="165531"/>
                    <a:pt x="195087" y="157925"/>
                    <a:pt x="161821" y="149234"/>
                  </a:cubicBezTo>
                  <a:cubicBezTo>
                    <a:pt x="133763" y="142249"/>
                    <a:pt x="115731" y="136972"/>
                    <a:pt x="102829" y="129988"/>
                  </a:cubicBezTo>
                  <a:cubicBezTo>
                    <a:pt x="91714" y="123547"/>
                    <a:pt x="87673" y="116019"/>
                    <a:pt x="87673" y="104922"/>
                  </a:cubicBezTo>
                  <a:cubicBezTo>
                    <a:pt x="87673" y="79234"/>
                    <a:pt x="110446" y="69379"/>
                    <a:pt x="141380" y="69379"/>
                  </a:cubicBezTo>
                  <a:cubicBezTo>
                    <a:pt x="177599" y="69379"/>
                    <a:pt x="200917" y="82804"/>
                    <a:pt x="224856" y="106706"/>
                  </a:cubicBezTo>
                  <a:lnTo>
                    <a:pt x="276231" y="56574"/>
                  </a:lnTo>
                  <a:cubicBezTo>
                    <a:pt x="243509" y="23359"/>
                    <a:pt x="202626" y="0"/>
                    <a:pt x="146043" y="0"/>
                  </a:cubicBezTo>
                  <a:cubicBezTo>
                    <a:pt x="80678" y="0"/>
                    <a:pt x="14068" y="31508"/>
                    <a:pt x="14068" y="109035"/>
                  </a:cubicBezTo>
                  <a:cubicBezTo>
                    <a:pt x="14068" y="134101"/>
                    <a:pt x="21063" y="162659"/>
                    <a:pt x="45624" y="182526"/>
                  </a:cubicBezTo>
                  <a:cubicBezTo>
                    <a:pt x="70185" y="202315"/>
                    <a:pt x="109824" y="211706"/>
                    <a:pt x="129100" y="216362"/>
                  </a:cubicBezTo>
                  <a:cubicBezTo>
                    <a:pt x="160034" y="223967"/>
                    <a:pt x="175812" y="228002"/>
                    <a:pt x="188636" y="234444"/>
                  </a:cubicBezTo>
                  <a:cubicBezTo>
                    <a:pt x="206124" y="243213"/>
                    <a:pt x="210243" y="253689"/>
                    <a:pt x="210243" y="264166"/>
                  </a:cubicBezTo>
                  <a:cubicBezTo>
                    <a:pt x="210243" y="290397"/>
                    <a:pt x="186304" y="309022"/>
                    <a:pt x="144878" y="309022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BD05E40E-CC0C-8403-07FC-953FB934376A}"/>
                </a:ext>
              </a:extLst>
            </p:cNvPr>
            <p:cNvSpPr/>
            <p:nvPr/>
          </p:nvSpPr>
          <p:spPr bwMode="invGray">
            <a:xfrm>
              <a:off x="4818877" y="4352329"/>
              <a:ext cx="177521" cy="281006"/>
            </a:xfrm>
            <a:custGeom>
              <a:avLst/>
              <a:gdLst>
                <a:gd name="connsiteX0" fmla="*/ 68864 w 177521"/>
                <a:gd name="connsiteY0" fmla="*/ 131074 h 281006"/>
                <a:gd name="connsiteX1" fmla="*/ 109669 w 177521"/>
                <a:gd name="connsiteY1" fmla="*/ 70465 h 281006"/>
                <a:gd name="connsiteX2" fmla="*/ 149386 w 177521"/>
                <a:gd name="connsiteY2" fmla="*/ 87383 h 281006"/>
                <a:gd name="connsiteX3" fmla="*/ 177522 w 177521"/>
                <a:gd name="connsiteY3" fmla="*/ 18625 h 281006"/>
                <a:gd name="connsiteX4" fmla="*/ 126690 w 177521"/>
                <a:gd name="connsiteY4" fmla="*/ 0 h 281006"/>
                <a:gd name="connsiteX5" fmla="*/ 68864 w 177521"/>
                <a:gd name="connsiteY5" fmla="*/ 25066 h 281006"/>
                <a:gd name="connsiteX6" fmla="*/ 68864 w 177521"/>
                <a:gd name="connsiteY6" fmla="*/ 5820 h 281006"/>
                <a:gd name="connsiteX7" fmla="*/ 0 w 177521"/>
                <a:gd name="connsiteY7" fmla="*/ 5820 h 281006"/>
                <a:gd name="connsiteX8" fmla="*/ 0 w 177521"/>
                <a:gd name="connsiteY8" fmla="*/ 281006 h 281006"/>
                <a:gd name="connsiteX9" fmla="*/ 68864 w 177521"/>
                <a:gd name="connsiteY9" fmla="*/ 281006 h 281006"/>
                <a:gd name="connsiteX10" fmla="*/ 68864 w 177521"/>
                <a:gd name="connsiteY10" fmla="*/ 131152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7521" h="281006">
                  <a:moveTo>
                    <a:pt x="68864" y="131074"/>
                  </a:moveTo>
                  <a:cubicBezTo>
                    <a:pt x="68864" y="97859"/>
                    <a:pt x="76947" y="70465"/>
                    <a:pt x="109669" y="70465"/>
                  </a:cubicBezTo>
                  <a:cubicBezTo>
                    <a:pt x="126612" y="70465"/>
                    <a:pt x="138893" y="77449"/>
                    <a:pt x="149386" y="87383"/>
                  </a:cubicBezTo>
                  <a:lnTo>
                    <a:pt x="177522" y="18625"/>
                  </a:lnTo>
                  <a:cubicBezTo>
                    <a:pt x="162910" y="5820"/>
                    <a:pt x="145966" y="0"/>
                    <a:pt x="126690" y="0"/>
                  </a:cubicBezTo>
                  <a:cubicBezTo>
                    <a:pt x="104539" y="0"/>
                    <a:pt x="84642" y="9312"/>
                    <a:pt x="68864" y="25066"/>
                  </a:cubicBezTo>
                  <a:lnTo>
                    <a:pt x="68864" y="5820"/>
                  </a:lnTo>
                  <a:lnTo>
                    <a:pt x="0" y="5820"/>
                  </a:lnTo>
                  <a:lnTo>
                    <a:pt x="0" y="281006"/>
                  </a:lnTo>
                  <a:lnTo>
                    <a:pt x="68864" y="281006"/>
                  </a:lnTo>
                  <a:lnTo>
                    <a:pt x="68864" y="131152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44028475-800F-138E-6BED-92AAA4A08A8F}"/>
                </a:ext>
              </a:extLst>
            </p:cNvPr>
            <p:cNvSpPr/>
            <p:nvPr/>
          </p:nvSpPr>
          <p:spPr bwMode="invGray">
            <a:xfrm>
              <a:off x="5810324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0FD0C35F-ED4C-2269-A179-20B2DE246987}"/>
                </a:ext>
              </a:extLst>
            </p:cNvPr>
            <p:cNvSpPr/>
            <p:nvPr/>
          </p:nvSpPr>
          <p:spPr bwMode="invGray">
            <a:xfrm>
              <a:off x="5379966" y="4358382"/>
              <a:ext cx="398257" cy="275185"/>
            </a:xfrm>
            <a:custGeom>
              <a:avLst/>
              <a:gdLst>
                <a:gd name="connsiteX0" fmla="*/ 279107 w 398257"/>
                <a:gd name="connsiteY0" fmla="*/ 159710 h 275185"/>
                <a:gd name="connsiteX1" fmla="*/ 232395 w 398257"/>
                <a:gd name="connsiteY1" fmla="*/ 0 h 275185"/>
                <a:gd name="connsiteX2" fmla="*/ 167651 w 398257"/>
                <a:gd name="connsiteY2" fmla="*/ 0 h 275185"/>
                <a:gd name="connsiteX3" fmla="*/ 120939 w 398257"/>
                <a:gd name="connsiteY3" fmla="*/ 159710 h 275185"/>
                <a:gd name="connsiteX4" fmla="*/ 79434 w 398257"/>
                <a:gd name="connsiteY4" fmla="*/ 0 h 275185"/>
                <a:gd name="connsiteX5" fmla="*/ 0 w 398257"/>
                <a:gd name="connsiteY5" fmla="*/ 0 h 275185"/>
                <a:gd name="connsiteX6" fmla="*/ 86429 w 398257"/>
                <a:gd name="connsiteY6" fmla="*/ 275186 h 275185"/>
                <a:gd name="connsiteX7" fmla="*/ 151873 w 398257"/>
                <a:gd name="connsiteY7" fmla="*/ 275186 h 275185"/>
                <a:gd name="connsiteX8" fmla="*/ 199129 w 398257"/>
                <a:gd name="connsiteY8" fmla="*/ 107870 h 275185"/>
                <a:gd name="connsiteX9" fmla="*/ 245841 w 398257"/>
                <a:gd name="connsiteY9" fmla="*/ 275186 h 275185"/>
                <a:gd name="connsiteX10" fmla="*/ 311285 w 398257"/>
                <a:gd name="connsiteY10" fmla="*/ 275186 h 275185"/>
                <a:gd name="connsiteX11" fmla="*/ 398258 w 398257"/>
                <a:gd name="connsiteY11" fmla="*/ 0 h 275185"/>
                <a:gd name="connsiteX12" fmla="*/ 321156 w 398257"/>
                <a:gd name="connsiteY12" fmla="*/ 0 h 275185"/>
                <a:gd name="connsiteX13" fmla="*/ 279107 w 398257"/>
                <a:gd name="connsiteY13" fmla="*/ 159710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8257" h="275185">
                  <a:moveTo>
                    <a:pt x="279107" y="159710"/>
                  </a:moveTo>
                  <a:lnTo>
                    <a:pt x="232395" y="0"/>
                  </a:lnTo>
                  <a:lnTo>
                    <a:pt x="167651" y="0"/>
                  </a:lnTo>
                  <a:lnTo>
                    <a:pt x="120939" y="159710"/>
                  </a:lnTo>
                  <a:lnTo>
                    <a:pt x="79434" y="0"/>
                  </a:lnTo>
                  <a:lnTo>
                    <a:pt x="0" y="0"/>
                  </a:lnTo>
                  <a:lnTo>
                    <a:pt x="86429" y="275186"/>
                  </a:lnTo>
                  <a:lnTo>
                    <a:pt x="151873" y="275186"/>
                  </a:lnTo>
                  <a:lnTo>
                    <a:pt x="199129" y="107870"/>
                  </a:lnTo>
                  <a:lnTo>
                    <a:pt x="245841" y="275186"/>
                  </a:lnTo>
                  <a:lnTo>
                    <a:pt x="311285" y="275186"/>
                  </a:lnTo>
                  <a:lnTo>
                    <a:pt x="398258" y="0"/>
                  </a:lnTo>
                  <a:lnTo>
                    <a:pt x="321156" y="0"/>
                  </a:lnTo>
                  <a:lnTo>
                    <a:pt x="279107" y="15971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0">
              <a:extLst>
                <a:ext uri="{FF2B5EF4-FFF2-40B4-BE49-F238E27FC236}">
                  <a16:creationId xmlns:a16="http://schemas.microsoft.com/office/drawing/2014/main" id="{E1CA9C54-174B-FE34-32B9-17CD5A3798DB}"/>
                </a:ext>
              </a:extLst>
            </p:cNvPr>
            <p:cNvSpPr/>
            <p:nvPr/>
          </p:nvSpPr>
          <p:spPr bwMode="invGray">
            <a:xfrm>
              <a:off x="5815609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1562F6C2-447A-CCDA-B01E-629D81747546}"/>
                </a:ext>
              </a:extLst>
            </p:cNvPr>
            <p:cNvSpPr/>
            <p:nvPr/>
          </p:nvSpPr>
          <p:spPr bwMode="invGray">
            <a:xfrm>
              <a:off x="6582279" y="4352561"/>
              <a:ext cx="240555" cy="286904"/>
            </a:xfrm>
            <a:custGeom>
              <a:avLst/>
              <a:gdLst>
                <a:gd name="connsiteX0" fmla="*/ 131975 w 240555"/>
                <a:gd name="connsiteY0" fmla="*/ 218069 h 286904"/>
                <a:gd name="connsiteX1" fmla="*/ 73605 w 240555"/>
                <a:gd name="connsiteY1" fmla="*/ 142870 h 286904"/>
                <a:gd name="connsiteX2" fmla="*/ 131431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5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5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5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1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19" y="0"/>
                    <a:pt x="131975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5" y="204721"/>
                    <a:pt x="157080" y="218146"/>
                    <a:pt x="131975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2">
              <a:extLst>
                <a:ext uri="{FF2B5EF4-FFF2-40B4-BE49-F238E27FC236}">
                  <a16:creationId xmlns:a16="http://schemas.microsoft.com/office/drawing/2014/main" id="{377CA482-232C-065F-EB80-65368180D5D4}"/>
                </a:ext>
              </a:extLst>
            </p:cNvPr>
            <p:cNvSpPr/>
            <p:nvPr/>
          </p:nvSpPr>
          <p:spPr bwMode="invGray">
            <a:xfrm>
              <a:off x="7751870" y="4251132"/>
              <a:ext cx="247007" cy="388255"/>
            </a:xfrm>
            <a:custGeom>
              <a:avLst/>
              <a:gdLst>
                <a:gd name="connsiteX0" fmla="*/ 175734 w 247007"/>
                <a:gd name="connsiteY0" fmla="*/ 123547 h 388255"/>
                <a:gd name="connsiteX1" fmla="*/ 111534 w 247007"/>
                <a:gd name="connsiteY1" fmla="*/ 101429 h 388255"/>
                <a:gd name="connsiteX2" fmla="*/ 0 w 247007"/>
                <a:gd name="connsiteY2" fmla="*/ 242514 h 388255"/>
                <a:gd name="connsiteX3" fmla="*/ 113244 w 247007"/>
                <a:gd name="connsiteY3" fmla="*/ 388256 h 388255"/>
                <a:gd name="connsiteX4" fmla="*/ 175734 w 247007"/>
                <a:gd name="connsiteY4" fmla="*/ 364354 h 388255"/>
                <a:gd name="connsiteX5" fmla="*/ 175734 w 247007"/>
                <a:gd name="connsiteY5" fmla="*/ 382436 h 388255"/>
                <a:gd name="connsiteX6" fmla="*/ 247007 w 247007"/>
                <a:gd name="connsiteY6" fmla="*/ 382436 h 388255"/>
                <a:gd name="connsiteX7" fmla="*/ 247007 w 247007"/>
                <a:gd name="connsiteY7" fmla="*/ 0 h 388255"/>
                <a:gd name="connsiteX8" fmla="*/ 175734 w 247007"/>
                <a:gd name="connsiteY8" fmla="*/ 35543 h 388255"/>
                <a:gd name="connsiteX9" fmla="*/ 175734 w 247007"/>
                <a:gd name="connsiteY9" fmla="*/ 123547 h 388255"/>
                <a:gd name="connsiteX10" fmla="*/ 175734 w 247007"/>
                <a:gd name="connsiteY10" fmla="*/ 297303 h 388255"/>
                <a:gd name="connsiteX11" fmla="*/ 127856 w 247007"/>
                <a:gd name="connsiteY11" fmla="*/ 321206 h 388255"/>
                <a:gd name="connsiteX12" fmla="*/ 74693 w 247007"/>
                <a:gd name="connsiteY12" fmla="*/ 240186 h 388255"/>
                <a:gd name="connsiteX13" fmla="*/ 126069 w 247007"/>
                <a:gd name="connsiteY13" fmla="*/ 168480 h 388255"/>
                <a:gd name="connsiteX14" fmla="*/ 175734 w 247007"/>
                <a:gd name="connsiteY14" fmla="*/ 192382 h 388255"/>
                <a:gd name="connsiteX15" fmla="*/ 175734 w 247007"/>
                <a:gd name="connsiteY15" fmla="*/ 297303 h 388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7007" h="388255">
                  <a:moveTo>
                    <a:pt x="175734" y="123547"/>
                  </a:moveTo>
                  <a:cubicBezTo>
                    <a:pt x="158246" y="107793"/>
                    <a:pt x="135473" y="101429"/>
                    <a:pt x="111534" y="101429"/>
                  </a:cubicBezTo>
                  <a:cubicBezTo>
                    <a:pt x="39717" y="101429"/>
                    <a:pt x="0" y="159167"/>
                    <a:pt x="0" y="242514"/>
                  </a:cubicBezTo>
                  <a:cubicBezTo>
                    <a:pt x="0" y="319498"/>
                    <a:pt x="33888" y="388256"/>
                    <a:pt x="113244" y="388256"/>
                  </a:cubicBezTo>
                  <a:cubicBezTo>
                    <a:pt x="138349" y="388256"/>
                    <a:pt x="152339" y="381271"/>
                    <a:pt x="175734" y="364354"/>
                  </a:cubicBezTo>
                  <a:lnTo>
                    <a:pt x="175734" y="382436"/>
                  </a:lnTo>
                  <a:lnTo>
                    <a:pt x="247007" y="382436"/>
                  </a:lnTo>
                  <a:lnTo>
                    <a:pt x="247007" y="0"/>
                  </a:lnTo>
                  <a:lnTo>
                    <a:pt x="175734" y="35543"/>
                  </a:lnTo>
                  <a:lnTo>
                    <a:pt x="175734" y="123547"/>
                  </a:lnTo>
                  <a:close/>
                  <a:moveTo>
                    <a:pt x="175734" y="297303"/>
                  </a:moveTo>
                  <a:cubicBezTo>
                    <a:pt x="161744" y="312436"/>
                    <a:pt x="147676" y="321206"/>
                    <a:pt x="127856" y="321206"/>
                  </a:cubicBezTo>
                  <a:cubicBezTo>
                    <a:pt x="87595" y="321206"/>
                    <a:pt x="74693" y="284499"/>
                    <a:pt x="74693" y="240186"/>
                  </a:cubicBezTo>
                  <a:cubicBezTo>
                    <a:pt x="74693" y="201151"/>
                    <a:pt x="84642" y="168480"/>
                    <a:pt x="126069" y="168480"/>
                  </a:cubicBezTo>
                  <a:cubicBezTo>
                    <a:pt x="145888" y="168480"/>
                    <a:pt x="160500" y="176085"/>
                    <a:pt x="175734" y="192382"/>
                  </a:cubicBezTo>
                  <a:lnTo>
                    <a:pt x="175734" y="297303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3">
              <a:extLst>
                <a:ext uri="{FF2B5EF4-FFF2-40B4-BE49-F238E27FC236}">
                  <a16:creationId xmlns:a16="http://schemas.microsoft.com/office/drawing/2014/main" id="{71D81180-770A-FC1C-BE8B-4E83D124F149}"/>
                </a:ext>
              </a:extLst>
            </p:cNvPr>
            <p:cNvSpPr/>
            <p:nvPr/>
          </p:nvSpPr>
          <p:spPr bwMode="invGray">
            <a:xfrm>
              <a:off x="8325162" y="4352561"/>
              <a:ext cx="237757" cy="281083"/>
            </a:xfrm>
            <a:custGeom>
              <a:avLst/>
              <a:gdLst>
                <a:gd name="connsiteX0" fmla="*/ 138426 w 237757"/>
                <a:gd name="connsiteY0" fmla="*/ 0 h 281083"/>
                <a:gd name="connsiteX1" fmla="*/ 71273 w 237757"/>
                <a:gd name="connsiteY1" fmla="*/ 24523 h 281083"/>
                <a:gd name="connsiteX2" fmla="*/ 71273 w 237757"/>
                <a:gd name="connsiteY2" fmla="*/ 5898 h 281083"/>
                <a:gd name="connsiteX3" fmla="*/ 0 w 237757"/>
                <a:gd name="connsiteY3" fmla="*/ 5898 h 281083"/>
                <a:gd name="connsiteX4" fmla="*/ 0 w 237757"/>
                <a:gd name="connsiteY4" fmla="*/ 281084 h 281083"/>
                <a:gd name="connsiteX5" fmla="*/ 71273 w 237757"/>
                <a:gd name="connsiteY5" fmla="*/ 281084 h 281083"/>
                <a:gd name="connsiteX6" fmla="*/ 71273 w 237757"/>
                <a:gd name="connsiteY6" fmla="*/ 129522 h 281083"/>
                <a:gd name="connsiteX7" fmla="*/ 119151 w 237757"/>
                <a:gd name="connsiteY7" fmla="*/ 67128 h 281083"/>
                <a:gd name="connsiteX8" fmla="*/ 166485 w 237757"/>
                <a:gd name="connsiteY8" fmla="*/ 131229 h 281083"/>
                <a:gd name="connsiteX9" fmla="*/ 166485 w 237757"/>
                <a:gd name="connsiteY9" fmla="*/ 281084 h 281083"/>
                <a:gd name="connsiteX10" fmla="*/ 237758 w 237757"/>
                <a:gd name="connsiteY10" fmla="*/ 281084 h 281083"/>
                <a:gd name="connsiteX11" fmla="*/ 237758 w 237757"/>
                <a:gd name="connsiteY11" fmla="*/ 125409 h 281083"/>
                <a:gd name="connsiteX12" fmla="*/ 138504 w 237757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757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85" y="92815"/>
                    <a:pt x="166485" y="131229"/>
                  </a:cubicBezTo>
                  <a:lnTo>
                    <a:pt x="166485" y="281084"/>
                  </a:lnTo>
                  <a:lnTo>
                    <a:pt x="237758" y="281084"/>
                  </a:lnTo>
                  <a:lnTo>
                    <a:pt x="237758" y="125409"/>
                  </a:lnTo>
                  <a:cubicBezTo>
                    <a:pt x="237758" y="57816"/>
                    <a:pt x="213197" y="78"/>
                    <a:pt x="138504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4">
              <a:extLst>
                <a:ext uri="{FF2B5EF4-FFF2-40B4-BE49-F238E27FC236}">
                  <a16:creationId xmlns:a16="http://schemas.microsoft.com/office/drawing/2014/main" id="{B183709F-FF07-BB3D-CB5B-FE2B4C24ABC2}"/>
                </a:ext>
              </a:extLst>
            </p:cNvPr>
            <p:cNvSpPr/>
            <p:nvPr/>
          </p:nvSpPr>
          <p:spPr bwMode="invGray">
            <a:xfrm>
              <a:off x="8041469" y="4352561"/>
              <a:ext cx="238846" cy="286904"/>
            </a:xfrm>
            <a:custGeom>
              <a:avLst/>
              <a:gdLst>
                <a:gd name="connsiteX0" fmla="*/ 122027 w 238846"/>
                <a:gd name="connsiteY0" fmla="*/ 0 h 286904"/>
                <a:gd name="connsiteX1" fmla="*/ 0 w 238846"/>
                <a:gd name="connsiteY1" fmla="*/ 144034 h 286904"/>
                <a:gd name="connsiteX2" fmla="*/ 126690 w 238846"/>
                <a:gd name="connsiteY2" fmla="*/ 286904 h 286904"/>
                <a:gd name="connsiteX3" fmla="*/ 226566 w 238846"/>
                <a:gd name="connsiteY3" fmla="*/ 243213 h 286904"/>
                <a:gd name="connsiteX4" fmla="*/ 177522 w 238846"/>
                <a:gd name="connsiteY4" fmla="*/ 201850 h 286904"/>
                <a:gd name="connsiteX5" fmla="*/ 129644 w 238846"/>
                <a:gd name="connsiteY5" fmla="*/ 221095 h 286904"/>
                <a:gd name="connsiteX6" fmla="*/ 70651 w 238846"/>
                <a:gd name="connsiteY6" fmla="*/ 166850 h 286904"/>
                <a:gd name="connsiteX7" fmla="*/ 237680 w 238846"/>
                <a:gd name="connsiteY7" fmla="*/ 166850 h 286904"/>
                <a:gd name="connsiteX8" fmla="*/ 238846 w 238846"/>
                <a:gd name="connsiteY8" fmla="*/ 142948 h 286904"/>
                <a:gd name="connsiteX9" fmla="*/ 122027 w 238846"/>
                <a:gd name="connsiteY9" fmla="*/ 78 h 286904"/>
                <a:gd name="connsiteX10" fmla="*/ 71817 w 238846"/>
                <a:gd name="connsiteY10" fmla="*/ 113070 h 286904"/>
                <a:gd name="connsiteX11" fmla="*/ 119695 w 238846"/>
                <a:gd name="connsiteY11" fmla="*/ 61152 h 286904"/>
                <a:gd name="connsiteX12" fmla="*/ 169905 w 238846"/>
                <a:gd name="connsiteY12" fmla="*/ 113070 h 286904"/>
                <a:gd name="connsiteX13" fmla="*/ 71817 w 238846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6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2" y="215818"/>
                    <a:pt x="147131" y="221095"/>
                    <a:pt x="129644" y="221095"/>
                  </a:cubicBezTo>
                  <a:cubicBezTo>
                    <a:pt x="99876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6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5">
              <a:extLst>
                <a:ext uri="{FF2B5EF4-FFF2-40B4-BE49-F238E27FC236}">
                  <a16:creationId xmlns:a16="http://schemas.microsoft.com/office/drawing/2014/main" id="{BE2DF3A5-C9A8-A1DE-1575-78EEBDAF5383}"/>
                </a:ext>
              </a:extLst>
            </p:cNvPr>
            <p:cNvSpPr/>
            <p:nvPr/>
          </p:nvSpPr>
          <p:spPr bwMode="invGray">
            <a:xfrm>
              <a:off x="8867054" y="4352561"/>
              <a:ext cx="238845" cy="286904"/>
            </a:xfrm>
            <a:custGeom>
              <a:avLst/>
              <a:gdLst>
                <a:gd name="connsiteX0" fmla="*/ 122026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1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6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6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1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4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6" y="78"/>
                  </a:cubicBezTo>
                  <a:close/>
                  <a:moveTo>
                    <a:pt x="71817" y="113070"/>
                  </a:moveTo>
                  <a:cubicBezTo>
                    <a:pt x="73604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6">
              <a:extLst>
                <a:ext uri="{FF2B5EF4-FFF2-40B4-BE49-F238E27FC236}">
                  <a16:creationId xmlns:a16="http://schemas.microsoft.com/office/drawing/2014/main" id="{A0917C4C-FDEB-3004-6D54-D7F2A86836EE}"/>
                </a:ext>
              </a:extLst>
            </p:cNvPr>
            <p:cNvSpPr/>
            <p:nvPr/>
          </p:nvSpPr>
          <p:spPr bwMode="invGray">
            <a:xfrm>
              <a:off x="4999974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37">
              <a:extLst>
                <a:ext uri="{FF2B5EF4-FFF2-40B4-BE49-F238E27FC236}">
                  <a16:creationId xmlns:a16="http://schemas.microsoft.com/office/drawing/2014/main" id="{586C3F5A-51D5-5229-0BF9-9BEA5AB400CD}"/>
                </a:ext>
              </a:extLst>
            </p:cNvPr>
            <p:cNvSpPr/>
            <p:nvPr/>
          </p:nvSpPr>
          <p:spPr bwMode="invGray">
            <a:xfrm>
              <a:off x="3424508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5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5" y="243213"/>
                  </a:cubicBezTo>
                  <a:lnTo>
                    <a:pt x="177522" y="201850"/>
                  </a:lnTo>
                  <a:cubicBezTo>
                    <a:pt x="163531" y="215818"/>
                    <a:pt x="147131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38">
              <a:extLst>
                <a:ext uri="{FF2B5EF4-FFF2-40B4-BE49-F238E27FC236}">
                  <a16:creationId xmlns:a16="http://schemas.microsoft.com/office/drawing/2014/main" id="{0AD3B514-E6E8-DF6F-CEA5-3D1F132494A7}"/>
                </a:ext>
              </a:extLst>
            </p:cNvPr>
            <p:cNvSpPr/>
            <p:nvPr/>
          </p:nvSpPr>
          <p:spPr bwMode="invGray">
            <a:xfrm>
              <a:off x="2512417" y="4352561"/>
              <a:ext cx="238845" cy="286904"/>
            </a:xfrm>
            <a:custGeom>
              <a:avLst/>
              <a:gdLst>
                <a:gd name="connsiteX0" fmla="*/ 122027 w 238845"/>
                <a:gd name="connsiteY0" fmla="*/ 0 h 286904"/>
                <a:gd name="connsiteX1" fmla="*/ 0 w 238845"/>
                <a:gd name="connsiteY1" fmla="*/ 144034 h 286904"/>
                <a:gd name="connsiteX2" fmla="*/ 126690 w 238845"/>
                <a:gd name="connsiteY2" fmla="*/ 286904 h 286904"/>
                <a:gd name="connsiteX3" fmla="*/ 226566 w 238845"/>
                <a:gd name="connsiteY3" fmla="*/ 243213 h 286904"/>
                <a:gd name="connsiteX4" fmla="*/ 177522 w 238845"/>
                <a:gd name="connsiteY4" fmla="*/ 201850 h 286904"/>
                <a:gd name="connsiteX5" fmla="*/ 129644 w 238845"/>
                <a:gd name="connsiteY5" fmla="*/ 221095 h 286904"/>
                <a:gd name="connsiteX6" fmla="*/ 70651 w 238845"/>
                <a:gd name="connsiteY6" fmla="*/ 166850 h 286904"/>
                <a:gd name="connsiteX7" fmla="*/ 237680 w 238845"/>
                <a:gd name="connsiteY7" fmla="*/ 166850 h 286904"/>
                <a:gd name="connsiteX8" fmla="*/ 238846 w 238845"/>
                <a:gd name="connsiteY8" fmla="*/ 142948 h 286904"/>
                <a:gd name="connsiteX9" fmla="*/ 122027 w 238845"/>
                <a:gd name="connsiteY9" fmla="*/ 78 h 286904"/>
                <a:gd name="connsiteX10" fmla="*/ 71817 w 238845"/>
                <a:gd name="connsiteY10" fmla="*/ 113070 h 286904"/>
                <a:gd name="connsiteX11" fmla="*/ 119695 w 238845"/>
                <a:gd name="connsiteY11" fmla="*/ 61152 h 286904"/>
                <a:gd name="connsiteX12" fmla="*/ 169905 w 238845"/>
                <a:gd name="connsiteY12" fmla="*/ 113070 h 286904"/>
                <a:gd name="connsiteX13" fmla="*/ 71817 w 238845"/>
                <a:gd name="connsiteY13" fmla="*/ 113070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845" h="286904">
                  <a:moveTo>
                    <a:pt x="122027" y="0"/>
                  </a:moveTo>
                  <a:cubicBezTo>
                    <a:pt x="54329" y="0"/>
                    <a:pt x="0" y="55953"/>
                    <a:pt x="0" y="144034"/>
                  </a:cubicBezTo>
                  <a:cubicBezTo>
                    <a:pt x="0" y="225053"/>
                    <a:pt x="46090" y="286904"/>
                    <a:pt x="126690" y="286904"/>
                  </a:cubicBezTo>
                  <a:cubicBezTo>
                    <a:pt x="161744" y="286904"/>
                    <a:pt x="200839" y="275264"/>
                    <a:pt x="226566" y="243213"/>
                  </a:cubicBezTo>
                  <a:lnTo>
                    <a:pt x="177522" y="201850"/>
                  </a:lnTo>
                  <a:cubicBezTo>
                    <a:pt x="163531" y="215818"/>
                    <a:pt x="147132" y="221095"/>
                    <a:pt x="129644" y="221095"/>
                  </a:cubicBezTo>
                  <a:cubicBezTo>
                    <a:pt x="99875" y="221095"/>
                    <a:pt x="73605" y="205342"/>
                    <a:pt x="70651" y="166850"/>
                  </a:cubicBezTo>
                  <a:lnTo>
                    <a:pt x="237680" y="166850"/>
                  </a:lnTo>
                  <a:cubicBezTo>
                    <a:pt x="238302" y="162737"/>
                    <a:pt x="238846" y="151717"/>
                    <a:pt x="238846" y="142948"/>
                  </a:cubicBezTo>
                  <a:cubicBezTo>
                    <a:pt x="238846" y="63636"/>
                    <a:pt x="194465" y="78"/>
                    <a:pt x="122027" y="78"/>
                  </a:cubicBezTo>
                  <a:close/>
                  <a:moveTo>
                    <a:pt x="71817" y="113070"/>
                  </a:moveTo>
                  <a:cubicBezTo>
                    <a:pt x="73605" y="90332"/>
                    <a:pt x="86429" y="61152"/>
                    <a:pt x="119695" y="61152"/>
                  </a:cubicBezTo>
                  <a:cubicBezTo>
                    <a:pt x="147753" y="61152"/>
                    <a:pt x="167573" y="82106"/>
                    <a:pt x="169905" y="113070"/>
                  </a:cubicBezTo>
                  <a:lnTo>
                    <a:pt x="71817" y="113070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39">
              <a:extLst>
                <a:ext uri="{FF2B5EF4-FFF2-40B4-BE49-F238E27FC236}">
                  <a16:creationId xmlns:a16="http://schemas.microsoft.com/office/drawing/2014/main" id="{C7C41C64-6FAF-6FDB-B578-BAD9539EE4FD}"/>
                </a:ext>
              </a:extLst>
            </p:cNvPr>
            <p:cNvSpPr/>
            <p:nvPr/>
          </p:nvSpPr>
          <p:spPr bwMode="invGray">
            <a:xfrm>
              <a:off x="4536739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0">
              <a:extLst>
                <a:ext uri="{FF2B5EF4-FFF2-40B4-BE49-F238E27FC236}">
                  <a16:creationId xmlns:a16="http://schemas.microsoft.com/office/drawing/2014/main" id="{386D9BA5-DBB8-188C-90FE-7CEFC3AE52B7}"/>
                </a:ext>
              </a:extLst>
            </p:cNvPr>
            <p:cNvSpPr/>
            <p:nvPr/>
          </p:nvSpPr>
          <p:spPr bwMode="invGray">
            <a:xfrm>
              <a:off x="4026014" y="4358071"/>
              <a:ext cx="229985" cy="281006"/>
            </a:xfrm>
            <a:custGeom>
              <a:avLst/>
              <a:gdLst>
                <a:gd name="connsiteX0" fmla="*/ 229907 w 229985"/>
                <a:gd name="connsiteY0" fmla="*/ 275186 h 281006"/>
                <a:gd name="connsiteX1" fmla="*/ 229907 w 229985"/>
                <a:gd name="connsiteY1" fmla="*/ 0 h 281006"/>
                <a:gd name="connsiteX2" fmla="*/ 161044 w 229985"/>
                <a:gd name="connsiteY2" fmla="*/ 0 h 281006"/>
                <a:gd name="connsiteX3" fmla="*/ 161044 w 229985"/>
                <a:gd name="connsiteY3" fmla="*/ 152183 h 281006"/>
                <a:gd name="connsiteX4" fmla="*/ 114954 w 229985"/>
                <a:gd name="connsiteY4" fmla="*/ 215120 h 281006"/>
                <a:gd name="connsiteX5" fmla="*/ 68863 w 229985"/>
                <a:gd name="connsiteY5" fmla="*/ 149854 h 281006"/>
                <a:gd name="connsiteX6" fmla="*/ 68863 w 229985"/>
                <a:gd name="connsiteY6" fmla="*/ 0 h 281006"/>
                <a:gd name="connsiteX7" fmla="*/ 0 w 229985"/>
                <a:gd name="connsiteY7" fmla="*/ 0 h 281006"/>
                <a:gd name="connsiteX8" fmla="*/ 0 w 229985"/>
                <a:gd name="connsiteY8" fmla="*/ 155675 h 281006"/>
                <a:gd name="connsiteX9" fmla="*/ 98088 w 229985"/>
                <a:gd name="connsiteY9" fmla="*/ 281006 h 281006"/>
                <a:gd name="connsiteX10" fmla="*/ 162288 w 229985"/>
                <a:gd name="connsiteY10" fmla="*/ 255940 h 281006"/>
                <a:gd name="connsiteX11" fmla="*/ 162288 w 229985"/>
                <a:gd name="connsiteY11" fmla="*/ 275186 h 281006"/>
                <a:gd name="connsiteX12" fmla="*/ 229985 w 229985"/>
                <a:gd name="connsiteY12" fmla="*/ 275186 h 28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9985" h="281006">
                  <a:moveTo>
                    <a:pt x="229907" y="275186"/>
                  </a:moveTo>
                  <a:lnTo>
                    <a:pt x="229907" y="0"/>
                  </a:lnTo>
                  <a:lnTo>
                    <a:pt x="161044" y="0"/>
                  </a:lnTo>
                  <a:lnTo>
                    <a:pt x="161044" y="152183"/>
                  </a:lnTo>
                  <a:cubicBezTo>
                    <a:pt x="161044" y="186018"/>
                    <a:pt x="153427" y="215120"/>
                    <a:pt x="114954" y="215120"/>
                  </a:cubicBezTo>
                  <a:cubicBezTo>
                    <a:pt x="76480" y="215120"/>
                    <a:pt x="68863" y="187105"/>
                    <a:pt x="68863" y="149854"/>
                  </a:cubicBezTo>
                  <a:lnTo>
                    <a:pt x="68863" y="0"/>
                  </a:lnTo>
                  <a:lnTo>
                    <a:pt x="0" y="0"/>
                  </a:lnTo>
                  <a:lnTo>
                    <a:pt x="0" y="155675"/>
                  </a:lnTo>
                  <a:cubicBezTo>
                    <a:pt x="0" y="229710"/>
                    <a:pt x="26892" y="281006"/>
                    <a:pt x="98088" y="281006"/>
                  </a:cubicBezTo>
                  <a:cubicBezTo>
                    <a:pt x="122648" y="281006"/>
                    <a:pt x="147131" y="272858"/>
                    <a:pt x="162288" y="255940"/>
                  </a:cubicBezTo>
                  <a:lnTo>
                    <a:pt x="162288" y="275186"/>
                  </a:lnTo>
                  <a:lnTo>
                    <a:pt x="229985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1">
              <a:extLst>
                <a:ext uri="{FF2B5EF4-FFF2-40B4-BE49-F238E27FC236}">
                  <a16:creationId xmlns:a16="http://schemas.microsoft.com/office/drawing/2014/main" id="{D82AFF45-D84F-87F5-2936-BEFD26D04927}"/>
                </a:ext>
              </a:extLst>
            </p:cNvPr>
            <p:cNvSpPr/>
            <p:nvPr/>
          </p:nvSpPr>
          <p:spPr bwMode="invGray">
            <a:xfrm>
              <a:off x="8604890" y="4352561"/>
              <a:ext cx="240555" cy="286904"/>
            </a:xfrm>
            <a:custGeom>
              <a:avLst/>
              <a:gdLst>
                <a:gd name="connsiteX0" fmla="*/ 131976 w 240555"/>
                <a:gd name="connsiteY0" fmla="*/ 218069 h 286904"/>
                <a:gd name="connsiteX1" fmla="*/ 73605 w 240555"/>
                <a:gd name="connsiteY1" fmla="*/ 142870 h 286904"/>
                <a:gd name="connsiteX2" fmla="*/ 131432 w 240555"/>
                <a:gd name="connsiteY2" fmla="*/ 68215 h 286904"/>
                <a:gd name="connsiteX3" fmla="*/ 193300 w 240555"/>
                <a:gd name="connsiteY3" fmla="*/ 106706 h 286904"/>
                <a:gd name="connsiteX4" fmla="*/ 240012 w 240555"/>
                <a:gd name="connsiteY4" fmla="*/ 59445 h 286904"/>
                <a:gd name="connsiteX5" fmla="*/ 131976 w 240555"/>
                <a:gd name="connsiteY5" fmla="*/ 0 h 286904"/>
                <a:gd name="connsiteX6" fmla="*/ 0 w 240555"/>
                <a:gd name="connsiteY6" fmla="*/ 144034 h 286904"/>
                <a:gd name="connsiteX7" fmla="*/ 130810 w 240555"/>
                <a:gd name="connsiteY7" fmla="*/ 286904 h 286904"/>
                <a:gd name="connsiteX8" fmla="*/ 240556 w 240555"/>
                <a:gd name="connsiteY8" fmla="*/ 226295 h 286904"/>
                <a:gd name="connsiteX9" fmla="*/ 195010 w 240555"/>
                <a:gd name="connsiteY9" fmla="*/ 183147 h 286904"/>
                <a:gd name="connsiteX10" fmla="*/ 131976 w 240555"/>
                <a:gd name="connsiteY10" fmla="*/ 218146 h 28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555" h="286904">
                  <a:moveTo>
                    <a:pt x="131976" y="218069"/>
                  </a:moveTo>
                  <a:cubicBezTo>
                    <a:pt x="91093" y="218069"/>
                    <a:pt x="73605" y="182526"/>
                    <a:pt x="73605" y="142870"/>
                  </a:cubicBezTo>
                  <a:cubicBezTo>
                    <a:pt x="73605" y="100343"/>
                    <a:pt x="93424" y="68215"/>
                    <a:pt x="131432" y="68215"/>
                  </a:cubicBezTo>
                  <a:cubicBezTo>
                    <a:pt x="159490" y="68215"/>
                    <a:pt x="176978" y="85132"/>
                    <a:pt x="193300" y="106706"/>
                  </a:cubicBezTo>
                  <a:lnTo>
                    <a:pt x="240012" y="59445"/>
                  </a:lnTo>
                  <a:cubicBezTo>
                    <a:pt x="214907" y="22117"/>
                    <a:pt x="181020" y="0"/>
                    <a:pt x="131976" y="0"/>
                  </a:cubicBezTo>
                  <a:cubicBezTo>
                    <a:pt x="46168" y="0"/>
                    <a:pt x="0" y="68215"/>
                    <a:pt x="0" y="144034"/>
                  </a:cubicBezTo>
                  <a:cubicBezTo>
                    <a:pt x="0" y="226838"/>
                    <a:pt x="55495" y="286904"/>
                    <a:pt x="130810" y="286904"/>
                  </a:cubicBezTo>
                  <a:cubicBezTo>
                    <a:pt x="185139" y="286904"/>
                    <a:pt x="217239" y="256018"/>
                    <a:pt x="240556" y="226295"/>
                  </a:cubicBezTo>
                  <a:lnTo>
                    <a:pt x="195010" y="183147"/>
                  </a:lnTo>
                  <a:cubicBezTo>
                    <a:pt x="178066" y="204721"/>
                    <a:pt x="157080" y="218146"/>
                    <a:pt x="131976" y="218146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2">
              <a:extLst>
                <a:ext uri="{FF2B5EF4-FFF2-40B4-BE49-F238E27FC236}">
                  <a16:creationId xmlns:a16="http://schemas.microsoft.com/office/drawing/2014/main" id="{9749B3AD-B18E-A317-9496-970930AD1E9E}"/>
                </a:ext>
              </a:extLst>
            </p:cNvPr>
            <p:cNvSpPr/>
            <p:nvPr/>
          </p:nvSpPr>
          <p:spPr bwMode="invGray">
            <a:xfrm>
              <a:off x="6846230" y="4352561"/>
              <a:ext cx="258043" cy="286826"/>
            </a:xfrm>
            <a:custGeom>
              <a:avLst/>
              <a:gdLst>
                <a:gd name="connsiteX0" fmla="*/ 129022 w 258043"/>
                <a:gd name="connsiteY0" fmla="*/ 0 h 286826"/>
                <a:gd name="connsiteX1" fmla="*/ 0 w 258043"/>
                <a:gd name="connsiteY1" fmla="*/ 143413 h 286826"/>
                <a:gd name="connsiteX2" fmla="*/ 129022 w 258043"/>
                <a:gd name="connsiteY2" fmla="*/ 286827 h 286826"/>
                <a:gd name="connsiteX3" fmla="*/ 258043 w 258043"/>
                <a:gd name="connsiteY3" fmla="*/ 143413 h 286826"/>
                <a:gd name="connsiteX4" fmla="*/ 129022 w 258043"/>
                <a:gd name="connsiteY4" fmla="*/ 0 h 286826"/>
                <a:gd name="connsiteX5" fmla="*/ 129022 w 258043"/>
                <a:gd name="connsiteY5" fmla="*/ 218069 h 286826"/>
                <a:gd name="connsiteX6" fmla="*/ 73527 w 258043"/>
                <a:gd name="connsiteY6" fmla="*/ 143413 h 286826"/>
                <a:gd name="connsiteX7" fmla="*/ 129022 w 258043"/>
                <a:gd name="connsiteY7" fmla="*/ 68215 h 286826"/>
                <a:gd name="connsiteX8" fmla="*/ 184517 w 258043"/>
                <a:gd name="connsiteY8" fmla="*/ 143413 h 286826"/>
                <a:gd name="connsiteX9" fmla="*/ 129022 w 258043"/>
                <a:gd name="connsiteY9" fmla="*/ 218069 h 2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8043" h="286826">
                  <a:moveTo>
                    <a:pt x="129022" y="0"/>
                  </a:moveTo>
                  <a:cubicBezTo>
                    <a:pt x="49588" y="0"/>
                    <a:pt x="0" y="62394"/>
                    <a:pt x="0" y="143413"/>
                  </a:cubicBezTo>
                  <a:cubicBezTo>
                    <a:pt x="0" y="228546"/>
                    <a:pt x="54329" y="286827"/>
                    <a:pt x="129022" y="286827"/>
                  </a:cubicBezTo>
                  <a:cubicBezTo>
                    <a:pt x="203714" y="286827"/>
                    <a:pt x="258043" y="228546"/>
                    <a:pt x="258043" y="143413"/>
                  </a:cubicBezTo>
                  <a:cubicBezTo>
                    <a:pt x="258043" y="58281"/>
                    <a:pt x="208378" y="0"/>
                    <a:pt x="129022" y="0"/>
                  </a:cubicBezTo>
                  <a:close/>
                  <a:moveTo>
                    <a:pt x="129022" y="218069"/>
                  </a:moveTo>
                  <a:cubicBezTo>
                    <a:pt x="83476" y="218069"/>
                    <a:pt x="73527" y="174378"/>
                    <a:pt x="73527" y="143413"/>
                  </a:cubicBezTo>
                  <a:cubicBezTo>
                    <a:pt x="73527" y="100886"/>
                    <a:pt x="91015" y="68215"/>
                    <a:pt x="129022" y="68215"/>
                  </a:cubicBezTo>
                  <a:cubicBezTo>
                    <a:pt x="167029" y="68215"/>
                    <a:pt x="184517" y="100886"/>
                    <a:pt x="184517" y="143413"/>
                  </a:cubicBezTo>
                  <a:cubicBezTo>
                    <a:pt x="184517" y="174300"/>
                    <a:pt x="174568" y="218069"/>
                    <a:pt x="129022" y="218069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3">
              <a:extLst>
                <a:ext uri="{FF2B5EF4-FFF2-40B4-BE49-F238E27FC236}">
                  <a16:creationId xmlns:a16="http://schemas.microsoft.com/office/drawing/2014/main" id="{8D532166-FC1E-3BB8-10BD-4760656F162B}"/>
                </a:ext>
              </a:extLst>
            </p:cNvPr>
            <p:cNvSpPr/>
            <p:nvPr/>
          </p:nvSpPr>
          <p:spPr bwMode="invGray">
            <a:xfrm>
              <a:off x="7419599" y="4252917"/>
              <a:ext cx="174646" cy="380573"/>
            </a:xfrm>
            <a:custGeom>
              <a:avLst/>
              <a:gdLst>
                <a:gd name="connsiteX0" fmla="*/ 38551 w 174646"/>
                <a:gd name="connsiteY0" fmla="*/ 72250 h 380573"/>
                <a:gd name="connsiteX1" fmla="*/ 38551 w 174646"/>
                <a:gd name="connsiteY1" fmla="*/ 105465 h 380573"/>
                <a:gd name="connsiteX2" fmla="*/ 0 w 174646"/>
                <a:gd name="connsiteY2" fmla="*/ 105465 h 380573"/>
                <a:gd name="connsiteX3" fmla="*/ 0 w 174646"/>
                <a:gd name="connsiteY3" fmla="*/ 171894 h 380573"/>
                <a:gd name="connsiteX4" fmla="*/ 38551 w 174646"/>
                <a:gd name="connsiteY4" fmla="*/ 171894 h 380573"/>
                <a:gd name="connsiteX5" fmla="*/ 38551 w 174646"/>
                <a:gd name="connsiteY5" fmla="*/ 380573 h 380573"/>
                <a:gd name="connsiteX6" fmla="*/ 109824 w 174646"/>
                <a:gd name="connsiteY6" fmla="*/ 380573 h 380573"/>
                <a:gd name="connsiteX7" fmla="*/ 109824 w 174646"/>
                <a:gd name="connsiteY7" fmla="*/ 171894 h 380573"/>
                <a:gd name="connsiteX8" fmla="*/ 168817 w 174646"/>
                <a:gd name="connsiteY8" fmla="*/ 171894 h 380573"/>
                <a:gd name="connsiteX9" fmla="*/ 168817 w 174646"/>
                <a:gd name="connsiteY9" fmla="*/ 105465 h 380573"/>
                <a:gd name="connsiteX10" fmla="*/ 109824 w 174646"/>
                <a:gd name="connsiteY10" fmla="*/ 105465 h 380573"/>
                <a:gd name="connsiteX11" fmla="*/ 109824 w 174646"/>
                <a:gd name="connsiteY11" fmla="*/ 83347 h 380573"/>
                <a:gd name="connsiteX12" fmla="*/ 139592 w 174646"/>
                <a:gd name="connsiteY12" fmla="*/ 59445 h 380573"/>
                <a:gd name="connsiteX13" fmla="*/ 174646 w 174646"/>
                <a:gd name="connsiteY13" fmla="*/ 64722 h 380573"/>
                <a:gd name="connsiteX14" fmla="*/ 174646 w 174646"/>
                <a:gd name="connsiteY14" fmla="*/ 7605 h 380573"/>
                <a:gd name="connsiteX15" fmla="*/ 122649 w 174646"/>
                <a:gd name="connsiteY15" fmla="*/ 0 h 380573"/>
                <a:gd name="connsiteX16" fmla="*/ 38551 w 174646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6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3" y="0"/>
                    <a:pt x="122649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4">
              <a:extLst>
                <a:ext uri="{FF2B5EF4-FFF2-40B4-BE49-F238E27FC236}">
                  <a16:creationId xmlns:a16="http://schemas.microsoft.com/office/drawing/2014/main" id="{728FB9B7-BC2A-E8EE-CC96-8056F0BB6D66}"/>
                </a:ext>
              </a:extLst>
            </p:cNvPr>
            <p:cNvSpPr/>
            <p:nvPr/>
          </p:nvSpPr>
          <p:spPr bwMode="invGray">
            <a:xfrm>
              <a:off x="3814838" y="4252917"/>
              <a:ext cx="174645" cy="380573"/>
            </a:xfrm>
            <a:custGeom>
              <a:avLst/>
              <a:gdLst>
                <a:gd name="connsiteX0" fmla="*/ 38551 w 174645"/>
                <a:gd name="connsiteY0" fmla="*/ 72250 h 380573"/>
                <a:gd name="connsiteX1" fmla="*/ 38551 w 174645"/>
                <a:gd name="connsiteY1" fmla="*/ 105465 h 380573"/>
                <a:gd name="connsiteX2" fmla="*/ 0 w 174645"/>
                <a:gd name="connsiteY2" fmla="*/ 105465 h 380573"/>
                <a:gd name="connsiteX3" fmla="*/ 0 w 174645"/>
                <a:gd name="connsiteY3" fmla="*/ 171894 h 380573"/>
                <a:gd name="connsiteX4" fmla="*/ 38551 w 174645"/>
                <a:gd name="connsiteY4" fmla="*/ 171894 h 380573"/>
                <a:gd name="connsiteX5" fmla="*/ 38551 w 174645"/>
                <a:gd name="connsiteY5" fmla="*/ 380573 h 380573"/>
                <a:gd name="connsiteX6" fmla="*/ 109824 w 174645"/>
                <a:gd name="connsiteY6" fmla="*/ 380573 h 380573"/>
                <a:gd name="connsiteX7" fmla="*/ 109824 w 174645"/>
                <a:gd name="connsiteY7" fmla="*/ 171894 h 380573"/>
                <a:gd name="connsiteX8" fmla="*/ 168817 w 174645"/>
                <a:gd name="connsiteY8" fmla="*/ 171894 h 380573"/>
                <a:gd name="connsiteX9" fmla="*/ 168817 w 174645"/>
                <a:gd name="connsiteY9" fmla="*/ 105465 h 380573"/>
                <a:gd name="connsiteX10" fmla="*/ 109824 w 174645"/>
                <a:gd name="connsiteY10" fmla="*/ 105465 h 380573"/>
                <a:gd name="connsiteX11" fmla="*/ 109824 w 174645"/>
                <a:gd name="connsiteY11" fmla="*/ 83347 h 380573"/>
                <a:gd name="connsiteX12" fmla="*/ 139592 w 174645"/>
                <a:gd name="connsiteY12" fmla="*/ 59445 h 380573"/>
                <a:gd name="connsiteX13" fmla="*/ 174646 w 174645"/>
                <a:gd name="connsiteY13" fmla="*/ 64722 h 380573"/>
                <a:gd name="connsiteX14" fmla="*/ 174646 w 174645"/>
                <a:gd name="connsiteY14" fmla="*/ 7605 h 380573"/>
                <a:gd name="connsiteX15" fmla="*/ 122648 w 174645"/>
                <a:gd name="connsiteY15" fmla="*/ 0 h 380573"/>
                <a:gd name="connsiteX16" fmla="*/ 38551 w 174645"/>
                <a:gd name="connsiteY16" fmla="*/ 72328 h 38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645" h="380573">
                  <a:moveTo>
                    <a:pt x="38551" y="72250"/>
                  </a:moveTo>
                  <a:lnTo>
                    <a:pt x="38551" y="105465"/>
                  </a:lnTo>
                  <a:lnTo>
                    <a:pt x="0" y="105465"/>
                  </a:lnTo>
                  <a:lnTo>
                    <a:pt x="0" y="171894"/>
                  </a:lnTo>
                  <a:lnTo>
                    <a:pt x="38551" y="171894"/>
                  </a:lnTo>
                  <a:lnTo>
                    <a:pt x="38551" y="380573"/>
                  </a:lnTo>
                  <a:lnTo>
                    <a:pt x="109824" y="380573"/>
                  </a:lnTo>
                  <a:lnTo>
                    <a:pt x="109824" y="171894"/>
                  </a:lnTo>
                  <a:lnTo>
                    <a:pt x="168817" y="171894"/>
                  </a:lnTo>
                  <a:lnTo>
                    <a:pt x="168817" y="105465"/>
                  </a:lnTo>
                  <a:lnTo>
                    <a:pt x="109824" y="105465"/>
                  </a:lnTo>
                  <a:lnTo>
                    <a:pt x="109824" y="83347"/>
                  </a:lnTo>
                  <a:cubicBezTo>
                    <a:pt x="109824" y="65886"/>
                    <a:pt x="119151" y="59445"/>
                    <a:pt x="139592" y="59445"/>
                  </a:cubicBezTo>
                  <a:cubicBezTo>
                    <a:pt x="150085" y="59445"/>
                    <a:pt x="164153" y="61230"/>
                    <a:pt x="174646" y="64722"/>
                  </a:cubicBezTo>
                  <a:lnTo>
                    <a:pt x="174646" y="7605"/>
                  </a:lnTo>
                  <a:cubicBezTo>
                    <a:pt x="160034" y="1785"/>
                    <a:pt x="137882" y="0"/>
                    <a:pt x="122648" y="0"/>
                  </a:cubicBezTo>
                  <a:cubicBezTo>
                    <a:pt x="70651" y="0"/>
                    <a:pt x="38551" y="20953"/>
                    <a:pt x="38551" y="7232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5">
              <a:extLst>
                <a:ext uri="{FF2B5EF4-FFF2-40B4-BE49-F238E27FC236}">
                  <a16:creationId xmlns:a16="http://schemas.microsoft.com/office/drawing/2014/main" id="{6DC03A3E-322C-0026-3E8F-C682C13A1DAB}"/>
                </a:ext>
              </a:extLst>
            </p:cNvPr>
            <p:cNvSpPr/>
            <p:nvPr/>
          </p:nvSpPr>
          <p:spPr bwMode="invGray">
            <a:xfrm>
              <a:off x="7146866" y="4352561"/>
              <a:ext cx="237680" cy="281083"/>
            </a:xfrm>
            <a:custGeom>
              <a:avLst/>
              <a:gdLst>
                <a:gd name="connsiteX0" fmla="*/ 138426 w 237680"/>
                <a:gd name="connsiteY0" fmla="*/ 0 h 281083"/>
                <a:gd name="connsiteX1" fmla="*/ 71273 w 237680"/>
                <a:gd name="connsiteY1" fmla="*/ 24523 h 281083"/>
                <a:gd name="connsiteX2" fmla="*/ 71273 w 237680"/>
                <a:gd name="connsiteY2" fmla="*/ 5898 h 281083"/>
                <a:gd name="connsiteX3" fmla="*/ 0 w 237680"/>
                <a:gd name="connsiteY3" fmla="*/ 5898 h 281083"/>
                <a:gd name="connsiteX4" fmla="*/ 0 w 237680"/>
                <a:gd name="connsiteY4" fmla="*/ 281084 h 281083"/>
                <a:gd name="connsiteX5" fmla="*/ 71273 w 237680"/>
                <a:gd name="connsiteY5" fmla="*/ 281084 h 281083"/>
                <a:gd name="connsiteX6" fmla="*/ 71273 w 237680"/>
                <a:gd name="connsiteY6" fmla="*/ 129522 h 281083"/>
                <a:gd name="connsiteX7" fmla="*/ 119151 w 237680"/>
                <a:gd name="connsiteY7" fmla="*/ 67128 h 281083"/>
                <a:gd name="connsiteX8" fmla="*/ 166407 w 237680"/>
                <a:gd name="connsiteY8" fmla="*/ 131229 h 281083"/>
                <a:gd name="connsiteX9" fmla="*/ 166407 w 237680"/>
                <a:gd name="connsiteY9" fmla="*/ 281084 h 281083"/>
                <a:gd name="connsiteX10" fmla="*/ 237680 w 237680"/>
                <a:gd name="connsiteY10" fmla="*/ 281084 h 281083"/>
                <a:gd name="connsiteX11" fmla="*/ 237680 w 237680"/>
                <a:gd name="connsiteY11" fmla="*/ 125409 h 281083"/>
                <a:gd name="connsiteX12" fmla="*/ 138426 w 237680"/>
                <a:gd name="connsiteY12" fmla="*/ 78 h 28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680" h="281083">
                  <a:moveTo>
                    <a:pt x="138426" y="0"/>
                  </a:moveTo>
                  <a:cubicBezTo>
                    <a:pt x="107492" y="0"/>
                    <a:pt x="85885" y="9933"/>
                    <a:pt x="71273" y="24523"/>
                  </a:cubicBezTo>
                  <a:lnTo>
                    <a:pt x="71273" y="5898"/>
                  </a:lnTo>
                  <a:lnTo>
                    <a:pt x="0" y="5898"/>
                  </a:lnTo>
                  <a:lnTo>
                    <a:pt x="0" y="281084"/>
                  </a:lnTo>
                  <a:lnTo>
                    <a:pt x="71273" y="281084"/>
                  </a:lnTo>
                  <a:lnTo>
                    <a:pt x="71273" y="129522"/>
                  </a:lnTo>
                  <a:cubicBezTo>
                    <a:pt x="71273" y="88702"/>
                    <a:pt x="82931" y="67128"/>
                    <a:pt x="119151" y="67128"/>
                  </a:cubicBezTo>
                  <a:cubicBezTo>
                    <a:pt x="157702" y="67128"/>
                    <a:pt x="166407" y="92815"/>
                    <a:pt x="166407" y="131229"/>
                  </a:cubicBezTo>
                  <a:lnTo>
                    <a:pt x="166407" y="281084"/>
                  </a:lnTo>
                  <a:lnTo>
                    <a:pt x="237680" y="281084"/>
                  </a:lnTo>
                  <a:lnTo>
                    <a:pt x="237680" y="125409"/>
                  </a:lnTo>
                  <a:cubicBezTo>
                    <a:pt x="237680" y="57816"/>
                    <a:pt x="213119" y="78"/>
                    <a:pt x="138426" y="78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6">
              <a:extLst>
                <a:ext uri="{FF2B5EF4-FFF2-40B4-BE49-F238E27FC236}">
                  <a16:creationId xmlns:a16="http://schemas.microsoft.com/office/drawing/2014/main" id="{8124A495-AC52-40E1-B3E2-1F6333FFD4F3}"/>
                </a:ext>
              </a:extLst>
            </p:cNvPr>
            <p:cNvSpPr/>
            <p:nvPr/>
          </p:nvSpPr>
          <p:spPr bwMode="invGray">
            <a:xfrm>
              <a:off x="7635595" y="4358382"/>
              <a:ext cx="71272" cy="275185"/>
            </a:xfrm>
            <a:custGeom>
              <a:avLst/>
              <a:gdLst>
                <a:gd name="connsiteX0" fmla="*/ 0 w 71272"/>
                <a:gd name="connsiteY0" fmla="*/ 0 h 275185"/>
                <a:gd name="connsiteX1" fmla="*/ 71273 w 71272"/>
                <a:gd name="connsiteY1" fmla="*/ 0 h 275185"/>
                <a:gd name="connsiteX2" fmla="*/ 71273 w 71272"/>
                <a:gd name="connsiteY2" fmla="*/ 275186 h 275185"/>
                <a:gd name="connsiteX3" fmla="*/ 0 w 71272"/>
                <a:gd name="connsiteY3" fmla="*/ 275186 h 27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2" h="275185">
                  <a:moveTo>
                    <a:pt x="0" y="0"/>
                  </a:moveTo>
                  <a:lnTo>
                    <a:pt x="71273" y="0"/>
                  </a:lnTo>
                  <a:lnTo>
                    <a:pt x="71273" y="275186"/>
                  </a:lnTo>
                  <a:lnTo>
                    <a:pt x="0" y="275186"/>
                  </a:ln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47">
              <a:extLst>
                <a:ext uri="{FF2B5EF4-FFF2-40B4-BE49-F238E27FC236}">
                  <a16:creationId xmlns:a16="http://schemas.microsoft.com/office/drawing/2014/main" id="{D8E55BF7-2091-05E3-6682-B0E3D6BC81B8}"/>
                </a:ext>
              </a:extLst>
            </p:cNvPr>
            <p:cNvSpPr/>
            <p:nvPr/>
          </p:nvSpPr>
          <p:spPr bwMode="invGray">
            <a:xfrm>
              <a:off x="7630931" y="4252839"/>
              <a:ext cx="81765" cy="81639"/>
            </a:xfrm>
            <a:custGeom>
              <a:avLst/>
              <a:gdLst>
                <a:gd name="connsiteX0" fmla="*/ 40883 w 81765"/>
                <a:gd name="connsiteY0" fmla="*/ 0 h 81639"/>
                <a:gd name="connsiteX1" fmla="*/ 0 w 81765"/>
                <a:gd name="connsiteY1" fmla="*/ 40820 h 81639"/>
                <a:gd name="connsiteX2" fmla="*/ 40883 w 81765"/>
                <a:gd name="connsiteY2" fmla="*/ 81640 h 81639"/>
                <a:gd name="connsiteX3" fmla="*/ 81766 w 81765"/>
                <a:gd name="connsiteY3" fmla="*/ 40820 h 81639"/>
                <a:gd name="connsiteX4" fmla="*/ 40883 w 81765"/>
                <a:gd name="connsiteY4" fmla="*/ 0 h 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65" h="81639">
                  <a:moveTo>
                    <a:pt x="40883" y="0"/>
                  </a:moveTo>
                  <a:cubicBezTo>
                    <a:pt x="18110" y="0"/>
                    <a:pt x="0" y="18082"/>
                    <a:pt x="0" y="40820"/>
                  </a:cubicBezTo>
                  <a:cubicBezTo>
                    <a:pt x="0" y="63558"/>
                    <a:pt x="18110" y="81640"/>
                    <a:pt x="40883" y="81640"/>
                  </a:cubicBezTo>
                  <a:cubicBezTo>
                    <a:pt x="63656" y="81640"/>
                    <a:pt x="81766" y="63558"/>
                    <a:pt x="81766" y="40820"/>
                  </a:cubicBezTo>
                  <a:cubicBezTo>
                    <a:pt x="81766" y="18082"/>
                    <a:pt x="63656" y="0"/>
                    <a:pt x="40883" y="0"/>
                  </a:cubicBezTo>
                  <a:close/>
                </a:path>
              </a:pathLst>
            </a:custGeom>
            <a:solidFill>
              <a:srgbClr val="FFFFFF"/>
            </a:solidFill>
            <a:ln w="7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E9F7A6-ACBD-7517-D6DF-C8ECE42C490A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53" name="Freeform 49">
              <a:extLst>
                <a:ext uri="{FF2B5EF4-FFF2-40B4-BE49-F238E27FC236}">
                  <a16:creationId xmlns:a16="http://schemas.microsoft.com/office/drawing/2014/main" id="{87782289-4313-C5FF-72AD-8DAD938921C2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accent1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0">
              <a:extLst>
                <a:ext uri="{FF2B5EF4-FFF2-40B4-BE49-F238E27FC236}">
                  <a16:creationId xmlns:a16="http://schemas.microsoft.com/office/drawing/2014/main" id="{DA2290ED-1C01-4BE8-4FFC-355A1D45E7FF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7000">
                  <a:schemeClr val="accent1"/>
                </a:gs>
                <a:gs pos="80000">
                  <a:schemeClr val="accent5"/>
                </a:gs>
              </a:gsLst>
              <a:lin ang="1914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3A5F50A7-973C-994B-4CB0-421D3390AF8F}"/>
              </a:ext>
            </a:extLst>
          </p:cNvPr>
          <p:cNvSpPr txBox="1"/>
          <p:nvPr userDrawn="1"/>
        </p:nvSpPr>
        <p:spPr>
          <a:xfrm>
            <a:off x="479582" y="6297351"/>
            <a:ext cx="6817777" cy="196208"/>
          </a:xfrm>
          <a:prstGeom prst="rect">
            <a:avLst/>
          </a:prstGeom>
          <a:noFill/>
        </p:spPr>
        <p:txBody>
          <a:bodyPr wrap="square" lIns="0" tIns="36576" rIns="0" bIns="0" rtlCol="0" anchor="t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None/>
            </a:pPr>
            <a:r>
              <a:rPr lang="en-GB" sz="1150">
                <a:solidFill>
                  <a:schemeClr val="bg1"/>
                </a:solidFill>
                <a:latin typeface="+mj-lt"/>
              </a:rPr>
              <a:t>Together with EY’s full spectrum of skills, services and ecosystem partners.</a:t>
            </a:r>
          </a:p>
        </p:txBody>
      </p:sp>
      <p:sp>
        <p:nvSpPr>
          <p:cNvPr id="56" name="Freeform 50">
            <a:extLst>
              <a:ext uri="{FF2B5EF4-FFF2-40B4-BE49-F238E27FC236}">
                <a16:creationId xmlns:a16="http://schemas.microsoft.com/office/drawing/2014/main" id="{16BD0B7D-31ED-3A66-1F6F-7FC0C7680223}"/>
              </a:ext>
            </a:extLst>
          </p:cNvPr>
          <p:cNvSpPr/>
          <p:nvPr userDrawn="1"/>
        </p:nvSpPr>
        <p:spPr>
          <a:xfrm>
            <a:off x="485775" y="6160958"/>
            <a:ext cx="405765" cy="81280"/>
          </a:xfrm>
          <a:custGeom>
            <a:avLst/>
            <a:gdLst>
              <a:gd name="connsiteX0" fmla="*/ 324485 w 405765"/>
              <a:gd name="connsiteY0" fmla="*/ 0 h 81280"/>
              <a:gd name="connsiteX1" fmla="*/ 405765 w 405765"/>
              <a:gd name="connsiteY1" fmla="*/ 0 h 81280"/>
              <a:gd name="connsiteX2" fmla="*/ 405765 w 405765"/>
              <a:gd name="connsiteY2" fmla="*/ 81280 h 81280"/>
              <a:gd name="connsiteX3" fmla="*/ 324485 w 405765"/>
              <a:gd name="connsiteY3" fmla="*/ 81280 h 81280"/>
              <a:gd name="connsiteX4" fmla="*/ 161925 w 405765"/>
              <a:gd name="connsiteY4" fmla="*/ 0 h 81280"/>
              <a:gd name="connsiteX5" fmla="*/ 243205 w 405765"/>
              <a:gd name="connsiteY5" fmla="*/ 0 h 81280"/>
              <a:gd name="connsiteX6" fmla="*/ 243205 w 405765"/>
              <a:gd name="connsiteY6" fmla="*/ 81280 h 81280"/>
              <a:gd name="connsiteX7" fmla="*/ 161925 w 405765"/>
              <a:gd name="connsiteY7" fmla="*/ 81280 h 81280"/>
              <a:gd name="connsiteX8" fmla="*/ 0 w 405765"/>
              <a:gd name="connsiteY8" fmla="*/ 0 h 81280"/>
              <a:gd name="connsiteX9" fmla="*/ 81280 w 405765"/>
              <a:gd name="connsiteY9" fmla="*/ 0 h 81280"/>
              <a:gd name="connsiteX10" fmla="*/ 81280 w 405765"/>
              <a:gd name="connsiteY10" fmla="*/ 81280 h 81280"/>
              <a:gd name="connsiteX11" fmla="*/ 0 w 405765"/>
              <a:gd name="connsiteY11" fmla="*/ 81280 h 8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5765" h="81280">
                <a:moveTo>
                  <a:pt x="324485" y="0"/>
                </a:moveTo>
                <a:lnTo>
                  <a:pt x="405765" y="0"/>
                </a:lnTo>
                <a:lnTo>
                  <a:pt x="405765" y="81280"/>
                </a:lnTo>
                <a:lnTo>
                  <a:pt x="324485" y="81280"/>
                </a:lnTo>
                <a:close/>
                <a:moveTo>
                  <a:pt x="161925" y="0"/>
                </a:moveTo>
                <a:lnTo>
                  <a:pt x="243205" y="0"/>
                </a:lnTo>
                <a:lnTo>
                  <a:pt x="243205" y="81280"/>
                </a:lnTo>
                <a:lnTo>
                  <a:pt x="161925" y="81280"/>
                </a:lnTo>
                <a:close/>
                <a:moveTo>
                  <a:pt x="0" y="0"/>
                </a:moveTo>
                <a:lnTo>
                  <a:pt x="81280" y="0"/>
                </a:lnTo>
                <a:lnTo>
                  <a:pt x="81280" y="81280"/>
                </a:lnTo>
                <a:lnTo>
                  <a:pt x="0" y="81280"/>
                </a:lnTo>
                <a:close/>
              </a:path>
            </a:pathLst>
          </a:custGeom>
          <a:solidFill>
            <a:srgbClr val="FFE600"/>
          </a:solidFill>
          <a:ln w="635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7" name="Freeform 50">
            <a:extLst>
              <a:ext uri="{FF2B5EF4-FFF2-40B4-BE49-F238E27FC236}">
                <a16:creationId xmlns:a16="http://schemas.microsoft.com/office/drawing/2014/main" id="{C8A9AB61-9943-DB49-226A-4FBD41D05129}"/>
              </a:ext>
            </a:extLst>
          </p:cNvPr>
          <p:cNvSpPr/>
          <p:nvPr userDrawn="1"/>
        </p:nvSpPr>
        <p:spPr>
          <a:xfrm>
            <a:off x="485775" y="6164633"/>
            <a:ext cx="405765" cy="81280"/>
          </a:xfrm>
          <a:custGeom>
            <a:avLst/>
            <a:gdLst>
              <a:gd name="connsiteX0" fmla="*/ 324485 w 405765"/>
              <a:gd name="connsiteY0" fmla="*/ 0 h 81280"/>
              <a:gd name="connsiteX1" fmla="*/ 405765 w 405765"/>
              <a:gd name="connsiteY1" fmla="*/ 0 h 81280"/>
              <a:gd name="connsiteX2" fmla="*/ 405765 w 405765"/>
              <a:gd name="connsiteY2" fmla="*/ 81280 h 81280"/>
              <a:gd name="connsiteX3" fmla="*/ 324485 w 405765"/>
              <a:gd name="connsiteY3" fmla="*/ 81280 h 81280"/>
              <a:gd name="connsiteX4" fmla="*/ 161925 w 405765"/>
              <a:gd name="connsiteY4" fmla="*/ 0 h 81280"/>
              <a:gd name="connsiteX5" fmla="*/ 243205 w 405765"/>
              <a:gd name="connsiteY5" fmla="*/ 0 h 81280"/>
              <a:gd name="connsiteX6" fmla="*/ 243205 w 405765"/>
              <a:gd name="connsiteY6" fmla="*/ 81280 h 81280"/>
              <a:gd name="connsiteX7" fmla="*/ 161925 w 405765"/>
              <a:gd name="connsiteY7" fmla="*/ 81280 h 81280"/>
              <a:gd name="connsiteX8" fmla="*/ 0 w 405765"/>
              <a:gd name="connsiteY8" fmla="*/ 0 h 81280"/>
              <a:gd name="connsiteX9" fmla="*/ 81280 w 405765"/>
              <a:gd name="connsiteY9" fmla="*/ 0 h 81280"/>
              <a:gd name="connsiteX10" fmla="*/ 81280 w 405765"/>
              <a:gd name="connsiteY10" fmla="*/ 81280 h 81280"/>
              <a:gd name="connsiteX11" fmla="*/ 0 w 405765"/>
              <a:gd name="connsiteY11" fmla="*/ 81280 h 8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5765" h="81280">
                <a:moveTo>
                  <a:pt x="324485" y="0"/>
                </a:moveTo>
                <a:lnTo>
                  <a:pt x="405765" y="0"/>
                </a:lnTo>
                <a:lnTo>
                  <a:pt x="405765" y="81280"/>
                </a:lnTo>
                <a:lnTo>
                  <a:pt x="324485" y="81280"/>
                </a:lnTo>
                <a:close/>
                <a:moveTo>
                  <a:pt x="161925" y="0"/>
                </a:moveTo>
                <a:lnTo>
                  <a:pt x="243205" y="0"/>
                </a:lnTo>
                <a:lnTo>
                  <a:pt x="243205" y="81280"/>
                </a:lnTo>
                <a:lnTo>
                  <a:pt x="161925" y="81280"/>
                </a:lnTo>
                <a:close/>
                <a:moveTo>
                  <a:pt x="0" y="0"/>
                </a:moveTo>
                <a:lnTo>
                  <a:pt x="81280" y="0"/>
                </a:lnTo>
                <a:lnTo>
                  <a:pt x="81280" y="81280"/>
                </a:lnTo>
                <a:lnTo>
                  <a:pt x="0" y="81280"/>
                </a:lnTo>
                <a:close/>
              </a:path>
            </a:pathLst>
          </a:custGeom>
          <a:solidFill>
            <a:schemeClr val="accent5"/>
          </a:solidFill>
          <a:ln w="635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9602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ver page with Better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299F72-9399-FC28-CD11-FC1EEB6948D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DB0A5894-841F-4E2E-9A36-4F3763B2F5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0649080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DB0A5894-841F-4E2E-9A36-4F3763B2F5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1" name="Rectangle 370" hidden="1">
            <a:extLst>
              <a:ext uri="{FF2B5EF4-FFF2-40B4-BE49-F238E27FC236}">
                <a16:creationId xmlns:a16="http://schemas.microsoft.com/office/drawing/2014/main" id="{709BF2A2-CCF9-438E-8042-ACA08C943F9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000" b="0" i="0" baseline="0" err="1">
              <a:solidFill>
                <a:schemeClr val="tx1"/>
              </a:solidFill>
              <a:latin typeface="EYInterstate Light" panose="02000506000000020004" pitchFamily="2" charset="0"/>
              <a:ea typeface="+mj-ea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4B3F89-60D1-4387-C044-6CE226BE5447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20000">
                <a:srgbClr val="000000">
                  <a:alpha val="0"/>
                </a:srgbClr>
              </a:gs>
              <a:gs pos="58000">
                <a:srgbClr val="000000">
                  <a:alpha val="43000"/>
                </a:srgbClr>
              </a:gs>
              <a:gs pos="81000">
                <a:srgbClr val="000000">
                  <a:alpha val="52000"/>
                </a:srgbClr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799" b="0" i="0" u="none" strike="noStrike" kern="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1058038" y="435988"/>
            <a:ext cx="3792785" cy="868680"/>
          </a:xfrm>
          <a:prstGeom prst="rect">
            <a:avLst/>
          </a:prstGeom>
        </p:spPr>
        <p:txBody>
          <a:bodyPr vert="horz"/>
          <a:lstStyle>
            <a:lvl1pPr>
              <a:defRPr sz="3000" b="0">
                <a:solidFill>
                  <a:srgbClr val="FFFFFF"/>
                </a:solidFill>
                <a:latin typeface="EYInterstate Light" panose="02000506000000020004" pitchFamily="2" charset="0"/>
                <a:cs typeface="Arial" pitchFamily="34" charset="0"/>
                <a:sym typeface="EYInterstate Light" panose="02000506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1069291" y="1780464"/>
            <a:ext cx="3792785" cy="9038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rgbClr val="FFFFFF"/>
                </a:solidFill>
                <a:latin typeface="EYInterstate" panose="02000503020000020004" pitchFamily="2" charset="0"/>
                <a:cs typeface="Arial" pitchFamily="34" charset="0"/>
                <a:sym typeface="EYInterstate Light" panose="02000506000000020004" pitchFamily="2" charset="0"/>
              </a:defRPr>
            </a:lvl1pPr>
            <a:lvl2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E08BCAC7-5BAB-4F88-B96A-3B750E110192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612445" y="460564"/>
            <a:ext cx="155367" cy="3429000"/>
          </a:xfrm>
          <a:prstGeom prst="rect">
            <a:avLst/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1F36157B-0006-49F6-A093-140BB9DCB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69418" y="2684314"/>
            <a:ext cx="3808017" cy="423453"/>
          </a:xfrm>
        </p:spPr>
        <p:txBody>
          <a:bodyPr anchor="b"/>
          <a:lstStyle>
            <a:lvl1pPr marL="0" indent="0" algn="l">
              <a:buFontTx/>
              <a:buNone/>
              <a:defRPr sz="1600">
                <a:solidFill>
                  <a:srgbClr val="FFFFFF"/>
                </a:solidFill>
                <a:latin typeface="EYInterstate" panose="02000503020000020004" pitchFamily="2" charset="0"/>
                <a:cs typeface="Arial" panose="020B0604020202020204" pitchFamily="34" charset="0"/>
                <a:sym typeface="EYInterstate Light" panose="02000506000000020004" pitchFamily="2" charset="0"/>
              </a:defRPr>
            </a:lvl1pPr>
            <a:lvl2pPr marL="171450" indent="0" algn="l">
              <a:buFontTx/>
              <a:buNone/>
              <a:defRPr/>
            </a:lvl2pPr>
            <a:lvl3pPr marL="342900" indent="0" algn="l">
              <a:buFontTx/>
              <a:buNone/>
              <a:defRPr/>
            </a:lvl3pPr>
            <a:lvl4pPr marL="514350" indent="0" algn="l">
              <a:buFontTx/>
              <a:buNone/>
              <a:defRPr/>
            </a:lvl4pPr>
            <a:lvl5pPr marL="685800" indent="0" algn="l">
              <a:buFontTx/>
              <a:buNone/>
              <a:defRPr/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A2065DB-7BF5-4CF3-A5DC-E515FBBA2E55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1069975" y="3802983"/>
            <a:ext cx="82296" cy="82296"/>
          </a:xfrm>
          <a:prstGeom prst="rect">
            <a:avLst/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B746D22-4D3C-4EA5-B35F-7495D39C37E8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>
            <a:off x="1236661" y="3802981"/>
            <a:ext cx="82296" cy="82296"/>
          </a:xfrm>
          <a:prstGeom prst="rect">
            <a:avLst/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D371F3B-15D8-4E49-B3B5-3B787C476B72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1403347" y="3802979"/>
            <a:ext cx="82296" cy="82296"/>
          </a:xfrm>
          <a:prstGeom prst="rect">
            <a:avLst/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4480D6-8E86-4585-8F0D-45695F0D0FA5}"/>
              </a:ext>
            </a:extLst>
          </p:cNvPr>
          <p:cNvSpPr txBox="1"/>
          <p:nvPr userDrawn="1"/>
        </p:nvSpPr>
        <p:spPr>
          <a:xfrm>
            <a:off x="1058037" y="3449097"/>
            <a:ext cx="1866137" cy="16668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>
              <a:buSzPct val="70000"/>
              <a:buFont typeface="Arial" panose="020B0604020202020204" pitchFamily="34" charset="0"/>
              <a:buNone/>
            </a:pPr>
            <a:endParaRPr lang="en-US" sz="1600">
              <a:solidFill>
                <a:srgbClr val="FFFFFF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BFBC66B5-2475-4F1B-8CD3-426699968443}"/>
              </a:ext>
            </a:extLst>
          </p:cNvPr>
          <p:cNvSpPr/>
          <p:nvPr userDrawn="1"/>
        </p:nvSpPr>
        <p:spPr>
          <a:xfrm>
            <a:off x="5312159" y="2843212"/>
            <a:ext cx="155367" cy="1046351"/>
          </a:xfrm>
          <a:custGeom>
            <a:avLst/>
            <a:gdLst>
              <a:gd name="connsiteX0" fmla="*/ 0 w 155367"/>
              <a:gd name="connsiteY0" fmla="*/ 0 h 946339"/>
              <a:gd name="connsiteX1" fmla="*/ 155367 w 155367"/>
              <a:gd name="connsiteY1" fmla="*/ 0 h 946339"/>
              <a:gd name="connsiteX2" fmla="*/ 155367 w 155367"/>
              <a:gd name="connsiteY2" fmla="*/ 946339 h 946339"/>
              <a:gd name="connsiteX3" fmla="*/ 0 w 155367"/>
              <a:gd name="connsiteY3" fmla="*/ 946339 h 946339"/>
              <a:gd name="connsiteX4" fmla="*/ 0 w 155367"/>
              <a:gd name="connsiteY4" fmla="*/ 0 h 946339"/>
              <a:gd name="connsiteX0" fmla="*/ 0 w 155367"/>
              <a:gd name="connsiteY0" fmla="*/ 100012 h 1046351"/>
              <a:gd name="connsiteX1" fmla="*/ 155367 w 155367"/>
              <a:gd name="connsiteY1" fmla="*/ 0 h 1046351"/>
              <a:gd name="connsiteX2" fmla="*/ 155367 w 155367"/>
              <a:gd name="connsiteY2" fmla="*/ 1046351 h 1046351"/>
              <a:gd name="connsiteX3" fmla="*/ 0 w 155367"/>
              <a:gd name="connsiteY3" fmla="*/ 1046351 h 1046351"/>
              <a:gd name="connsiteX4" fmla="*/ 0 w 155367"/>
              <a:gd name="connsiteY4" fmla="*/ 100012 h 1046351"/>
              <a:gd name="connsiteX0" fmla="*/ 0 w 155367"/>
              <a:gd name="connsiteY0" fmla="*/ 104774 h 1046351"/>
              <a:gd name="connsiteX1" fmla="*/ 155367 w 155367"/>
              <a:gd name="connsiteY1" fmla="*/ 0 h 1046351"/>
              <a:gd name="connsiteX2" fmla="*/ 155367 w 155367"/>
              <a:gd name="connsiteY2" fmla="*/ 1046351 h 1046351"/>
              <a:gd name="connsiteX3" fmla="*/ 0 w 155367"/>
              <a:gd name="connsiteY3" fmla="*/ 1046351 h 1046351"/>
              <a:gd name="connsiteX4" fmla="*/ 0 w 155367"/>
              <a:gd name="connsiteY4" fmla="*/ 104774 h 1046351"/>
              <a:gd name="connsiteX0" fmla="*/ 0 w 155367"/>
              <a:gd name="connsiteY0" fmla="*/ 104774 h 1046351"/>
              <a:gd name="connsiteX1" fmla="*/ 95660 w 155367"/>
              <a:gd name="connsiteY1" fmla="*/ 40482 h 1046351"/>
              <a:gd name="connsiteX2" fmla="*/ 155367 w 155367"/>
              <a:gd name="connsiteY2" fmla="*/ 0 h 1046351"/>
              <a:gd name="connsiteX3" fmla="*/ 155367 w 155367"/>
              <a:gd name="connsiteY3" fmla="*/ 1046351 h 1046351"/>
              <a:gd name="connsiteX4" fmla="*/ 0 w 155367"/>
              <a:gd name="connsiteY4" fmla="*/ 1046351 h 1046351"/>
              <a:gd name="connsiteX5" fmla="*/ 0 w 155367"/>
              <a:gd name="connsiteY5" fmla="*/ 104774 h 1046351"/>
              <a:gd name="connsiteX0" fmla="*/ 0 w 155367"/>
              <a:gd name="connsiteY0" fmla="*/ 104774 h 1046351"/>
              <a:gd name="connsiteX1" fmla="*/ 38510 w 155367"/>
              <a:gd name="connsiteY1" fmla="*/ 80963 h 1046351"/>
              <a:gd name="connsiteX2" fmla="*/ 95660 w 155367"/>
              <a:gd name="connsiteY2" fmla="*/ 40482 h 1046351"/>
              <a:gd name="connsiteX3" fmla="*/ 155367 w 155367"/>
              <a:gd name="connsiteY3" fmla="*/ 0 h 1046351"/>
              <a:gd name="connsiteX4" fmla="*/ 155367 w 155367"/>
              <a:gd name="connsiteY4" fmla="*/ 1046351 h 1046351"/>
              <a:gd name="connsiteX5" fmla="*/ 0 w 155367"/>
              <a:gd name="connsiteY5" fmla="*/ 1046351 h 1046351"/>
              <a:gd name="connsiteX6" fmla="*/ 0 w 155367"/>
              <a:gd name="connsiteY6" fmla="*/ 104774 h 1046351"/>
              <a:gd name="connsiteX0" fmla="*/ 0 w 155367"/>
              <a:gd name="connsiteY0" fmla="*/ 104774 h 1046351"/>
              <a:gd name="connsiteX1" fmla="*/ 38510 w 155367"/>
              <a:gd name="connsiteY1" fmla="*/ 80963 h 1046351"/>
              <a:gd name="connsiteX2" fmla="*/ 95660 w 155367"/>
              <a:gd name="connsiteY2" fmla="*/ 40482 h 1046351"/>
              <a:gd name="connsiteX3" fmla="*/ 121854 w 155367"/>
              <a:gd name="connsiteY3" fmla="*/ 23813 h 1046351"/>
              <a:gd name="connsiteX4" fmla="*/ 155367 w 155367"/>
              <a:gd name="connsiteY4" fmla="*/ 0 h 1046351"/>
              <a:gd name="connsiteX5" fmla="*/ 155367 w 155367"/>
              <a:gd name="connsiteY5" fmla="*/ 1046351 h 1046351"/>
              <a:gd name="connsiteX6" fmla="*/ 0 w 155367"/>
              <a:gd name="connsiteY6" fmla="*/ 1046351 h 1046351"/>
              <a:gd name="connsiteX7" fmla="*/ 0 w 155367"/>
              <a:gd name="connsiteY7" fmla="*/ 104774 h 1046351"/>
              <a:gd name="connsiteX0" fmla="*/ 0 w 155367"/>
              <a:gd name="connsiteY0" fmla="*/ 104774 h 1046351"/>
              <a:gd name="connsiteX1" fmla="*/ 38510 w 155367"/>
              <a:gd name="connsiteY1" fmla="*/ 80963 h 1046351"/>
              <a:gd name="connsiteX2" fmla="*/ 95660 w 155367"/>
              <a:gd name="connsiteY2" fmla="*/ 40482 h 1046351"/>
              <a:gd name="connsiteX3" fmla="*/ 117091 w 155367"/>
              <a:gd name="connsiteY3" fmla="*/ 19050 h 1046351"/>
              <a:gd name="connsiteX4" fmla="*/ 155367 w 155367"/>
              <a:gd name="connsiteY4" fmla="*/ 0 h 1046351"/>
              <a:gd name="connsiteX5" fmla="*/ 155367 w 155367"/>
              <a:gd name="connsiteY5" fmla="*/ 1046351 h 1046351"/>
              <a:gd name="connsiteX6" fmla="*/ 0 w 155367"/>
              <a:gd name="connsiteY6" fmla="*/ 1046351 h 1046351"/>
              <a:gd name="connsiteX7" fmla="*/ 0 w 155367"/>
              <a:gd name="connsiteY7" fmla="*/ 104774 h 1046351"/>
              <a:gd name="connsiteX0" fmla="*/ 0 w 155367"/>
              <a:gd name="connsiteY0" fmla="*/ 104774 h 1046351"/>
              <a:gd name="connsiteX1" fmla="*/ 45654 w 155367"/>
              <a:gd name="connsiteY1" fmla="*/ 90488 h 1046351"/>
              <a:gd name="connsiteX2" fmla="*/ 95660 w 155367"/>
              <a:gd name="connsiteY2" fmla="*/ 40482 h 1046351"/>
              <a:gd name="connsiteX3" fmla="*/ 117091 w 155367"/>
              <a:gd name="connsiteY3" fmla="*/ 19050 h 1046351"/>
              <a:gd name="connsiteX4" fmla="*/ 155367 w 155367"/>
              <a:gd name="connsiteY4" fmla="*/ 0 h 1046351"/>
              <a:gd name="connsiteX5" fmla="*/ 155367 w 155367"/>
              <a:gd name="connsiteY5" fmla="*/ 1046351 h 1046351"/>
              <a:gd name="connsiteX6" fmla="*/ 0 w 155367"/>
              <a:gd name="connsiteY6" fmla="*/ 1046351 h 1046351"/>
              <a:gd name="connsiteX7" fmla="*/ 0 w 155367"/>
              <a:gd name="connsiteY7" fmla="*/ 104774 h 1046351"/>
              <a:gd name="connsiteX0" fmla="*/ 0 w 155367"/>
              <a:gd name="connsiteY0" fmla="*/ 104774 h 1046351"/>
              <a:gd name="connsiteX1" fmla="*/ 45654 w 155367"/>
              <a:gd name="connsiteY1" fmla="*/ 90488 h 1046351"/>
              <a:gd name="connsiteX2" fmla="*/ 88517 w 155367"/>
              <a:gd name="connsiteY2" fmla="*/ 40482 h 1046351"/>
              <a:gd name="connsiteX3" fmla="*/ 117091 w 155367"/>
              <a:gd name="connsiteY3" fmla="*/ 19050 h 1046351"/>
              <a:gd name="connsiteX4" fmla="*/ 155367 w 155367"/>
              <a:gd name="connsiteY4" fmla="*/ 0 h 1046351"/>
              <a:gd name="connsiteX5" fmla="*/ 155367 w 155367"/>
              <a:gd name="connsiteY5" fmla="*/ 1046351 h 1046351"/>
              <a:gd name="connsiteX6" fmla="*/ 0 w 155367"/>
              <a:gd name="connsiteY6" fmla="*/ 1046351 h 1046351"/>
              <a:gd name="connsiteX7" fmla="*/ 0 w 155367"/>
              <a:gd name="connsiteY7" fmla="*/ 104774 h 1046351"/>
              <a:gd name="connsiteX0" fmla="*/ 0 w 155367"/>
              <a:gd name="connsiteY0" fmla="*/ 104774 h 1046351"/>
              <a:gd name="connsiteX1" fmla="*/ 48035 w 155367"/>
              <a:gd name="connsiteY1" fmla="*/ 88106 h 1046351"/>
              <a:gd name="connsiteX2" fmla="*/ 88517 w 155367"/>
              <a:gd name="connsiteY2" fmla="*/ 40482 h 1046351"/>
              <a:gd name="connsiteX3" fmla="*/ 117091 w 155367"/>
              <a:gd name="connsiteY3" fmla="*/ 19050 h 1046351"/>
              <a:gd name="connsiteX4" fmla="*/ 155367 w 155367"/>
              <a:gd name="connsiteY4" fmla="*/ 0 h 1046351"/>
              <a:gd name="connsiteX5" fmla="*/ 155367 w 155367"/>
              <a:gd name="connsiteY5" fmla="*/ 1046351 h 1046351"/>
              <a:gd name="connsiteX6" fmla="*/ 0 w 155367"/>
              <a:gd name="connsiteY6" fmla="*/ 1046351 h 1046351"/>
              <a:gd name="connsiteX7" fmla="*/ 0 w 155367"/>
              <a:gd name="connsiteY7" fmla="*/ 104774 h 1046351"/>
              <a:gd name="connsiteX0" fmla="*/ 0 w 155367"/>
              <a:gd name="connsiteY0" fmla="*/ 104774 h 1046351"/>
              <a:gd name="connsiteX1" fmla="*/ 48035 w 155367"/>
              <a:gd name="connsiteY1" fmla="*/ 88106 h 1046351"/>
              <a:gd name="connsiteX2" fmla="*/ 88517 w 155367"/>
              <a:gd name="connsiteY2" fmla="*/ 40482 h 1046351"/>
              <a:gd name="connsiteX3" fmla="*/ 114710 w 155367"/>
              <a:gd name="connsiteY3" fmla="*/ 21432 h 1046351"/>
              <a:gd name="connsiteX4" fmla="*/ 155367 w 155367"/>
              <a:gd name="connsiteY4" fmla="*/ 0 h 1046351"/>
              <a:gd name="connsiteX5" fmla="*/ 155367 w 155367"/>
              <a:gd name="connsiteY5" fmla="*/ 1046351 h 1046351"/>
              <a:gd name="connsiteX6" fmla="*/ 0 w 155367"/>
              <a:gd name="connsiteY6" fmla="*/ 1046351 h 1046351"/>
              <a:gd name="connsiteX7" fmla="*/ 0 w 155367"/>
              <a:gd name="connsiteY7" fmla="*/ 104774 h 1046351"/>
              <a:gd name="connsiteX0" fmla="*/ 0 w 155367"/>
              <a:gd name="connsiteY0" fmla="*/ 104774 h 1046351"/>
              <a:gd name="connsiteX1" fmla="*/ 48035 w 155367"/>
              <a:gd name="connsiteY1" fmla="*/ 88106 h 1046351"/>
              <a:gd name="connsiteX2" fmla="*/ 88517 w 155367"/>
              <a:gd name="connsiteY2" fmla="*/ 40482 h 1046351"/>
              <a:gd name="connsiteX3" fmla="*/ 114710 w 155367"/>
              <a:gd name="connsiteY3" fmla="*/ 14288 h 1046351"/>
              <a:gd name="connsiteX4" fmla="*/ 155367 w 155367"/>
              <a:gd name="connsiteY4" fmla="*/ 0 h 1046351"/>
              <a:gd name="connsiteX5" fmla="*/ 155367 w 155367"/>
              <a:gd name="connsiteY5" fmla="*/ 1046351 h 1046351"/>
              <a:gd name="connsiteX6" fmla="*/ 0 w 155367"/>
              <a:gd name="connsiteY6" fmla="*/ 1046351 h 1046351"/>
              <a:gd name="connsiteX7" fmla="*/ 0 w 155367"/>
              <a:gd name="connsiteY7" fmla="*/ 104774 h 1046351"/>
              <a:gd name="connsiteX0" fmla="*/ 0 w 155367"/>
              <a:gd name="connsiteY0" fmla="*/ 104774 h 1046351"/>
              <a:gd name="connsiteX1" fmla="*/ 55178 w 155367"/>
              <a:gd name="connsiteY1" fmla="*/ 88106 h 1046351"/>
              <a:gd name="connsiteX2" fmla="*/ 88517 w 155367"/>
              <a:gd name="connsiteY2" fmla="*/ 40482 h 1046351"/>
              <a:gd name="connsiteX3" fmla="*/ 114710 w 155367"/>
              <a:gd name="connsiteY3" fmla="*/ 14288 h 1046351"/>
              <a:gd name="connsiteX4" fmla="*/ 155367 w 155367"/>
              <a:gd name="connsiteY4" fmla="*/ 0 h 1046351"/>
              <a:gd name="connsiteX5" fmla="*/ 155367 w 155367"/>
              <a:gd name="connsiteY5" fmla="*/ 1046351 h 1046351"/>
              <a:gd name="connsiteX6" fmla="*/ 0 w 155367"/>
              <a:gd name="connsiteY6" fmla="*/ 1046351 h 1046351"/>
              <a:gd name="connsiteX7" fmla="*/ 0 w 155367"/>
              <a:gd name="connsiteY7" fmla="*/ 104774 h 1046351"/>
              <a:gd name="connsiteX0" fmla="*/ 0 w 155367"/>
              <a:gd name="connsiteY0" fmla="*/ 104774 h 1046351"/>
              <a:gd name="connsiteX1" fmla="*/ 57559 w 155367"/>
              <a:gd name="connsiteY1" fmla="*/ 83343 h 1046351"/>
              <a:gd name="connsiteX2" fmla="*/ 88517 w 155367"/>
              <a:gd name="connsiteY2" fmla="*/ 40482 h 1046351"/>
              <a:gd name="connsiteX3" fmla="*/ 114710 w 155367"/>
              <a:gd name="connsiteY3" fmla="*/ 14288 h 1046351"/>
              <a:gd name="connsiteX4" fmla="*/ 155367 w 155367"/>
              <a:gd name="connsiteY4" fmla="*/ 0 h 1046351"/>
              <a:gd name="connsiteX5" fmla="*/ 155367 w 155367"/>
              <a:gd name="connsiteY5" fmla="*/ 1046351 h 1046351"/>
              <a:gd name="connsiteX6" fmla="*/ 0 w 155367"/>
              <a:gd name="connsiteY6" fmla="*/ 1046351 h 1046351"/>
              <a:gd name="connsiteX7" fmla="*/ 0 w 155367"/>
              <a:gd name="connsiteY7" fmla="*/ 104774 h 1046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367" h="1046351">
                <a:moveTo>
                  <a:pt x="0" y="104774"/>
                </a:moveTo>
                <a:lnTo>
                  <a:pt x="57559" y="83343"/>
                </a:lnTo>
                <a:lnTo>
                  <a:pt x="88517" y="40482"/>
                </a:lnTo>
                <a:lnTo>
                  <a:pt x="114710" y="14288"/>
                </a:lnTo>
                <a:lnTo>
                  <a:pt x="155367" y="0"/>
                </a:lnTo>
                <a:lnTo>
                  <a:pt x="155367" y="1046351"/>
                </a:lnTo>
                <a:lnTo>
                  <a:pt x="0" y="1046351"/>
                </a:lnTo>
                <a:lnTo>
                  <a:pt x="0" y="104774"/>
                </a:lnTo>
                <a:close/>
              </a:path>
            </a:pathLst>
          </a:cu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DCBC18F-25AD-490C-ACA1-AE6712824015}"/>
              </a:ext>
            </a:extLst>
          </p:cNvPr>
          <p:cNvSpPr/>
          <p:nvPr userDrawn="1"/>
        </p:nvSpPr>
        <p:spPr>
          <a:xfrm>
            <a:off x="5312159" y="460564"/>
            <a:ext cx="155367" cy="2215355"/>
          </a:xfrm>
          <a:custGeom>
            <a:avLst/>
            <a:gdLst>
              <a:gd name="connsiteX0" fmla="*/ 0 w 155367"/>
              <a:gd name="connsiteY0" fmla="*/ 0 h 1672603"/>
              <a:gd name="connsiteX1" fmla="*/ 155367 w 155367"/>
              <a:gd name="connsiteY1" fmla="*/ 0 h 1672603"/>
              <a:gd name="connsiteX2" fmla="*/ 155367 w 155367"/>
              <a:gd name="connsiteY2" fmla="*/ 1672603 h 1672603"/>
              <a:gd name="connsiteX3" fmla="*/ 0 w 155367"/>
              <a:gd name="connsiteY3" fmla="*/ 1672603 h 1672603"/>
              <a:gd name="connsiteX4" fmla="*/ 0 w 155367"/>
              <a:gd name="connsiteY4" fmla="*/ 0 h 1672603"/>
              <a:gd name="connsiteX0" fmla="*/ 0 w 155367"/>
              <a:gd name="connsiteY0" fmla="*/ 0 h 1672603"/>
              <a:gd name="connsiteX1" fmla="*/ 155367 w 155367"/>
              <a:gd name="connsiteY1" fmla="*/ 0 h 1672603"/>
              <a:gd name="connsiteX2" fmla="*/ 155367 w 155367"/>
              <a:gd name="connsiteY2" fmla="*/ 1672603 h 1672603"/>
              <a:gd name="connsiteX3" fmla="*/ 36129 w 155367"/>
              <a:gd name="connsiteY3" fmla="*/ 1671958 h 1672603"/>
              <a:gd name="connsiteX4" fmla="*/ 0 w 155367"/>
              <a:gd name="connsiteY4" fmla="*/ 1672603 h 1672603"/>
              <a:gd name="connsiteX5" fmla="*/ 0 w 155367"/>
              <a:gd name="connsiteY5" fmla="*/ 0 h 1672603"/>
              <a:gd name="connsiteX0" fmla="*/ 0 w 155367"/>
              <a:gd name="connsiteY0" fmla="*/ 0 h 1672603"/>
              <a:gd name="connsiteX1" fmla="*/ 155367 w 155367"/>
              <a:gd name="connsiteY1" fmla="*/ 0 h 1672603"/>
              <a:gd name="connsiteX2" fmla="*/ 155367 w 155367"/>
              <a:gd name="connsiteY2" fmla="*/ 1672603 h 1672603"/>
              <a:gd name="connsiteX3" fmla="*/ 105185 w 155367"/>
              <a:gd name="connsiteY3" fmla="*/ 1669577 h 1672603"/>
              <a:gd name="connsiteX4" fmla="*/ 36129 w 155367"/>
              <a:gd name="connsiteY4" fmla="*/ 1671958 h 1672603"/>
              <a:gd name="connsiteX5" fmla="*/ 0 w 155367"/>
              <a:gd name="connsiteY5" fmla="*/ 1672603 h 1672603"/>
              <a:gd name="connsiteX6" fmla="*/ 0 w 155367"/>
              <a:gd name="connsiteY6" fmla="*/ 0 h 1672603"/>
              <a:gd name="connsiteX0" fmla="*/ 0 w 155367"/>
              <a:gd name="connsiteY0" fmla="*/ 0 h 1672603"/>
              <a:gd name="connsiteX1" fmla="*/ 155367 w 155367"/>
              <a:gd name="connsiteY1" fmla="*/ 0 h 1672603"/>
              <a:gd name="connsiteX2" fmla="*/ 155367 w 155367"/>
              <a:gd name="connsiteY2" fmla="*/ 1624978 h 1672603"/>
              <a:gd name="connsiteX3" fmla="*/ 105185 w 155367"/>
              <a:gd name="connsiteY3" fmla="*/ 1669577 h 1672603"/>
              <a:gd name="connsiteX4" fmla="*/ 36129 w 155367"/>
              <a:gd name="connsiteY4" fmla="*/ 1671958 h 1672603"/>
              <a:gd name="connsiteX5" fmla="*/ 0 w 155367"/>
              <a:gd name="connsiteY5" fmla="*/ 1672603 h 1672603"/>
              <a:gd name="connsiteX6" fmla="*/ 0 w 155367"/>
              <a:gd name="connsiteY6" fmla="*/ 0 h 1672603"/>
              <a:gd name="connsiteX0" fmla="*/ 0 w 155367"/>
              <a:gd name="connsiteY0" fmla="*/ 0 h 1671958"/>
              <a:gd name="connsiteX1" fmla="*/ 155367 w 155367"/>
              <a:gd name="connsiteY1" fmla="*/ 0 h 1671958"/>
              <a:gd name="connsiteX2" fmla="*/ 155367 w 155367"/>
              <a:gd name="connsiteY2" fmla="*/ 1624978 h 1671958"/>
              <a:gd name="connsiteX3" fmla="*/ 105185 w 155367"/>
              <a:gd name="connsiteY3" fmla="*/ 1669577 h 1671958"/>
              <a:gd name="connsiteX4" fmla="*/ 36129 w 155367"/>
              <a:gd name="connsiteY4" fmla="*/ 1671958 h 1671958"/>
              <a:gd name="connsiteX5" fmla="*/ 0 w 155367"/>
              <a:gd name="connsiteY5" fmla="*/ 1670222 h 1671958"/>
              <a:gd name="connsiteX6" fmla="*/ 0 w 155367"/>
              <a:gd name="connsiteY6" fmla="*/ 0 h 1671958"/>
              <a:gd name="connsiteX0" fmla="*/ 0 w 155367"/>
              <a:gd name="connsiteY0" fmla="*/ 0 h 1671958"/>
              <a:gd name="connsiteX1" fmla="*/ 155367 w 155367"/>
              <a:gd name="connsiteY1" fmla="*/ 0 h 1671958"/>
              <a:gd name="connsiteX2" fmla="*/ 155367 w 155367"/>
              <a:gd name="connsiteY2" fmla="*/ 1624978 h 1671958"/>
              <a:gd name="connsiteX3" fmla="*/ 109948 w 155367"/>
              <a:gd name="connsiteY3" fmla="*/ 1652908 h 1671958"/>
              <a:gd name="connsiteX4" fmla="*/ 36129 w 155367"/>
              <a:gd name="connsiteY4" fmla="*/ 1671958 h 1671958"/>
              <a:gd name="connsiteX5" fmla="*/ 0 w 155367"/>
              <a:gd name="connsiteY5" fmla="*/ 1670222 h 1671958"/>
              <a:gd name="connsiteX6" fmla="*/ 0 w 155367"/>
              <a:gd name="connsiteY6" fmla="*/ 0 h 1671958"/>
              <a:gd name="connsiteX0" fmla="*/ 0 w 155367"/>
              <a:gd name="connsiteY0" fmla="*/ 0 h 1671958"/>
              <a:gd name="connsiteX1" fmla="*/ 155367 w 155367"/>
              <a:gd name="connsiteY1" fmla="*/ 0 h 1671958"/>
              <a:gd name="connsiteX2" fmla="*/ 155367 w 155367"/>
              <a:gd name="connsiteY2" fmla="*/ 1636941 h 1671958"/>
              <a:gd name="connsiteX3" fmla="*/ 109948 w 155367"/>
              <a:gd name="connsiteY3" fmla="*/ 1652908 h 1671958"/>
              <a:gd name="connsiteX4" fmla="*/ 36129 w 155367"/>
              <a:gd name="connsiteY4" fmla="*/ 1671958 h 1671958"/>
              <a:gd name="connsiteX5" fmla="*/ 0 w 155367"/>
              <a:gd name="connsiteY5" fmla="*/ 1670222 h 1671958"/>
              <a:gd name="connsiteX6" fmla="*/ 0 w 155367"/>
              <a:gd name="connsiteY6" fmla="*/ 0 h 1671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5367" h="1671958">
                <a:moveTo>
                  <a:pt x="0" y="0"/>
                </a:moveTo>
                <a:lnTo>
                  <a:pt x="155367" y="0"/>
                </a:lnTo>
                <a:lnTo>
                  <a:pt x="155367" y="1636941"/>
                </a:lnTo>
                <a:lnTo>
                  <a:pt x="109948" y="1652908"/>
                </a:lnTo>
                <a:lnTo>
                  <a:pt x="36129" y="1671958"/>
                </a:lnTo>
                <a:lnTo>
                  <a:pt x="0" y="1670222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>
              <a:solidFill>
                <a:schemeClr val="tx1"/>
              </a:solidFill>
              <a:latin typeface="EYInterstate Light" panose="02000506000000020004" pitchFamily="2" charset="0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147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2448">
          <p15:clr>
            <a:srgbClr val="5ACBF0"/>
          </p15:clr>
        </p15:guide>
        <p15:guide id="3" pos="674">
          <p15:clr>
            <a:srgbClr val="5ACBF0"/>
          </p15:clr>
        </p15:guide>
        <p15:guide id="4" pos="3438">
          <p15:clr>
            <a:srgbClr val="5ACBF0"/>
          </p15:clr>
        </p15:guide>
        <p15:guide id="5" pos="3072">
          <p15:clr>
            <a:srgbClr val="5ACBF0"/>
          </p15:clr>
        </p15:guide>
        <p15:guide id="6" pos="386">
          <p15:clr>
            <a:srgbClr val="5ACBF0"/>
          </p15:clr>
        </p15:guide>
        <p15:guide id="7" orient="horz" pos="3672">
          <p15:clr>
            <a:srgbClr val="5ACBF0"/>
          </p15:clr>
        </p15:guide>
        <p15:guide id="8" orient="horz" pos="3992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44.xml"/><Relationship Id="rId39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52.xml"/><Relationship Id="rId42" Type="http://schemas.openxmlformats.org/officeDocument/2006/relationships/slideLayout" Target="../slideLayouts/slideLayout60.xml"/><Relationship Id="rId47" Type="http://schemas.openxmlformats.org/officeDocument/2006/relationships/tags" Target="../tags/tag33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9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42.xml"/><Relationship Id="rId32" Type="http://schemas.openxmlformats.org/officeDocument/2006/relationships/slideLayout" Target="../slideLayouts/slideLayout50.xml"/><Relationship Id="rId37" Type="http://schemas.openxmlformats.org/officeDocument/2006/relationships/slideLayout" Target="../slideLayouts/slideLayout55.xml"/><Relationship Id="rId40" Type="http://schemas.openxmlformats.org/officeDocument/2006/relationships/slideLayout" Target="../slideLayouts/slideLayout58.xml"/><Relationship Id="rId45" Type="http://schemas.openxmlformats.org/officeDocument/2006/relationships/slideLayout" Target="../slideLayouts/slideLayout63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6.xml"/><Relationship Id="rId36" Type="http://schemas.openxmlformats.org/officeDocument/2006/relationships/slideLayout" Target="../slideLayouts/slideLayout54.xml"/><Relationship Id="rId49" Type="http://schemas.openxmlformats.org/officeDocument/2006/relationships/image" Target="../media/image10.emf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49.xml"/><Relationship Id="rId44" Type="http://schemas.openxmlformats.org/officeDocument/2006/relationships/slideLayout" Target="../slideLayouts/slideLayout6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5.xml"/><Relationship Id="rId30" Type="http://schemas.openxmlformats.org/officeDocument/2006/relationships/slideLayout" Target="../slideLayouts/slideLayout48.xml"/><Relationship Id="rId35" Type="http://schemas.openxmlformats.org/officeDocument/2006/relationships/slideLayout" Target="../slideLayouts/slideLayout53.xml"/><Relationship Id="rId43" Type="http://schemas.openxmlformats.org/officeDocument/2006/relationships/slideLayout" Target="../slideLayouts/slideLayout61.xml"/><Relationship Id="rId48" Type="http://schemas.openxmlformats.org/officeDocument/2006/relationships/oleObject" Target="../embeddings/oleObject20.bin"/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43.xml"/><Relationship Id="rId33" Type="http://schemas.openxmlformats.org/officeDocument/2006/relationships/slideLayout" Target="../slideLayouts/slideLayout51.xml"/><Relationship Id="rId38" Type="http://schemas.openxmlformats.org/officeDocument/2006/relationships/slideLayout" Target="../slideLayouts/slideLayout56.xml"/><Relationship Id="rId46" Type="http://schemas.openxmlformats.org/officeDocument/2006/relationships/theme" Target="../theme/theme2.xml"/><Relationship Id="rId20" Type="http://schemas.openxmlformats.org/officeDocument/2006/relationships/slideLayout" Target="../slideLayouts/slideLayout38.xml"/><Relationship Id="rId41" Type="http://schemas.openxmlformats.org/officeDocument/2006/relationships/slideLayout" Target="../slideLayouts/slideLayout59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0A7638E-A83A-4BAD-8DA4-A8AEDDEE13D4}"/>
              </a:ext>
            </a:extLst>
          </p:cNvPr>
          <p:cNvGraphicFramePr>
            <a:graphicFrameLocks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527673015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306" imgH="306" progId="TCLayout.ActiveDocument.1">
                  <p:embed/>
                </p:oleObj>
              </mc:Choice>
              <mc:Fallback>
                <p:oleObj name="think-cell Slide" r:id="rId21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0A7638E-A83A-4BAD-8DA4-A8AEDDEE13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2648" y="1280160"/>
            <a:ext cx="10969626" cy="48920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163BE6-CBEA-A774-EF65-69AE89F76E3E}"/>
              </a:ext>
            </a:extLst>
          </p:cNvPr>
          <p:cNvSpPr txBox="1"/>
          <p:nvPr userDrawn="1"/>
        </p:nvSpPr>
        <p:spPr>
          <a:xfrm>
            <a:off x="621056" y="6630885"/>
            <a:ext cx="703719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300">
                <a:solidFill>
                  <a:schemeClr val="bg1">
                    <a:lumMod val="60000"/>
                    <a:lumOff val="40000"/>
                  </a:schemeClr>
                </a:solidFill>
                <a:latin typeface="EYInterstate" panose="02000503020000020004" pitchFamily="2" charset="0"/>
                <a:cs typeface="Arial" panose="020B0604020202020204" pitchFamily="34" charset="0"/>
                <a:sym typeface="Arial" panose="020B0604020202020204" pitchFamily="34" charset="0"/>
              </a:rPr>
              <a:t>Page </a:t>
            </a:r>
            <a:fld id="{9AE4D82F-B047-469B-AC52-A46321747EAF}" type="slidenum">
              <a:rPr lang="en-GB" sz="800" spc="300" smtClean="0">
                <a:solidFill>
                  <a:schemeClr val="bg1">
                    <a:lumMod val="60000"/>
                    <a:lumOff val="40000"/>
                  </a:schemeClr>
                </a:solidFill>
                <a:latin typeface="EYInterstate" panose="02000503020000020004" pitchFamily="2" charset="0"/>
                <a:cs typeface="Arial" panose="020B0604020202020204" pitchFamily="34" charset="0"/>
                <a:sym typeface="Arial" panose="020B0604020202020204" pitchFamily="34" charset="0"/>
              </a:rPr>
              <a:pPr marL="0" marR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spc="300">
              <a:solidFill>
                <a:schemeClr val="bg1">
                  <a:lumMod val="60000"/>
                  <a:lumOff val="40000"/>
                </a:schemeClr>
              </a:solidFill>
              <a:latin typeface="EYInterstate" panose="02000503020000020004" pitchFamily="2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CA0CBA-AAED-E8BC-16BD-4CC34AFA5087}"/>
              </a:ext>
            </a:extLst>
          </p:cNvPr>
          <p:cNvCxnSpPr>
            <a:cxnSpLocks/>
          </p:cNvCxnSpPr>
          <p:nvPr userDrawn="1"/>
        </p:nvCxnSpPr>
        <p:spPr>
          <a:xfrm>
            <a:off x="1436213" y="6635399"/>
            <a:ext cx="0" cy="114082"/>
          </a:xfrm>
          <a:prstGeom prst="line">
            <a:avLst/>
          </a:prstGeom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7343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30" r:id="rId16"/>
    <p:sldLayoutId id="2147483839" r:id="rId17"/>
    <p:sldLayoutId id="2147483889" r:id="rId18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  <a:sym typeface="EYInterstate Light" panose="02000506000000020004" pitchFamily="2" charset="0"/>
        </a:defRPr>
      </a:lvl1pPr>
    </p:titleStyle>
    <p:bodyStyle>
      <a:lvl1pPr marL="268288" indent="-268288" algn="l" defTabSz="914400" rtl="0" eaLnBrk="1" latinLnBrk="0" hangingPunct="1">
        <a:spcBef>
          <a:spcPct val="20000"/>
        </a:spcBef>
        <a:buClr>
          <a:srgbClr val="1A9AFA"/>
        </a:buClr>
        <a:buSzPct val="70000"/>
        <a:buFont typeface="Arial" panose="020B0604020202020204" pitchFamily="34" charset="0"/>
        <a:buChar char="►"/>
        <a:defRPr sz="1600" kern="1200">
          <a:solidFill>
            <a:schemeClr val="bg1"/>
          </a:solidFill>
          <a:latin typeface="EYInterstate Light" panose="02000506000000020004" pitchFamily="2" charset="0"/>
          <a:ea typeface="+mn-ea"/>
          <a:cs typeface="Arial" panose="020B0604020202020204" pitchFamily="34" charset="0"/>
          <a:sym typeface="EYInterstate Light" panose="02000506000000020004" pitchFamily="2" charset="0"/>
        </a:defRPr>
      </a:lvl1pPr>
      <a:lvl2pPr marL="534988" indent="-263525" algn="l" defTabSz="914400" rtl="0" eaLnBrk="1" latinLnBrk="0" hangingPunct="1">
        <a:spcBef>
          <a:spcPct val="20000"/>
        </a:spcBef>
        <a:buClr>
          <a:srgbClr val="1A9AFA"/>
        </a:buClr>
        <a:buSzPct val="70000"/>
        <a:buFont typeface="Arial" panose="020B0604020202020204" pitchFamily="34" charset="0"/>
        <a:buChar char="►"/>
        <a:defRPr sz="1600" kern="1200">
          <a:solidFill>
            <a:schemeClr val="bg1"/>
          </a:solidFill>
          <a:latin typeface="EYInterstate Light" panose="02000506000000020004" pitchFamily="2" charset="0"/>
          <a:ea typeface="+mn-ea"/>
          <a:cs typeface="Arial" panose="020B0604020202020204" pitchFamily="34" charset="0"/>
          <a:sym typeface="EYInterstate Light" panose="02000506000000020004" pitchFamily="2" charset="0"/>
        </a:defRPr>
      </a:lvl2pPr>
      <a:lvl3pPr marL="803275" indent="-254000" algn="l" defTabSz="914400" rtl="0" eaLnBrk="1" latinLnBrk="0" hangingPunct="1">
        <a:spcBef>
          <a:spcPct val="20000"/>
        </a:spcBef>
        <a:buClr>
          <a:srgbClr val="1A9AFA"/>
        </a:buClr>
        <a:buSzPct val="70000"/>
        <a:buFont typeface="Arial" panose="020B0604020202020204" pitchFamily="34" charset="0"/>
        <a:buChar char="►"/>
        <a:defRPr sz="1600" kern="1200">
          <a:solidFill>
            <a:schemeClr val="bg1"/>
          </a:solidFill>
          <a:latin typeface="EYInterstate Light" panose="02000506000000020004" pitchFamily="2" charset="0"/>
          <a:ea typeface="+mn-ea"/>
          <a:cs typeface="Arial" panose="020B0604020202020204" pitchFamily="34" charset="0"/>
          <a:sym typeface="EYInterstate Light" panose="02000506000000020004" pitchFamily="2" charset="0"/>
        </a:defRPr>
      </a:lvl3pPr>
      <a:lvl4pPr marL="1081088" indent="-277813" algn="l" defTabSz="914400" rtl="0" eaLnBrk="1" latinLnBrk="0" hangingPunct="1">
        <a:spcBef>
          <a:spcPct val="20000"/>
        </a:spcBef>
        <a:buClr>
          <a:srgbClr val="1A9AFA"/>
        </a:buClr>
        <a:buSzPct val="70000"/>
        <a:buFont typeface="Arial" panose="020B0604020202020204" pitchFamily="34" charset="0"/>
        <a:buChar char="►"/>
        <a:defRPr sz="1600" kern="1200">
          <a:solidFill>
            <a:schemeClr val="bg1"/>
          </a:solidFill>
          <a:latin typeface="EYInterstate Light" panose="02000506000000020004" pitchFamily="2" charset="0"/>
          <a:ea typeface="+mn-ea"/>
          <a:cs typeface="Arial" panose="020B0604020202020204" pitchFamily="34" charset="0"/>
          <a:sym typeface="EYInterstate Light" panose="02000506000000020004" pitchFamily="2" charset="0"/>
        </a:defRPr>
      </a:lvl4pPr>
      <a:lvl5pPr marL="1347788" indent="-266700" algn="l" defTabSz="914400" rtl="0" eaLnBrk="1" latinLnBrk="0" hangingPunct="1">
        <a:spcBef>
          <a:spcPct val="20000"/>
        </a:spcBef>
        <a:buClr>
          <a:srgbClr val="1A9AFA"/>
        </a:buClr>
        <a:buSzPct val="70000"/>
        <a:buFont typeface="Arial" panose="020B0604020202020204" pitchFamily="34" charset="0"/>
        <a:buChar char="►"/>
        <a:defRPr sz="1600" kern="1200">
          <a:solidFill>
            <a:schemeClr val="bg1"/>
          </a:solidFill>
          <a:latin typeface="EYInterstate Light" panose="02000506000000020004" pitchFamily="2" charset="0"/>
          <a:ea typeface="+mn-ea"/>
          <a:cs typeface="Arial" panose="020B0604020202020204" pitchFamily="34" charset="0"/>
          <a:sym typeface="EYInterstate Light" panose="02000506000000020004" pitchFamily="2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F26B43"/>
          </p15:clr>
        </p15:guide>
        <p15:guide id="2" pos="7296">
          <p15:clr>
            <a:srgbClr val="F26B43"/>
          </p15:clr>
        </p15:guide>
        <p15:guide id="3" orient="horz" pos="805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6B9AC5FF-CC3C-B798-3787-D142FD8015B5}"/>
              </a:ext>
            </a:extLst>
          </p:cNvPr>
          <p:cNvGraphicFramePr>
            <a:graphicFrameLocks/>
          </p:cNvGraphicFramePr>
          <p:nvPr userDrawn="1">
            <p:custDataLst>
              <p:tags r:id="rId47"/>
            </p:custDataLst>
            <p:extLst>
              <p:ext uri="{D42A27DB-BD31-4B8C-83A1-F6EECF244321}">
                <p14:modId xmlns:p14="http://schemas.microsoft.com/office/powerpoint/2010/main" val="15893869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404" imgH="403" progId="TCLayout.ActiveDocument.1">
                  <p:embed/>
                </p:oleObj>
              </mc:Choice>
              <mc:Fallback>
                <p:oleObj name="think-cell Slide" r:id="rId48" imgW="404" imgH="403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B9AC5FF-CC3C-B798-3787-D142FD8015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First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20pt</a:t>
            </a:r>
            <a:endParaRPr lang="en-US"/>
          </a:p>
          <a:p>
            <a:pPr lvl="1"/>
            <a:r>
              <a:rPr lang="en-US"/>
              <a:t>Second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20pt</a:t>
            </a:r>
            <a:endParaRPr lang="en-US"/>
          </a:p>
          <a:p>
            <a:pPr lvl="2"/>
            <a:r>
              <a:rPr lang="en-US"/>
              <a:t>Third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18pt</a:t>
            </a:r>
            <a:endParaRPr lang="en-US"/>
          </a:p>
          <a:p>
            <a:pPr lvl="3"/>
            <a:r>
              <a:rPr lang="en-US"/>
              <a:t>Fourth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16pt</a:t>
            </a:r>
            <a:endParaRPr lang="en-US"/>
          </a:p>
          <a:p>
            <a:pPr lvl="4"/>
            <a:r>
              <a:rPr lang="en-US"/>
              <a:t>Fifth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16pt</a:t>
            </a:r>
            <a:endParaRPr lang="en-US"/>
          </a:p>
          <a:p>
            <a:pPr lvl="5"/>
            <a:r>
              <a:rPr lang="en-US"/>
              <a:t>Sixth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14pt</a:t>
            </a:r>
            <a:endParaRPr lang="en-US"/>
          </a:p>
          <a:p>
            <a:pPr lvl="6"/>
            <a:r>
              <a:rPr lang="en-US"/>
              <a:t>Seventh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14pt</a:t>
            </a:r>
            <a:endParaRPr lang="en-US"/>
          </a:p>
          <a:p>
            <a:pPr lvl="7"/>
            <a:r>
              <a:rPr lang="en-US"/>
              <a:t>Eighth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12pt</a:t>
            </a:r>
            <a:endParaRPr lang="en-US"/>
          </a:p>
          <a:p>
            <a:pPr lvl="8"/>
            <a:r>
              <a:rPr lang="en-US"/>
              <a:t>Nineth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12pt</a:t>
            </a:r>
            <a:endParaRPr lang="en-US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D6B1AF6-A1C2-B0D8-DC02-791800D070B3}"/>
              </a:ext>
            </a:extLst>
          </p:cNvPr>
          <p:cNvSpPr txBox="1">
            <a:spLocks/>
          </p:cNvSpPr>
          <p:nvPr userDrawn="1"/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Date Placeholder">
            <a:extLst>
              <a:ext uri="{FF2B5EF4-FFF2-40B4-BE49-F238E27FC236}">
                <a16:creationId xmlns:a16="http://schemas.microsoft.com/office/drawing/2014/main" id="{36957211-F28E-7D62-7EE4-47F7A84F74F2}"/>
              </a:ext>
            </a:extLst>
          </p:cNvPr>
          <p:cNvSpPr txBox="1">
            <a:spLocks/>
          </p:cNvSpPr>
          <p:nvPr userDrawn="1"/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1B22532-B74A-42F2-AC78-F979D73BFCAB}" type="datetime1">
              <a:rPr lang="en-US" smtClean="0"/>
              <a:pPr/>
              <a:t>8/26/2026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7ABEE606-6568-0D6F-2F41-F405270486EF}"/>
              </a:ext>
            </a:extLst>
          </p:cNvPr>
          <p:cNvSpPr txBox="1">
            <a:spLocks/>
          </p:cNvSpPr>
          <p:nvPr userDrawn="1"/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Insert 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2647492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  <p:sldLayoutId id="2147483856" r:id="rId13"/>
    <p:sldLayoutId id="2147483857" r:id="rId14"/>
    <p:sldLayoutId id="2147483858" r:id="rId15"/>
    <p:sldLayoutId id="2147483859" r:id="rId16"/>
    <p:sldLayoutId id="2147483860" r:id="rId17"/>
    <p:sldLayoutId id="2147483861" r:id="rId18"/>
    <p:sldLayoutId id="2147483862" r:id="rId19"/>
    <p:sldLayoutId id="2147483863" r:id="rId20"/>
    <p:sldLayoutId id="2147483864" r:id="rId21"/>
    <p:sldLayoutId id="2147483865" r:id="rId22"/>
    <p:sldLayoutId id="2147483866" r:id="rId23"/>
    <p:sldLayoutId id="2147483867" r:id="rId24"/>
    <p:sldLayoutId id="2147483868" r:id="rId25"/>
    <p:sldLayoutId id="2147483869" r:id="rId26"/>
    <p:sldLayoutId id="2147483870" r:id="rId27"/>
    <p:sldLayoutId id="2147483871" r:id="rId28"/>
    <p:sldLayoutId id="2147483872" r:id="rId29"/>
    <p:sldLayoutId id="2147483873" r:id="rId30"/>
    <p:sldLayoutId id="2147483874" r:id="rId31"/>
    <p:sldLayoutId id="2147483875" r:id="rId32"/>
    <p:sldLayoutId id="2147483876" r:id="rId33"/>
    <p:sldLayoutId id="2147483877" r:id="rId34"/>
    <p:sldLayoutId id="2147483878" r:id="rId35"/>
    <p:sldLayoutId id="2147483879" r:id="rId36"/>
    <p:sldLayoutId id="2147483880" r:id="rId37"/>
    <p:sldLayoutId id="2147483881" r:id="rId38"/>
    <p:sldLayoutId id="2147483882" r:id="rId39"/>
    <p:sldLayoutId id="2147483883" r:id="rId40"/>
    <p:sldLayoutId id="2147483884" r:id="rId41"/>
    <p:sldLayoutId id="2147483885" r:id="rId42"/>
    <p:sldLayoutId id="2147483886" r:id="rId43"/>
    <p:sldLayoutId id="2147483887" r:id="rId44"/>
    <p:sldLayoutId id="2147483888" r:id="rId45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1" i="0" kern="1200">
          <a:solidFill>
            <a:schemeClr val="tx2"/>
          </a:solidFill>
          <a:latin typeface="+mj-lt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226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pos="7378">
          <p15:clr>
            <a:srgbClr val="F26B43"/>
          </p15:clr>
        </p15:guide>
        <p15:guide id="35" pos="302">
          <p15:clr>
            <a:srgbClr val="F26B43"/>
          </p15:clr>
        </p15:guide>
        <p15:guide id="36" orient="horz" pos="210">
          <p15:clr>
            <a:srgbClr val="F26B43"/>
          </p15:clr>
        </p15:guide>
        <p15:guide id="37" orient="horz" pos="527">
          <p15:clr>
            <a:srgbClr val="F26B43"/>
          </p15:clr>
        </p15:guide>
        <p15:guide id="38" orient="horz" pos="890">
          <p15:clr>
            <a:srgbClr val="F26B43"/>
          </p15:clr>
        </p15:guide>
        <p15:guide id="39" orient="horz" pos="38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3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2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42.xml"/><Relationship Id="rId5" Type="http://schemas.openxmlformats.org/officeDocument/2006/relationships/image" Target="../media/image27.emf"/><Relationship Id="rId4" Type="http://schemas.openxmlformats.org/officeDocument/2006/relationships/oleObject" Target="../embeddings/oleObject23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C0BAC29-BA82-4169-B0B6-D91FC922CFB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9633591"/>
              </p:ext>
            </p:extLst>
          </p:nvPr>
        </p:nvGraphicFramePr>
        <p:xfrm>
          <a:off x="-1587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BC0BAC29-BA82-4169-B0B6-D91FC922CF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-1587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 hidden="1">
            <a:extLst>
              <a:ext uri="{FF2B5EF4-FFF2-40B4-BE49-F238E27FC236}">
                <a16:creationId xmlns:a16="http://schemas.microsoft.com/office/drawing/2014/main" id="{00E89B01-61E5-46EB-A37D-2FB8FDE2F25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2546192-502D-194F-BBFF-0A376FACB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8038" y="435988"/>
            <a:ext cx="4199762" cy="868680"/>
          </a:xfrm>
        </p:spPr>
        <p:txBody>
          <a:bodyPr/>
          <a:lstStyle/>
          <a:p>
            <a:r>
              <a:rPr lang="en-IN" dirty="0"/>
              <a:t>Company X</a:t>
            </a:r>
            <a:br>
              <a:rPr lang="en-IN" dirty="0"/>
            </a:br>
            <a:r>
              <a:rPr lang="en-IN" dirty="0"/>
              <a:t>Business Diversification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C97D229-8BA9-63BB-7DE6-8CF08F399D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291" y="1780464"/>
            <a:ext cx="3792785" cy="903849"/>
          </a:xfrm>
        </p:spPr>
        <p:txBody>
          <a:bodyPr/>
          <a:lstStyle/>
          <a:p>
            <a:r>
              <a:rPr lang="en-IN"/>
              <a:t>Phase 2 – Driving Organic growth in diversification initiative through Sales Acceleration and NPD</a:t>
            </a:r>
          </a:p>
        </p:txBody>
      </p:sp>
    </p:spTree>
    <p:extLst>
      <p:ext uri="{BB962C8B-B14F-4D97-AF65-F5344CB8AC3E}">
        <p14:creationId xmlns:p14="http://schemas.microsoft.com/office/powerpoint/2010/main" val="2845829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2415869-A097-8EC4-5DE7-6F42DD697E2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2415869-A097-8EC4-5DE7-6F42DD697E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8C1C329-B564-5955-58D9-C02DC379A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IN"/>
              <a:t>A four-stage analytical tool turns granular market data into targeted, scalable sales action</a:t>
            </a:r>
            <a:endParaRPr 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9941501F-9B06-606D-A934-51BBAB18500B}"/>
              </a:ext>
            </a:extLst>
          </p:cNvPr>
          <p:cNvSpPr/>
          <p:nvPr/>
        </p:nvSpPr>
        <p:spPr>
          <a:xfrm>
            <a:off x="603504" y="1275620"/>
            <a:ext cx="2443917" cy="53127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8890">
            <a:solidFill>
              <a:srgbClr val="D7DAD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D2690339-FDA0-B3BE-FCF5-57C898F9ED34}"/>
              </a:ext>
            </a:extLst>
          </p:cNvPr>
          <p:cNvSpPr/>
          <p:nvPr/>
        </p:nvSpPr>
        <p:spPr>
          <a:xfrm>
            <a:off x="603504" y="1275620"/>
            <a:ext cx="2443917" cy="503323"/>
          </a:xfrm>
          <a:prstGeom prst="rect">
            <a:avLst/>
          </a:prstGeom>
          <a:solidFill>
            <a:srgbClr val="1A9AFA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2B3A8E8-3D2E-BEC6-78A9-4F669F0A2AD7}"/>
              </a:ext>
            </a:extLst>
          </p:cNvPr>
          <p:cNvSpPr/>
          <p:nvPr/>
        </p:nvSpPr>
        <p:spPr>
          <a:xfrm>
            <a:off x="728833" y="1416551"/>
            <a:ext cx="2193259" cy="201329"/>
          </a:xfrm>
          <a:prstGeom prst="rect">
            <a:avLst/>
          </a:prstGeom>
          <a:solidFill>
            <a:srgbClr val="1A9A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6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1  DEFINE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2B5062A-EAEF-3F42-D517-BDBD6A642CDA}"/>
              </a:ext>
            </a:extLst>
          </p:cNvPr>
          <p:cNvSpPr/>
          <p:nvPr/>
        </p:nvSpPr>
        <p:spPr>
          <a:xfrm>
            <a:off x="770609" y="1806682"/>
            <a:ext cx="2109706" cy="5637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>
                <a:ln>
                  <a:noFill/>
                </a:ln>
                <a:solidFill>
                  <a:srgbClr val="27384B"/>
                </a:solidFill>
                <a:effectLst/>
                <a:uLnTx/>
                <a:uFillTx/>
                <a:latin typeface="EYInterstate Light" panose="02000506000000020004" pitchFamily="2" charset="0"/>
                <a:ea typeface="Aptos Display" pitchFamily="34" charset="-122"/>
                <a:cs typeface="Aptos Display" pitchFamily="34" charset="-120"/>
              </a:rPr>
              <a:t>Create micro-market archetypes</a:t>
            </a:r>
            <a:endParaRPr kumimoji="0" lang="en-US" sz="15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E56BED3-301C-253E-4604-9352FFB1F444}"/>
              </a:ext>
            </a:extLst>
          </p:cNvPr>
          <p:cNvSpPr/>
          <p:nvPr/>
        </p:nvSpPr>
        <p:spPr>
          <a:xfrm>
            <a:off x="770609" y="2463605"/>
            <a:ext cx="2109706" cy="91604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4373D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Identify characteristics that differentiate micro-markets and group similar ones into archetypes.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5F66972A-41AB-C9A8-AD03-DF9FAB59DD0A}"/>
              </a:ext>
            </a:extLst>
          </p:cNvPr>
          <p:cNvSpPr/>
          <p:nvPr/>
        </p:nvSpPr>
        <p:spPr>
          <a:xfrm>
            <a:off x="833274" y="3373987"/>
            <a:ext cx="1984377" cy="1"/>
          </a:xfrm>
          <a:prstGeom prst="line">
            <a:avLst/>
          </a:prstGeom>
          <a:noFill/>
          <a:ln w="10160">
            <a:solidFill>
              <a:srgbClr val="D7DAD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7DE2EBA4-B680-E613-9DDC-D27587633073}"/>
              </a:ext>
            </a:extLst>
          </p:cNvPr>
          <p:cNvSpPr/>
          <p:nvPr/>
        </p:nvSpPr>
        <p:spPr>
          <a:xfrm>
            <a:off x="770609" y="3585383"/>
            <a:ext cx="2109706" cy="201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0" normalizeH="0" baseline="0" noProof="0">
                <a:ln>
                  <a:noFill/>
                </a:ln>
                <a:solidFill>
                  <a:srgbClr val="1A9AFA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KEY QUESTION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A9AFA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C052092-F849-A904-9713-6875290E0A48}"/>
              </a:ext>
            </a:extLst>
          </p:cNvPr>
          <p:cNvSpPr/>
          <p:nvPr/>
        </p:nvSpPr>
        <p:spPr>
          <a:xfrm>
            <a:off x="791498" y="3814910"/>
            <a:ext cx="2067930" cy="5335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What distinct micro-markets exist basis similarity?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583168D8-5E8E-4DCF-58AF-114844AED856}"/>
              </a:ext>
            </a:extLst>
          </p:cNvPr>
          <p:cNvSpPr/>
          <p:nvPr/>
        </p:nvSpPr>
        <p:spPr>
          <a:xfrm>
            <a:off x="770609" y="5638989"/>
            <a:ext cx="2109706" cy="181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0" normalizeH="0" baseline="0" noProof="0">
                <a:ln>
                  <a:noFill/>
                </a:ln>
                <a:solidFill>
                  <a:srgbClr val="1A9AFA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OUTPUT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A9AFA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ECD92761-8401-05F9-09F6-FA54778EEE3F}"/>
              </a:ext>
            </a:extLst>
          </p:cNvPr>
          <p:cNvSpPr/>
          <p:nvPr/>
        </p:nvSpPr>
        <p:spPr>
          <a:xfrm>
            <a:off x="770609" y="5993809"/>
            <a:ext cx="2109706" cy="3019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B74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Archetypes and mapped micro-markets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EF9C1534-B565-7E8C-E268-08DC19EDC7AF}"/>
              </a:ext>
            </a:extLst>
          </p:cNvPr>
          <p:cNvSpPr/>
          <p:nvPr/>
        </p:nvSpPr>
        <p:spPr>
          <a:xfrm>
            <a:off x="3057865" y="3497103"/>
            <a:ext cx="146217" cy="503323"/>
          </a:xfrm>
          <a:prstGeom prst="chevron">
            <a:avLst/>
          </a:prstGeom>
          <a:solidFill>
            <a:srgbClr val="B9BEC4"/>
          </a:solidFill>
          <a:ln w="12700">
            <a:solidFill>
              <a:srgbClr val="B9BE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A9BC0880-0E88-FCC3-68F7-9E61200FB994}"/>
              </a:ext>
            </a:extLst>
          </p:cNvPr>
          <p:cNvSpPr/>
          <p:nvPr/>
        </p:nvSpPr>
        <p:spPr>
          <a:xfrm>
            <a:off x="3214527" y="1275620"/>
            <a:ext cx="2443917" cy="53127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8890">
            <a:solidFill>
              <a:srgbClr val="D7DAD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CBC17B71-3737-B3E0-5C64-04DCEC2FAA21}"/>
              </a:ext>
            </a:extLst>
          </p:cNvPr>
          <p:cNvSpPr/>
          <p:nvPr/>
        </p:nvSpPr>
        <p:spPr>
          <a:xfrm>
            <a:off x="3214527" y="1275620"/>
            <a:ext cx="2443917" cy="503323"/>
          </a:xfrm>
          <a:prstGeom prst="rect">
            <a:avLst/>
          </a:prstGeom>
          <a:solidFill>
            <a:srgbClr val="1A9AFA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365231C2-1038-F227-641E-3F54DB16B9E7}"/>
              </a:ext>
            </a:extLst>
          </p:cNvPr>
          <p:cNvSpPr/>
          <p:nvPr/>
        </p:nvSpPr>
        <p:spPr>
          <a:xfrm>
            <a:off x="3339856" y="1416551"/>
            <a:ext cx="2193259" cy="201329"/>
          </a:xfrm>
          <a:prstGeom prst="rect">
            <a:avLst/>
          </a:prstGeom>
          <a:solidFill>
            <a:srgbClr val="1A9A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6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2  REVIEW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F026E3BF-8EE4-8169-D338-67F83FE7BD32}"/>
              </a:ext>
            </a:extLst>
          </p:cNvPr>
          <p:cNvSpPr/>
          <p:nvPr/>
        </p:nvSpPr>
        <p:spPr>
          <a:xfrm>
            <a:off x="3381632" y="1806682"/>
            <a:ext cx="2109706" cy="5637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>
                <a:ln>
                  <a:noFill/>
                </a:ln>
                <a:solidFill>
                  <a:srgbClr val="27384B"/>
                </a:solidFill>
                <a:effectLst/>
                <a:uLnTx/>
                <a:uFillTx/>
                <a:latin typeface="EYInterstate Light" panose="02000506000000020004" pitchFamily="2" charset="0"/>
                <a:ea typeface="Aptos Display" pitchFamily="34" charset="-122"/>
                <a:cs typeface="Aptos Display" pitchFamily="34" charset="-120"/>
              </a:rPr>
              <a:t>Diagnose performance gaps</a:t>
            </a:r>
            <a:endParaRPr kumimoji="0" lang="en-US" sz="15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80C0870D-2336-DAF8-F88E-D5440D76183B}"/>
              </a:ext>
            </a:extLst>
          </p:cNvPr>
          <p:cNvSpPr/>
          <p:nvPr/>
        </p:nvSpPr>
        <p:spPr>
          <a:xfrm>
            <a:off x="3381632" y="2463605"/>
            <a:ext cx="2109706" cy="91604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4373D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Within each archetype, compare Sonalika performance with market potential to identify archetype specific trends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FBF277EF-8CF7-7C0B-B97E-DC10796AB5BF}"/>
              </a:ext>
            </a:extLst>
          </p:cNvPr>
          <p:cNvSpPr/>
          <p:nvPr/>
        </p:nvSpPr>
        <p:spPr>
          <a:xfrm>
            <a:off x="3444297" y="3373987"/>
            <a:ext cx="1984377" cy="1"/>
          </a:xfrm>
          <a:prstGeom prst="line">
            <a:avLst/>
          </a:prstGeom>
          <a:noFill/>
          <a:ln w="10160">
            <a:solidFill>
              <a:srgbClr val="D7DAD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71B4F278-A798-7D93-3C71-9414C1DD1F77}"/>
              </a:ext>
            </a:extLst>
          </p:cNvPr>
          <p:cNvSpPr/>
          <p:nvPr/>
        </p:nvSpPr>
        <p:spPr>
          <a:xfrm>
            <a:off x="3381632" y="3585383"/>
            <a:ext cx="2109706" cy="201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0" normalizeH="0" baseline="0" noProof="0">
                <a:ln>
                  <a:noFill/>
                </a:ln>
                <a:solidFill>
                  <a:srgbClr val="1A9AFA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KEY QUESTION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A9AFA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B67B67F-547D-D47F-930D-250952BC6B41}"/>
              </a:ext>
            </a:extLst>
          </p:cNvPr>
          <p:cNvSpPr/>
          <p:nvPr/>
        </p:nvSpPr>
        <p:spPr>
          <a:xfrm>
            <a:off x="3402520" y="3814910"/>
            <a:ext cx="2067930" cy="5335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7384B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Where are we underperforming?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40D70E5F-3D2F-69E2-D630-89F25BBCE893}"/>
              </a:ext>
            </a:extLst>
          </p:cNvPr>
          <p:cNvSpPr/>
          <p:nvPr/>
        </p:nvSpPr>
        <p:spPr>
          <a:xfrm>
            <a:off x="3381632" y="5638989"/>
            <a:ext cx="2109706" cy="181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0" normalizeH="0" baseline="0" noProof="0">
                <a:ln>
                  <a:noFill/>
                </a:ln>
                <a:solidFill>
                  <a:srgbClr val="1A9AFA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OUTPUT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A9AFA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A2B09CB6-A367-C20B-1BD1-C7D3D35A0934}"/>
              </a:ext>
            </a:extLst>
          </p:cNvPr>
          <p:cNvSpPr/>
          <p:nvPr/>
        </p:nvSpPr>
        <p:spPr>
          <a:xfrm>
            <a:off x="3381632" y="5993809"/>
            <a:ext cx="2109706" cy="3019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B74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Archetype specific trends, Micro-markets with quantified gaps (Sales, Network coverage)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AA9AA157-BF6D-92E1-F8FC-759B7A3C3DAF}"/>
              </a:ext>
            </a:extLst>
          </p:cNvPr>
          <p:cNvSpPr/>
          <p:nvPr/>
        </p:nvSpPr>
        <p:spPr>
          <a:xfrm>
            <a:off x="5668888" y="3497103"/>
            <a:ext cx="146217" cy="503323"/>
          </a:xfrm>
          <a:prstGeom prst="chevron">
            <a:avLst/>
          </a:prstGeom>
          <a:solidFill>
            <a:srgbClr val="B9BEC4"/>
          </a:solidFill>
          <a:ln w="12700">
            <a:solidFill>
              <a:srgbClr val="B9BE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7F779DE2-1912-39A3-3C4A-EF8C21C8F416}"/>
              </a:ext>
            </a:extLst>
          </p:cNvPr>
          <p:cNvSpPr/>
          <p:nvPr/>
        </p:nvSpPr>
        <p:spPr>
          <a:xfrm>
            <a:off x="5825549" y="1275620"/>
            <a:ext cx="2443917" cy="53127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8890">
            <a:solidFill>
              <a:srgbClr val="D7DAD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512789AF-06A9-DE19-F025-804B179C5B4E}"/>
              </a:ext>
            </a:extLst>
          </p:cNvPr>
          <p:cNvSpPr/>
          <p:nvPr/>
        </p:nvSpPr>
        <p:spPr>
          <a:xfrm>
            <a:off x="5825549" y="1275620"/>
            <a:ext cx="2443917" cy="503323"/>
          </a:xfrm>
          <a:prstGeom prst="rect">
            <a:avLst/>
          </a:prstGeom>
          <a:solidFill>
            <a:srgbClr val="1A9AFA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0267416F-94C2-BCBF-2834-09CC54A9A163}"/>
              </a:ext>
            </a:extLst>
          </p:cNvPr>
          <p:cNvSpPr/>
          <p:nvPr/>
        </p:nvSpPr>
        <p:spPr>
          <a:xfrm>
            <a:off x="5950878" y="1416551"/>
            <a:ext cx="2193259" cy="201329"/>
          </a:xfrm>
          <a:prstGeom prst="rect">
            <a:avLst/>
          </a:prstGeom>
          <a:solidFill>
            <a:srgbClr val="1A9A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6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3  PLAN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83F8E498-A778-E70F-A268-5912C2B9F28A}"/>
              </a:ext>
            </a:extLst>
          </p:cNvPr>
          <p:cNvSpPr/>
          <p:nvPr/>
        </p:nvSpPr>
        <p:spPr>
          <a:xfrm>
            <a:off x="5992655" y="1806682"/>
            <a:ext cx="2109706" cy="5637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>
                <a:ln>
                  <a:noFill/>
                </a:ln>
                <a:solidFill>
                  <a:srgbClr val="27384B"/>
                </a:solidFill>
                <a:effectLst/>
                <a:uLnTx/>
                <a:uFillTx/>
                <a:latin typeface="EYInterstate Light" panose="02000506000000020004" pitchFamily="2" charset="0"/>
                <a:ea typeface="Aptos Display" pitchFamily="34" charset="-122"/>
                <a:cs typeface="Aptos Display" pitchFamily="34" charset="-120"/>
              </a:rPr>
              <a:t>Prioritise opportunities</a:t>
            </a:r>
            <a:endParaRPr kumimoji="0" lang="en-US" sz="15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AAD18DE8-DF5E-E97F-2FA6-F6FB314510F4}"/>
              </a:ext>
            </a:extLst>
          </p:cNvPr>
          <p:cNvSpPr/>
          <p:nvPr/>
        </p:nvSpPr>
        <p:spPr>
          <a:xfrm>
            <a:off x="5992655" y="2463605"/>
            <a:ext cx="2109706" cy="91604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34373D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Prioritise archetypes, micro-markets basis market potential, forecast and Sonalika archetype fit. Set sales targets for each micro-market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33" name="Shape 29">
            <a:extLst>
              <a:ext uri="{FF2B5EF4-FFF2-40B4-BE49-F238E27FC236}">
                <a16:creationId xmlns:a16="http://schemas.microsoft.com/office/drawing/2014/main" id="{035AE794-F559-C74E-CAAE-75D25B0A1C9E}"/>
              </a:ext>
            </a:extLst>
          </p:cNvPr>
          <p:cNvSpPr/>
          <p:nvPr/>
        </p:nvSpPr>
        <p:spPr>
          <a:xfrm>
            <a:off x="6055319" y="3373987"/>
            <a:ext cx="1984377" cy="1"/>
          </a:xfrm>
          <a:prstGeom prst="line">
            <a:avLst/>
          </a:prstGeom>
          <a:noFill/>
          <a:ln w="10160">
            <a:solidFill>
              <a:srgbClr val="D7DAD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AA5C5701-C635-4D0D-06BC-4E6C722C48C8}"/>
              </a:ext>
            </a:extLst>
          </p:cNvPr>
          <p:cNvSpPr/>
          <p:nvPr/>
        </p:nvSpPr>
        <p:spPr>
          <a:xfrm>
            <a:off x="5992655" y="3585383"/>
            <a:ext cx="2109706" cy="201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0" normalizeH="0" baseline="0" noProof="0">
                <a:ln>
                  <a:noFill/>
                </a:ln>
                <a:solidFill>
                  <a:srgbClr val="1A9AFA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KEY QUESTION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A9AFA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3A9D77CA-E905-7579-0353-9798280E3D34}"/>
              </a:ext>
            </a:extLst>
          </p:cNvPr>
          <p:cNvSpPr/>
          <p:nvPr/>
        </p:nvSpPr>
        <p:spPr>
          <a:xfrm>
            <a:off x="6013543" y="3814910"/>
            <a:ext cx="2067930" cy="5335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7384B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Where and what should we focus on?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44EED150-BE50-E27E-33C9-3989B443E584}"/>
              </a:ext>
            </a:extLst>
          </p:cNvPr>
          <p:cNvSpPr/>
          <p:nvPr/>
        </p:nvSpPr>
        <p:spPr>
          <a:xfrm>
            <a:off x="5992655" y="5638989"/>
            <a:ext cx="2109706" cy="181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0" normalizeH="0" baseline="0" noProof="0">
                <a:ln>
                  <a:noFill/>
                </a:ln>
                <a:solidFill>
                  <a:srgbClr val="1A9AFA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OUTPUT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A9AFA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C5BCA617-5950-66DC-F8F3-452E20BA98AB}"/>
              </a:ext>
            </a:extLst>
          </p:cNvPr>
          <p:cNvSpPr/>
          <p:nvPr/>
        </p:nvSpPr>
        <p:spPr>
          <a:xfrm>
            <a:off x="5992655" y="5993809"/>
            <a:ext cx="2109706" cy="3019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666B74"/>
                </a:solidFill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Sales forecast,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B74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Priority archetypes, micro-markets, and targets for sales, network coverage, dealer performance 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38" name="Shape 34">
            <a:extLst>
              <a:ext uri="{FF2B5EF4-FFF2-40B4-BE49-F238E27FC236}">
                <a16:creationId xmlns:a16="http://schemas.microsoft.com/office/drawing/2014/main" id="{FA400C4B-9699-DA9D-B391-8EAA36B560E7}"/>
              </a:ext>
            </a:extLst>
          </p:cNvPr>
          <p:cNvSpPr/>
          <p:nvPr/>
        </p:nvSpPr>
        <p:spPr>
          <a:xfrm>
            <a:off x="8279910" y="3497103"/>
            <a:ext cx="146217" cy="503323"/>
          </a:xfrm>
          <a:prstGeom prst="chevron">
            <a:avLst/>
          </a:prstGeom>
          <a:solidFill>
            <a:srgbClr val="B9BEC4"/>
          </a:solidFill>
          <a:ln w="12700">
            <a:solidFill>
              <a:srgbClr val="B9BE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618A8F08-A7CB-E89D-8C92-78D165904727}"/>
              </a:ext>
            </a:extLst>
          </p:cNvPr>
          <p:cNvSpPr/>
          <p:nvPr/>
        </p:nvSpPr>
        <p:spPr>
          <a:xfrm>
            <a:off x="9139967" y="1275620"/>
            <a:ext cx="2443917" cy="53127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8890">
            <a:solidFill>
              <a:srgbClr val="D7DAD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40" name="Shape 36">
            <a:extLst>
              <a:ext uri="{FF2B5EF4-FFF2-40B4-BE49-F238E27FC236}">
                <a16:creationId xmlns:a16="http://schemas.microsoft.com/office/drawing/2014/main" id="{EFF16286-C801-172E-FD12-7929D6429A87}"/>
              </a:ext>
            </a:extLst>
          </p:cNvPr>
          <p:cNvSpPr/>
          <p:nvPr/>
        </p:nvSpPr>
        <p:spPr>
          <a:xfrm>
            <a:off x="9139967" y="1275620"/>
            <a:ext cx="2443917" cy="503323"/>
          </a:xfrm>
          <a:prstGeom prst="rect">
            <a:avLst/>
          </a:prstGeom>
          <a:solidFill>
            <a:srgbClr val="1A9AFA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B5120C83-ED0D-9286-D1A4-F038C7335983}"/>
              </a:ext>
            </a:extLst>
          </p:cNvPr>
          <p:cNvSpPr/>
          <p:nvPr/>
        </p:nvSpPr>
        <p:spPr>
          <a:xfrm>
            <a:off x="9265296" y="1416551"/>
            <a:ext cx="2193259" cy="201329"/>
          </a:xfrm>
          <a:prstGeom prst="rect">
            <a:avLst/>
          </a:prstGeom>
          <a:solidFill>
            <a:srgbClr val="1A9A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6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4  DEVELOP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506EE316-05EA-537B-6659-8E5F52C4D6DA}"/>
              </a:ext>
            </a:extLst>
          </p:cNvPr>
          <p:cNvSpPr/>
          <p:nvPr/>
        </p:nvSpPr>
        <p:spPr>
          <a:xfrm>
            <a:off x="9307072" y="1806682"/>
            <a:ext cx="2109706" cy="5637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>
                <a:ln>
                  <a:noFill/>
                </a:ln>
                <a:solidFill>
                  <a:srgbClr val="27384B"/>
                </a:solidFill>
                <a:effectLst/>
                <a:uLnTx/>
                <a:uFillTx/>
                <a:latin typeface="EYInterstate Light" panose="02000506000000020004" pitchFamily="2" charset="0"/>
                <a:ea typeface="Aptos Display" pitchFamily="34" charset="-122"/>
                <a:cs typeface="Aptos Display" pitchFamily="34" charset="-120"/>
              </a:rPr>
              <a:t>Build differentiated playbooks</a:t>
            </a:r>
            <a:endParaRPr kumimoji="0" lang="en-US" sz="15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43" name="Text 39">
            <a:extLst>
              <a:ext uri="{FF2B5EF4-FFF2-40B4-BE49-F238E27FC236}">
                <a16:creationId xmlns:a16="http://schemas.microsoft.com/office/drawing/2014/main" id="{AC151972-975F-CEBE-2B3D-4B5C01BCB90A}"/>
              </a:ext>
            </a:extLst>
          </p:cNvPr>
          <p:cNvSpPr/>
          <p:nvPr/>
        </p:nvSpPr>
        <p:spPr>
          <a:xfrm>
            <a:off x="9307072" y="2463605"/>
            <a:ext cx="2109706" cy="91604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4373D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Identify and translate archetype-level root causes into market-specific commercial interventions.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44" name="Shape 40">
            <a:extLst>
              <a:ext uri="{FF2B5EF4-FFF2-40B4-BE49-F238E27FC236}">
                <a16:creationId xmlns:a16="http://schemas.microsoft.com/office/drawing/2014/main" id="{E6AE245D-4EA3-44FD-50DE-1F1C0D6FC42D}"/>
              </a:ext>
            </a:extLst>
          </p:cNvPr>
          <p:cNvSpPr/>
          <p:nvPr/>
        </p:nvSpPr>
        <p:spPr>
          <a:xfrm>
            <a:off x="9369737" y="3373987"/>
            <a:ext cx="1984377" cy="1"/>
          </a:xfrm>
          <a:prstGeom prst="line">
            <a:avLst/>
          </a:prstGeom>
          <a:noFill/>
          <a:ln w="10160">
            <a:solidFill>
              <a:srgbClr val="D7DAD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45" name="Text 41">
            <a:extLst>
              <a:ext uri="{FF2B5EF4-FFF2-40B4-BE49-F238E27FC236}">
                <a16:creationId xmlns:a16="http://schemas.microsoft.com/office/drawing/2014/main" id="{67EF0F23-A6A6-5882-5B1A-6F681412B3FE}"/>
              </a:ext>
            </a:extLst>
          </p:cNvPr>
          <p:cNvSpPr/>
          <p:nvPr/>
        </p:nvSpPr>
        <p:spPr>
          <a:xfrm>
            <a:off x="9307072" y="3585383"/>
            <a:ext cx="2109706" cy="201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0" normalizeH="0" baseline="0" noProof="0">
                <a:ln>
                  <a:noFill/>
                </a:ln>
                <a:solidFill>
                  <a:srgbClr val="1A9AFA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KEY QUESTION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A9AFA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7EB11EC5-3179-AE05-B543-2EDF8A05D8F5}"/>
              </a:ext>
            </a:extLst>
          </p:cNvPr>
          <p:cNvSpPr/>
          <p:nvPr/>
        </p:nvSpPr>
        <p:spPr>
          <a:xfrm>
            <a:off x="9327960" y="3814910"/>
            <a:ext cx="2067930" cy="5335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7384B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What strategy will unlock growth?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47" name="Text 43">
            <a:extLst>
              <a:ext uri="{FF2B5EF4-FFF2-40B4-BE49-F238E27FC236}">
                <a16:creationId xmlns:a16="http://schemas.microsoft.com/office/drawing/2014/main" id="{60A35DC9-C606-6F2E-5E67-893921E0338F}"/>
              </a:ext>
            </a:extLst>
          </p:cNvPr>
          <p:cNvSpPr/>
          <p:nvPr/>
        </p:nvSpPr>
        <p:spPr>
          <a:xfrm>
            <a:off x="9307072" y="5638989"/>
            <a:ext cx="2109706" cy="181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0" normalizeH="0" baseline="0" noProof="0">
                <a:ln>
                  <a:noFill/>
                </a:ln>
                <a:solidFill>
                  <a:srgbClr val="1A9AFA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OUTPUT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A9AFA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48" name="Text 44">
            <a:extLst>
              <a:ext uri="{FF2B5EF4-FFF2-40B4-BE49-F238E27FC236}">
                <a16:creationId xmlns:a16="http://schemas.microsoft.com/office/drawing/2014/main" id="{F8CE2321-1F37-AA3E-26CF-F8209C56F57E}"/>
              </a:ext>
            </a:extLst>
          </p:cNvPr>
          <p:cNvSpPr/>
          <p:nvPr/>
        </p:nvSpPr>
        <p:spPr>
          <a:xfrm>
            <a:off x="9307072" y="5993809"/>
            <a:ext cx="2109706" cy="3019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B74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Archetype playbooks covering Creative content strategy, Focus products, Engagement strategy, Network coverage target etc.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62" name="Slide Number Placeholder 0">
            <a:extLst>
              <a:ext uri="{FF2B5EF4-FFF2-40B4-BE49-F238E27FC236}">
                <a16:creationId xmlns:a16="http://schemas.microsoft.com/office/drawing/2014/main" id="{B5056274-B655-D870-EE73-FAD2A3AE242A}"/>
              </a:ext>
            </a:extLst>
          </p:cNvPr>
          <p:cNvSpPr txBox="1">
            <a:spLocks/>
          </p:cNvSpPr>
          <p:nvPr/>
        </p:nvSpPr>
        <p:spPr>
          <a:xfrm>
            <a:off x="11356848" y="6586566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8A8D94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8A8D94"/>
                </a:solidFill>
                <a:effectLst/>
                <a:uLnTx/>
                <a:uFillTx/>
                <a:latin typeface="EYInterstate Light" panose="02000506000000020004" pitchFamily="2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8A8D94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66" name="Shape 34">
            <a:extLst>
              <a:ext uri="{FF2B5EF4-FFF2-40B4-BE49-F238E27FC236}">
                <a16:creationId xmlns:a16="http://schemas.microsoft.com/office/drawing/2014/main" id="{84599C9A-BC5C-D8C1-BE98-0EDB3FA03B63}"/>
              </a:ext>
            </a:extLst>
          </p:cNvPr>
          <p:cNvSpPr/>
          <p:nvPr/>
        </p:nvSpPr>
        <p:spPr>
          <a:xfrm>
            <a:off x="8972861" y="3497103"/>
            <a:ext cx="146217" cy="503323"/>
          </a:xfrm>
          <a:prstGeom prst="chevron">
            <a:avLst/>
          </a:prstGeom>
          <a:solidFill>
            <a:srgbClr val="B9BEC4"/>
          </a:solidFill>
          <a:ln w="12700">
            <a:solidFill>
              <a:srgbClr val="B9BE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67" name="Text 10">
            <a:extLst>
              <a:ext uri="{FF2B5EF4-FFF2-40B4-BE49-F238E27FC236}">
                <a16:creationId xmlns:a16="http://schemas.microsoft.com/office/drawing/2014/main" id="{AD194F7F-F5C8-C336-B4E2-862E75315EFB}"/>
              </a:ext>
            </a:extLst>
          </p:cNvPr>
          <p:cNvSpPr/>
          <p:nvPr/>
        </p:nvSpPr>
        <p:spPr>
          <a:xfrm>
            <a:off x="770609" y="4545897"/>
            <a:ext cx="2109706" cy="181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0" normalizeH="0" baseline="0" noProof="0">
                <a:ln>
                  <a:noFill/>
                </a:ln>
                <a:solidFill>
                  <a:srgbClr val="1A9AFA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INPUT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A9AFA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68" name="Text 11">
            <a:extLst>
              <a:ext uri="{FF2B5EF4-FFF2-40B4-BE49-F238E27FC236}">
                <a16:creationId xmlns:a16="http://schemas.microsoft.com/office/drawing/2014/main" id="{341D6633-E545-AD61-AF52-ED282E0D295F}"/>
              </a:ext>
            </a:extLst>
          </p:cNvPr>
          <p:cNvSpPr/>
          <p:nvPr/>
        </p:nvSpPr>
        <p:spPr>
          <a:xfrm>
            <a:off x="770609" y="4807625"/>
            <a:ext cx="2109706" cy="301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B74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Geography,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666B74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Agro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B74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-climatic conditions (Weather, Soil types, Irrigation types), TIV, HP Mix, crop-wise cultivated area  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69" name="Text 21">
            <a:extLst>
              <a:ext uri="{FF2B5EF4-FFF2-40B4-BE49-F238E27FC236}">
                <a16:creationId xmlns:a16="http://schemas.microsoft.com/office/drawing/2014/main" id="{897ACDD1-CD7D-FEAF-26AA-3085B87ED5DC}"/>
              </a:ext>
            </a:extLst>
          </p:cNvPr>
          <p:cNvSpPr/>
          <p:nvPr/>
        </p:nvSpPr>
        <p:spPr>
          <a:xfrm>
            <a:off x="3381632" y="4545897"/>
            <a:ext cx="2109706" cy="181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0" normalizeH="0" baseline="0" noProof="0">
                <a:ln>
                  <a:noFill/>
                </a:ln>
                <a:solidFill>
                  <a:srgbClr val="1A9AFA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INPUT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A9AFA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70" name="Text 22">
            <a:extLst>
              <a:ext uri="{FF2B5EF4-FFF2-40B4-BE49-F238E27FC236}">
                <a16:creationId xmlns:a16="http://schemas.microsoft.com/office/drawing/2014/main" id="{9E70739B-F896-2EF9-272E-8EF145D86042}"/>
              </a:ext>
            </a:extLst>
          </p:cNvPr>
          <p:cNvSpPr/>
          <p:nvPr/>
        </p:nvSpPr>
        <p:spPr>
          <a:xfrm>
            <a:off x="3381632" y="4807625"/>
            <a:ext cx="2109706" cy="301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B74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Archetypes, TIV, Market share, Network coverage, Dealer performance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71" name="Text 32">
            <a:extLst>
              <a:ext uri="{FF2B5EF4-FFF2-40B4-BE49-F238E27FC236}">
                <a16:creationId xmlns:a16="http://schemas.microsoft.com/office/drawing/2014/main" id="{A81B7675-AA18-5B90-F08E-D832FFB080B7}"/>
              </a:ext>
            </a:extLst>
          </p:cNvPr>
          <p:cNvSpPr/>
          <p:nvPr/>
        </p:nvSpPr>
        <p:spPr>
          <a:xfrm>
            <a:off x="5992655" y="4545897"/>
            <a:ext cx="2109706" cy="181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0" normalizeH="0" baseline="0" noProof="0">
                <a:ln>
                  <a:noFill/>
                </a:ln>
                <a:solidFill>
                  <a:srgbClr val="1A9AFA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INPUT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A9AFA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72" name="Text 33">
            <a:extLst>
              <a:ext uri="{FF2B5EF4-FFF2-40B4-BE49-F238E27FC236}">
                <a16:creationId xmlns:a16="http://schemas.microsoft.com/office/drawing/2014/main" id="{33A30784-A7A1-4566-2A94-77D952E12260}"/>
              </a:ext>
            </a:extLst>
          </p:cNvPr>
          <p:cNvSpPr/>
          <p:nvPr/>
        </p:nvSpPr>
        <p:spPr>
          <a:xfrm>
            <a:off x="5992655" y="4807625"/>
            <a:ext cx="2109706" cy="3019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73" name="Text 43">
            <a:extLst>
              <a:ext uri="{FF2B5EF4-FFF2-40B4-BE49-F238E27FC236}">
                <a16:creationId xmlns:a16="http://schemas.microsoft.com/office/drawing/2014/main" id="{C584408F-1EE3-A728-D212-E1D05189A9E6}"/>
              </a:ext>
            </a:extLst>
          </p:cNvPr>
          <p:cNvSpPr/>
          <p:nvPr/>
        </p:nvSpPr>
        <p:spPr>
          <a:xfrm>
            <a:off x="9307072" y="4545897"/>
            <a:ext cx="2109706" cy="181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0" normalizeH="0" baseline="0" noProof="0">
                <a:ln>
                  <a:noFill/>
                </a:ln>
                <a:solidFill>
                  <a:srgbClr val="1A9AFA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INPUT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A9AFA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74" name="Text 44">
            <a:extLst>
              <a:ext uri="{FF2B5EF4-FFF2-40B4-BE49-F238E27FC236}">
                <a16:creationId xmlns:a16="http://schemas.microsoft.com/office/drawing/2014/main" id="{7E34CDAF-A181-450F-7150-65AFF4D92502}"/>
              </a:ext>
            </a:extLst>
          </p:cNvPr>
          <p:cNvSpPr/>
          <p:nvPr/>
        </p:nvSpPr>
        <p:spPr>
          <a:xfrm>
            <a:off x="9307072" y="4807625"/>
            <a:ext cx="2109706" cy="301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B74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Survey insights, Priority archetypes and Micro-markets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75" name="Text 22">
            <a:extLst>
              <a:ext uri="{FF2B5EF4-FFF2-40B4-BE49-F238E27FC236}">
                <a16:creationId xmlns:a16="http://schemas.microsoft.com/office/drawing/2014/main" id="{FF94644A-F792-38AB-A505-96E82504C1E6}"/>
              </a:ext>
            </a:extLst>
          </p:cNvPr>
          <p:cNvSpPr/>
          <p:nvPr/>
        </p:nvSpPr>
        <p:spPr>
          <a:xfrm>
            <a:off x="5992655" y="4807625"/>
            <a:ext cx="2109706" cy="301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B74"/>
                </a:solidFill>
                <a:effectLst/>
                <a:uLnTx/>
                <a:uFillTx/>
                <a:latin typeface="EYInterstate Light" panose="02000506000000020004" pitchFamily="2" charset="0"/>
                <a:ea typeface="Aptos" pitchFamily="34" charset="-122"/>
                <a:cs typeface="Aptos" pitchFamily="34" charset="-120"/>
              </a:rPr>
              <a:t>Sales gaps, TIV, Market share, Sonalika product – archetype fit, State-wise subsidy schemes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F709436D-3924-5C31-9401-8B2DC89C11B8}"/>
              </a:ext>
            </a:extLst>
          </p:cNvPr>
          <p:cNvSpPr/>
          <p:nvPr/>
        </p:nvSpPr>
        <p:spPr>
          <a:xfrm rot="16200000">
            <a:off x="7013709" y="3581449"/>
            <a:ext cx="3395280" cy="33462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Primary Customer Research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(To identify root causes)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5F4BBD6-DD29-C0A3-6093-BB3664AA9E06}"/>
              </a:ext>
            </a:extLst>
          </p:cNvPr>
          <p:cNvSpPr/>
          <p:nvPr/>
        </p:nvSpPr>
        <p:spPr>
          <a:xfrm>
            <a:off x="603504" y="959284"/>
            <a:ext cx="10981944" cy="251538"/>
          </a:xfrm>
          <a:prstGeom prst="rect">
            <a:avLst/>
          </a:prstGeom>
          <a:solidFill>
            <a:srgbClr val="6E6E76"/>
          </a:solidFill>
          <a:ln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/>
                <a:ea typeface="+mn-ea"/>
                <a:cs typeface="+mn-cs"/>
              </a:rPr>
              <a:t>ONE TOOL  - ALL FOUR STAGES RUN INSIDE IT</a:t>
            </a:r>
          </a:p>
        </p:txBody>
      </p:sp>
    </p:spTree>
    <p:extLst>
      <p:ext uri="{BB962C8B-B14F-4D97-AF65-F5344CB8AC3E}">
        <p14:creationId xmlns:p14="http://schemas.microsoft.com/office/powerpoint/2010/main" val="4284847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BA29B-43A0-84DE-AF4D-C310A8917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 descr="Boilerplate">
            <a:extLst>
              <a:ext uri="{FF2B5EF4-FFF2-40B4-BE49-F238E27FC236}">
                <a16:creationId xmlns:a16="http://schemas.microsoft.com/office/drawing/2014/main" id="{55D77858-3607-6D1A-9FF6-EABC03147440}"/>
              </a:ext>
            </a:extLst>
          </p:cNvPr>
          <p:cNvGrpSpPr/>
          <p:nvPr/>
        </p:nvGrpSpPr>
        <p:grpSpPr>
          <a:xfrm>
            <a:off x="612191" y="656416"/>
            <a:ext cx="3425391" cy="5346466"/>
            <a:chOff x="4378324" y="927100"/>
            <a:chExt cx="3427175" cy="5349251"/>
          </a:xfrm>
        </p:grpSpPr>
        <p:sp>
          <p:nvSpPr>
            <p:cNvPr id="12" name="Text Box 3">
              <a:extLst>
                <a:ext uri="{FF2B5EF4-FFF2-40B4-BE49-F238E27FC236}">
                  <a16:creationId xmlns:a16="http://schemas.microsoft.com/office/drawing/2014/main" id="{45F714CE-C8A3-3D72-8E4C-5BD0360D49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8325" y="927100"/>
              <a:ext cx="1836738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1099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  <a:t>Ernst &amp; Young LLP</a:t>
              </a:r>
              <a:endParaRPr kumimoji="0" lang="en-US" altLang="en-US" sz="1099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7411E88A-6599-B0E4-F4B0-D26147B726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8324" y="1147813"/>
              <a:ext cx="3241675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altLang="en-US" sz="999" b="1" i="0" u="none" strike="noStrike" kern="1200" cap="none" spc="0" normalizeH="0" baseline="0" noProof="0">
                  <a:ln>
                    <a:noFill/>
                  </a:ln>
                  <a:solidFill>
                    <a:srgbClr val="FFE600"/>
                  </a:solidFill>
                  <a:effectLst/>
                  <a:uLnTx/>
                  <a:uFillTx/>
                  <a:latin typeface="EYInterstate" panose="02000503020000020004" pitchFamily="2" charset="0"/>
                  <a:ea typeface="+mn-ea"/>
                  <a:cs typeface="+mn-cs"/>
                </a:rPr>
                <a:t>EY  |  </a:t>
              </a:r>
              <a:r>
                <a:rPr kumimoji="0" lang="en-IN" altLang="en-US" sz="999" b="0" i="0" u="none" strike="noStrike" kern="1200" cap="none" spc="0" normalizeH="0" baseline="0" noProof="0">
                  <a:ln>
                    <a:noFill/>
                  </a:ln>
                  <a:solidFill>
                    <a:srgbClr val="FFE600"/>
                  </a:solidFill>
                  <a:effectLst/>
                  <a:uLnTx/>
                  <a:uFillTx/>
                  <a:latin typeface="EYInterstate" panose="02000503020000020004" pitchFamily="2" charset="0"/>
                  <a:ea typeface="+mn-ea"/>
                  <a:cs typeface="+mn-cs"/>
                </a:rPr>
                <a:t>Building a better working world</a:t>
              </a:r>
            </a:p>
          </p:txBody>
        </p:sp>
        <p:sp>
          <p:nvSpPr>
            <p:cNvPr id="15" name="Text Box 5">
              <a:extLst>
                <a:ext uri="{FF2B5EF4-FFF2-40B4-BE49-F238E27FC236}">
                  <a16:creationId xmlns:a16="http://schemas.microsoft.com/office/drawing/2014/main" id="{2EFAB651-83A1-C66C-0636-FF936B2E71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8325" y="1460500"/>
              <a:ext cx="3427174" cy="3216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  <a:t>EY is building a better working world by creating new value for clients, people, society and the planet, while building trust in capital markets.</a:t>
              </a:r>
            </a:p>
            <a:p>
              <a:pPr marL="0" marR="0" lvl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  <a:t>Enabled by data, AI and advanced technology, EY teams help clients shape the future with confidence and develop answers for the most pressing issues of today and tomorrow. </a:t>
              </a:r>
            </a:p>
            <a:p>
              <a:pPr marL="0" marR="0" lvl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  <a:t>EY teams work across a full spectrum of services in assurance, consulting, tax, strategy and transactions. </a:t>
              </a:r>
              <a:r>
                <a:rPr kumimoji="0" lang="en-IN" altLang="en-US" sz="9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  <a:t>Fueled</a:t>
              </a:r>
              <a:r>
                <a:rPr kumimoji="0" lang="en-IN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  <a:t> by sector insights, a globally connected, multi-disciplinary network and diverse ecosystem partners, EY teams can provide services in more than 150 countries and territories.</a:t>
              </a:r>
            </a:p>
            <a:p>
              <a:pPr marL="0" marR="0" lvl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99" b="0" i="0" u="none" strike="noStrike" kern="0" cap="none" spc="0" normalizeH="0" baseline="0" noProof="0">
                  <a:ln>
                    <a:noFill/>
                  </a:ln>
                  <a:solidFill>
                    <a:srgbClr val="FFE600"/>
                  </a:solidFill>
                  <a:effectLst/>
                  <a:uLnTx/>
                  <a:uFillTx/>
                  <a:latin typeface="EYInterstate" panose="02000503020000020004" pitchFamily="2" charset="0"/>
                  <a:ea typeface="+mn-ea"/>
                  <a:cs typeface="+mn-cs"/>
                </a:rPr>
                <a:t>All in to shape the future with confidence. </a:t>
              </a:r>
              <a:endParaRPr kumimoji="0" lang="en-IN" altLang="en-US" sz="999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endParaRPr>
            </a:p>
            <a:p>
              <a:pPr marL="0" marR="0" lvl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  <a:t>EY refers to the global organization, and may refer to one or more, of the member firms of Ernst &amp; Young Global Limited, each of which is a separate legal entity. Ernst &amp; Young Global Limited, a UK company limited by guarantee, does not provide services to clients. Information about how EY collects and uses personal data and a description of the rights individuals have under data protection legislation are available via ey.com/privacy. EYG member firms do not practice law where prohibited by local laws. For more information about our organization, please visit ey.com.</a:t>
              </a:r>
            </a:p>
          </p:txBody>
        </p:sp>
        <p:sp>
          <p:nvSpPr>
            <p:cNvPr id="16" name="Text Box 11">
              <a:extLst>
                <a:ext uri="{FF2B5EF4-FFF2-40B4-BE49-F238E27FC236}">
                  <a16:creationId xmlns:a16="http://schemas.microsoft.com/office/drawing/2014/main" id="{238CD073-3254-CB8E-865C-61259FC49D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8325" y="4799023"/>
              <a:ext cx="3186810" cy="1477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alt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  <a:t>Ernst &amp; Young LLP is one of the Indian client serving member firms of EYGM Limited. For more information about our organization, please visit www.ey.com/en_in. </a:t>
              </a:r>
            </a:p>
            <a:p>
              <a:pPr marL="0" marR="0" lvl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alt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  <a:p>
              <a:pPr marL="0" marR="0" lvl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alt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  <a:t>Ernst &amp; Young LLP is a Limited Liability Partnership, registered under the Limited Liability Partnership Act, 2008 in India, having its registered office at Ground Floor, Plot No. 67, Institutional Area, Sector - 44, Gurugram - 122 003, Haryana, India.</a:t>
              </a:r>
            </a:p>
            <a:p>
              <a:pPr marL="0" marR="0" lvl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alt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  <a:p>
              <a:pPr marL="0" marR="0" lvl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alt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  <a:t>© 2026 Ernst &amp; Young LLP. Published in India. </a:t>
              </a:r>
              <a:br>
                <a:rPr kumimoji="0" lang="en-IN" alt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</a:br>
              <a:r>
                <a:rPr kumimoji="0" lang="en-IN" alt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  <a:t>All Rights Reserved.</a:t>
              </a:r>
            </a:p>
            <a:p>
              <a:pPr marL="0" marR="0" lvl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alt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  <a:p>
              <a:pPr marL="0" marR="0" lvl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alt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  <a:t>This publication contains information in summary form and is therefore intended for general guidance only. It is not intended to be a substitute for detailed research or the exercise of professional judgment. Neither EYGM Limited nor any other member of the global Ernst &amp; Young organization can accept any responsibility for loss occasioned to any person acting or refraining from action as a result of any material in this publication. On any specific matter, reference should be made to the appropriate advisor.</a:t>
              </a:r>
            </a:p>
          </p:txBody>
        </p:sp>
      </p:grpSp>
      <p:pic>
        <p:nvPicPr>
          <p:cNvPr id="31" name="Picture 30" descr="A blue and white logo&#10;&#10;Description automatically generated">
            <a:extLst>
              <a:ext uri="{FF2B5EF4-FFF2-40B4-BE49-F238E27FC236}">
                <a16:creationId xmlns:a16="http://schemas.microsoft.com/office/drawing/2014/main" id="{0A9F7C3D-3243-AD0F-6AE4-B50D1B54FB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00" y="6126171"/>
            <a:ext cx="3235562" cy="489345"/>
          </a:xfrm>
          <a:prstGeom prst="rect">
            <a:avLst/>
          </a:prstGeom>
        </p:spPr>
      </p:pic>
      <p:pic>
        <p:nvPicPr>
          <p:cNvPr id="26" name="Picture 25" descr="A logo of a company&#10;&#10;Description automatically generated with medium confidence">
            <a:extLst>
              <a:ext uri="{FF2B5EF4-FFF2-40B4-BE49-F238E27FC236}">
                <a16:creationId xmlns:a16="http://schemas.microsoft.com/office/drawing/2014/main" id="{8732610E-604D-1D95-9AD2-4300E677D2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00" y="6125076"/>
            <a:ext cx="3242806" cy="49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9517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STOMLAYOUT" val="F"/>
  <p:tag name="EYLAYOUT" val="n_"/>
  <p:tag name="THINKCELLPRESENTATIONDONOTDELETE" val="&lt;?xml version=&quot;1.0&quot; encoding=&quot;UTF-16&quot; standalone=&quot;yes&quot;?&gt;&lt;root reqver=&quot;32687&quot;&gt;&lt;version val=&quot;38732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2147483647&quot;/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&quot;&gt;&lt;elem m_fUsage=&quot;1.70999999999999996447E+00&quot;&gt;&lt;m_msothmcolidx val=&quot;0&quot;/&gt;&lt;m_rgb r=&quot;03&quot; g=&quot;4E&quot; b=&quot;87&quot;/&gt;&lt;/elem&gt;&lt;elem m_fUsage=&quot;1.00000000000000000000E+00&quot;&gt;&lt;m_msothmcolidx val=&quot;0&quot;/&gt;&lt;m_rgb r=&quot;45&quot; g=&quot;B6&quot; b=&quot;FB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LINETEXTSHAPEGUID" val="bdff59ca-74f0-44fa-a099-1075e0debd8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LINETEXTSHAPEGUID" val="e9e5e1f3-2ee8-4172-b94e-5125acf75fab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irAl.bpJfeMrbC1k0DCe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LINETEXTSHAPEGUID" val="bdff59ca-74f0-44fa-a099-1075e0debd8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LINETEXTSHAPEGUID" val="e9e5e1f3-2ee8-4172-b94e-5125acf75fab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LINETEXTSHAPEGUID" val="e9e5e1f3-2ee8-4172-b94e-5125acf75fab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LINETEXTSHAPEGUID" val="e9e5e1f3-2ee8-4172-b94e-5125acf75fab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LINETEXTSHAPEGUID" val="e9e5e1f3-2ee8-4172-b94e-5125acf75fab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LINETEXTSHAPEGUID" val="e9e5e1f3-2ee8-4172-b94e-5125acf75fab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LINETEXTSHAPEGUID" val="e9e5e1f3-2ee8-4172-b94e-5125acf75fab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LINETEXTSHAPEGUID" val="e9e5e1f3-2ee8-4172-b94e-5125acf75fab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9g.6aq00WkbNTDofa0y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irAl.bpJfeMrbC1k0DCe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LINETEXTSHAPEGUID" val="e9e5e1f3-2ee8-4172-b94e-5125acf75fab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LINETEXTSHAPEGUID" val="e9e5e1f3-2ee8-4172-b94e-5125acf75fab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LINETEXTSHAPEGUID" val="e9e5e1f3-2ee8-4172-b94e-5125acf75fab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LINETEXTSHAPEGUID" val="e9e5e1f3-2ee8-4172-b94e-5125acf75fab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5zKLLnYEFid.0tSjsSi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3_EY-Parthenon light background">
  <a:themeElements>
    <a:clrScheme name="EY-Parthenon Rebrand 2020 Light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1A9AFA"/>
      </a:accent1>
      <a:accent2>
        <a:srgbClr val="2E2E38"/>
      </a:accent2>
      <a:accent3>
        <a:srgbClr val="747480"/>
      </a:accent3>
      <a:accent4>
        <a:srgbClr val="C4C4CD"/>
      </a:accent4>
      <a:accent5>
        <a:srgbClr val="FF4136"/>
      </a:accent5>
      <a:accent6>
        <a:srgbClr val="2DB757"/>
      </a:accent6>
      <a:hlink>
        <a:srgbClr val="1A9AFA"/>
      </a:hlink>
      <a:folHlink>
        <a:srgbClr val="800080"/>
      </a:folHlink>
    </a:clrScheme>
    <a:fontScheme name="Newslet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 w="9525">
          <a:noFill/>
        </a:ln>
      </a:spPr>
      <a:bodyPr rtlCol="0" anchor="ctr" anchorCtr="0"/>
      <a:lstStyle>
        <a:defPPr algn="ctr">
          <a:defRPr sz="1100" dirty="0" err="1" smtClean="0">
            <a:solidFill>
              <a:schemeClr val="tx1"/>
            </a:solidFill>
            <a:latin typeface="EYInterstate Light" panose="02000506000000020004" pitchFamily="2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2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marL="174625" indent="-174625" algn="l">
          <a:buSzPct val="70000"/>
          <a:buFont typeface="Arial" panose="020B0604020202020204" pitchFamily="34" charset="0"/>
          <a:buChar char="►"/>
          <a:defRPr sz="1100" dirty="0" err="1" smtClean="0">
            <a:solidFill>
              <a:schemeClr val="bg1"/>
            </a:solidFill>
            <a:latin typeface="EYInterstate Light" panose="02000506000000020004" pitchFamily="2" charset="0"/>
          </a:defRPr>
        </a:defPPr>
      </a:lstStyle>
    </a:txDef>
  </a:objectDefaults>
  <a:extraClrSchemeLst/>
  <a:custClrLst>
    <a:custClr name="Teal05">
      <a:srgbClr val="109090"/>
    </a:custClr>
    <a:custClr name="Green05">
      <a:srgbClr val="189D3E"/>
    </a:custClr>
    <a:custClr name="Orange05">
      <a:srgbClr val="F76900"/>
    </a:custClr>
    <a:custClr name="Purple05">
      <a:srgbClr val="240D75"/>
    </a:custClr>
    <a:custClr name="Maroon05">
      <a:srgbClr val="5A0A42"/>
    </a:custClr>
    <a:custClr name="Red05">
      <a:srgbClr val="E0362C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eal04">
      <a:srgbClr val="27ACAA"/>
    </a:custClr>
    <a:custClr name="Green04">
      <a:srgbClr val="2DB757"/>
    </a:custClr>
    <a:custClr name="Orange04">
      <a:srgbClr val="FF6D00"/>
    </a:custClr>
    <a:custClr name="Purple04">
      <a:srgbClr val="3D108A"/>
    </a:custClr>
    <a:custClr name="Maroon04">
      <a:srgbClr val="750E5C"/>
    </a:custClr>
    <a:custClr name="Red04">
      <a:srgbClr val="FF4136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eal03">
      <a:srgbClr val="42C9C2"/>
    </a:custClr>
    <a:custClr name="Green03">
      <a:srgbClr val="34C768"/>
    </a:custClr>
    <a:custClr name="Orange03">
      <a:srgbClr val="FF810A"/>
    </a:custClr>
    <a:custClr name="Purple03">
      <a:srgbClr val="542EA5"/>
    </a:custClr>
    <a:custClr name="Maroon03">
      <a:srgbClr val="922B73"/>
    </a:custClr>
    <a:custClr name="Red03">
      <a:srgbClr val="F95D54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eal02">
      <a:srgbClr val="60E6E1"/>
    </a:custClr>
    <a:custClr name="Green02">
      <a:srgbClr val="57E188"/>
    </a:custClr>
    <a:custClr name="Orange02">
      <a:srgbClr val="FF9831"/>
    </a:custClr>
    <a:custClr name="Purple">
      <a:srgbClr val="724BC3"/>
    </a:custClr>
    <a:custClr name="Maroon02">
      <a:srgbClr val="B14891"/>
    </a:custClr>
    <a:custClr name="Red02">
      <a:srgbClr val="FF736A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eal01">
      <a:srgbClr val="93F0E6"/>
    </a:custClr>
    <a:custClr name="Green01">
      <a:srgbClr val="8CE8AD"/>
    </a:custClr>
    <a:custClr name="Orange01">
      <a:srgbClr val="FFB46A"/>
    </a:custClr>
    <a:custClr name="Purple01">
      <a:srgbClr val="9C82D4"/>
    </a:custClr>
    <a:custClr name="Maroon01">
      <a:srgbClr val="C981B2"/>
    </a:custClr>
    <a:custClr name="Red01">
      <a:srgbClr val="FF9A91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EYP_MARKETING_wide screen white &amp; off black background_vFinalDraft.potx" id="{BCFD2E2C-2C1A-44E6-9B66-6604B1CD1DF1}" vid="{E3727F8A-E8B1-4BFF-B523-AFDDEBF24776}"/>
    </a:ext>
  </a:extLst>
</a:theme>
</file>

<file path=ppt/theme/theme2.xml><?xml version="1.0" encoding="utf-8"?>
<a:theme xmlns:a="http://schemas.openxmlformats.org/drawingml/2006/main" name="EY_2025_Customscolors_AC">
  <a:themeElements>
    <a:clrScheme name="Custom 252">
      <a:dk1>
        <a:srgbClr val="1A1A24"/>
      </a:dk1>
      <a:lt1>
        <a:srgbClr val="FFFFFF"/>
      </a:lt1>
      <a:dk2>
        <a:srgbClr val="1A9AFA"/>
      </a:dk2>
      <a:lt2>
        <a:srgbClr val="FFFFFF"/>
      </a:lt2>
      <a:accent1>
        <a:srgbClr val="1A9AFA"/>
      </a:accent1>
      <a:accent2>
        <a:srgbClr val="747480"/>
      </a:accent2>
      <a:accent3>
        <a:srgbClr val="C4C4CD"/>
      </a:accent3>
      <a:accent4>
        <a:srgbClr val="F6F6FA"/>
      </a:accent4>
      <a:accent5>
        <a:srgbClr val="FFE600"/>
      </a:accent5>
      <a:accent6>
        <a:srgbClr val="2E2E38"/>
      </a:accent6>
      <a:hlink>
        <a:srgbClr val="1A9AFA"/>
      </a:hlink>
      <a:folHlink>
        <a:srgbClr val="1A9AFA"/>
      </a:folHlink>
    </a:clrScheme>
    <a:fontScheme name="Custom 23">
      <a:majorFont>
        <a:latin typeface="EYInterstate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3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<a:prstTxWarp prst="textNoShape">
          <a:avLst/>
        </a:prstTxWarp>
        <a:noAutofit/>
      </a:bodyPr>
      <a:lstStyle>
        <a:defPPr marR="0" algn="ctr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ts val="600"/>
          </a:spcAft>
          <a:buClrTx/>
          <a:buSzTx/>
          <a:tabLst/>
          <a:defRPr kumimoji="0" sz="12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+mn-lt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accent3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108000" tIns="108000" rIns="108000" bIns="108000" rtlCol="0">
        <a:spAutoFit/>
      </a:bodyPr>
      <a:lstStyle>
        <a:defPPr marL="356616" indent="-356616" algn="l">
          <a:spcBef>
            <a:spcPts val="600"/>
          </a:spcBef>
          <a:spcAft>
            <a:spcPts val="0"/>
          </a:spcAft>
          <a:buClr>
            <a:schemeClr val="accent3"/>
          </a:buClr>
          <a:buSzPct val="100000"/>
          <a:buFont typeface="Wingdings" panose="05000000000000000000" pitchFamily="2" charset="2"/>
          <a:buChar char="§"/>
          <a:defRPr sz="1400" dirty="0" smtClean="0">
            <a:solidFill>
              <a:schemeClr val="bg2"/>
            </a:solidFill>
            <a:cs typeface="Arial" panose="020B0604020202020204" pitchFamily="34" charset="0"/>
          </a:defRPr>
        </a:defPPr>
      </a:lstStyle>
    </a:txDef>
  </a:objectDefaults>
  <a:extraClrSchemeLst>
    <a:extraClrScheme>
      <a:clrScheme name="EYP 2025 colors">
        <a:dk1>
          <a:srgbClr val="1A1A24"/>
        </a:dk1>
        <a:lt1>
          <a:srgbClr val="FFFFFF"/>
        </a:lt1>
        <a:dk2>
          <a:srgbClr val="1A9AFA"/>
        </a:dk2>
        <a:lt2>
          <a:srgbClr val="FFFFFF"/>
        </a:lt2>
        <a:accent1>
          <a:srgbClr val="1A9AFA"/>
        </a:accent1>
        <a:accent2>
          <a:srgbClr val="747480"/>
        </a:accent2>
        <a:accent3>
          <a:srgbClr val="C4C4CD"/>
        </a:accent3>
        <a:accent4>
          <a:srgbClr val="F6F6FA"/>
        </a:accent4>
        <a:accent5>
          <a:srgbClr val="FFE600"/>
        </a:accent5>
        <a:accent6>
          <a:srgbClr val="2E2E38"/>
        </a:accent6>
        <a:hlink>
          <a:srgbClr val="1A9AFA"/>
        </a:hlink>
        <a:folHlink>
          <a:srgbClr val="1A9AF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Maroon01">
      <a:srgbClr val="C981B2"/>
    </a:custClr>
    <a:custClr name="Maroon02">
      <a:srgbClr val="B14891"/>
    </a:custClr>
    <a:custClr name="Maroon03">
      <a:srgbClr val="922B73"/>
    </a:custClr>
    <a:custClr name="Maroon04">
      <a:srgbClr val="750E5C"/>
    </a:custClr>
    <a:custClr name="Maroon05">
      <a:srgbClr val="5A0A42"/>
    </a:custClr>
    <a:custClr name="Maroon06">
      <a:srgbClr val="42152D"/>
    </a:custClr>
    <a:custClr name="Maroon07">
      <a:srgbClr val="351C21"/>
    </a:custClr>
    <a:custClr name="Purple01">
      <a:srgbClr val="9C82D4"/>
    </a:custClr>
    <a:custClr name="Purple05">
      <a:srgbClr val="240D75"/>
    </a:custClr>
    <a:custClr name="Teal02">
      <a:srgbClr val="60E6E1"/>
    </a:custClr>
    <a:custClr name="Red01">
      <a:srgbClr val="FF9A91"/>
    </a:custClr>
    <a:custClr name="Red02">
      <a:srgbClr val="FF736A"/>
    </a:custClr>
    <a:custClr name="Red03">
      <a:srgbClr val="F95D54"/>
    </a:custClr>
    <a:custClr name="Red04">
      <a:srgbClr val="FF4136"/>
    </a:custClr>
    <a:custClr name="Red05">
      <a:srgbClr val="E0362C"/>
    </a:custClr>
    <a:custClr name="Red06">
      <a:srgbClr val="B9251C"/>
    </a:custClr>
    <a:custClr name="Red07">
      <a:srgbClr val="7A130D"/>
    </a:custClr>
    <a:custClr name="Purple02">
      <a:srgbClr val="724BC3"/>
    </a:custClr>
    <a:custClr name="Purple06">
      <a:srgbClr val="0A095A"/>
    </a:custClr>
    <a:custClr name="Teal03">
      <a:srgbClr val="42C9C2"/>
    </a:custClr>
    <a:custClr name="Orange01">
      <a:srgbClr val="FFB46A"/>
    </a:custClr>
    <a:custClr name="Orange02">
      <a:srgbClr val="FF9831"/>
    </a:custClr>
    <a:custClr name="Orange03">
      <a:srgbClr val="FF810A"/>
    </a:custClr>
    <a:custClr name="Orange04">
      <a:srgbClr val="FF6D00"/>
    </a:custClr>
    <a:custClr name="Orange05">
      <a:srgbClr val="F76900"/>
    </a:custClr>
    <a:custClr name="Orange06">
      <a:srgbClr val="EB4F00"/>
    </a:custClr>
    <a:custClr name="Orange07">
      <a:srgbClr val="BC2F00"/>
    </a:custClr>
    <a:custClr name="Purple03">
      <a:srgbClr val="542EA5"/>
    </a:custClr>
    <a:custClr name=" Purple07">
      <a:srgbClr val="15173E"/>
    </a:custClr>
    <a:custClr name="Teal04">
      <a:srgbClr val="27ACAA"/>
    </a:custClr>
    <a:custClr name="Green01">
      <a:srgbClr val="8CE8AD"/>
    </a:custClr>
    <a:custClr name="Green02">
      <a:srgbClr val="57E188"/>
    </a:custClr>
    <a:custClr name="Green03">
      <a:srgbClr val="34C768"/>
    </a:custClr>
    <a:custClr name="Green04">
      <a:srgbClr val="2DB757"/>
    </a:custClr>
    <a:custClr name="Green05">
      <a:srgbClr val="189D3E"/>
    </a:custClr>
    <a:custClr name="Green06">
      <a:srgbClr val="168736"/>
    </a:custClr>
    <a:custClr name="Green07">
      <a:srgbClr val="13652A"/>
    </a:custClr>
    <a:custClr name="Purple04">
      <a:srgbClr val="3D108A"/>
    </a:custClr>
    <a:custClr name="Teal01">
      <a:srgbClr val="93F0E6"/>
    </a:custClr>
    <a:custClr name="Teal05">
      <a:srgbClr val="109090"/>
    </a:custClr>
    <a:custClr name="Teal06">
      <a:srgbClr val="0D7575"/>
    </a:custClr>
    <a:custClr name="Teal07">
      <a:srgbClr val="004F4F"/>
    </a:custClr>
  </a:custClrLst>
  <a:extLst>
    <a:ext uri="{05A4C25C-085E-4340-85A3-A5531E510DB2}">
      <thm15:themeFamily xmlns:thm15="http://schemas.microsoft.com/office/thememl/2012/main" name="Presentation8" id="{773204FA-82C9-4230-9110-FE9EF5B7298A}" vid="{17C4185C-391F-465B-B73E-6409395C8CF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AF7B55763AC04D8A3B0ABBB9CA5EAD" ma:contentTypeVersion="13" ma:contentTypeDescription="Create a new document." ma:contentTypeScope="" ma:versionID="524c6f00767030e11b1f9fb8f42e3e24">
  <xsd:schema xmlns:xsd="http://www.w3.org/2001/XMLSchema" xmlns:xs="http://www.w3.org/2001/XMLSchema" xmlns:p="http://schemas.microsoft.com/office/2006/metadata/properties" xmlns:ns2="ff1164b9-8404-4a11-944d-a66dc0905b39" xmlns:ns3="955cd8cc-8948-4622-be1e-30a3aae7cec6" targetNamespace="http://schemas.microsoft.com/office/2006/metadata/properties" ma:root="true" ma:fieldsID="c675edb978621a624526a7c3a33bdf6b" ns2:_="" ns3:_="">
    <xsd:import namespace="ff1164b9-8404-4a11-944d-a66dc0905b39"/>
    <xsd:import namespace="955cd8cc-8948-4622-be1e-30a3aae7ce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1164b9-8404-4a11-944d-a66dc0905b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3ef62f9-2e07-484b-bd79-00aec90129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5cd8cc-8948-4622-be1e-30a3aae7cec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be6fba3-34cf-4f93-8a96-21786e4225a1}" ma:internalName="TaxCatchAll" ma:showField="CatchAllData" ma:web="955cd8cc-8948-4622-be1e-30a3aae7ce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55cd8cc-8948-4622-be1e-30a3aae7cec6" xsi:nil="true"/>
    <lcf76f155ced4ddcb4097134ff3c332f xmlns="ff1164b9-8404-4a11-944d-a66dc0905b3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DE20C06-1202-4F50-A17E-4C784BA531D3}">
  <ds:schemaRefs>
    <ds:schemaRef ds:uri="955cd8cc-8948-4622-be1e-30a3aae7cec6"/>
    <ds:schemaRef ds:uri="ff1164b9-8404-4a11-944d-a66dc0905b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CA8F098-A0CE-494A-874C-209E3FA135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DCF8CF-9385-4BEB-89F3-1B7B19A5D597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dcmitype/"/>
    <ds:schemaRef ds:uri="955cd8cc-8948-4622-be1e-30a3aae7cec6"/>
    <ds:schemaRef ds:uri="http://purl.org/dc/elements/1.1/"/>
    <ds:schemaRef ds:uri="ff1164b9-8404-4a11-944d-a66dc0905b39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712</Words>
  <Application>Microsoft Office PowerPoint</Application>
  <PresentationFormat>Widescreen</PresentationFormat>
  <Paragraphs>58</Paragraphs>
  <Slides>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Arial</vt:lpstr>
      <vt:lpstr>EYInterstate</vt:lpstr>
      <vt:lpstr>EYInterstate Light</vt:lpstr>
      <vt:lpstr>Georgia</vt:lpstr>
      <vt:lpstr>Georgia Pro</vt:lpstr>
      <vt:lpstr>Wingdings</vt:lpstr>
      <vt:lpstr>3_EY-Parthenon light background</vt:lpstr>
      <vt:lpstr>EY_2025_Customscolors_AC</vt:lpstr>
      <vt:lpstr>think-cell Slide</vt:lpstr>
      <vt:lpstr>Company X Business Diversification</vt:lpstr>
      <vt:lpstr>A four-stage analytical tool turns granular market data into targeted, scalable sales action</vt:lpstr>
      <vt:lpstr>PowerPoint Presentation</vt:lpstr>
    </vt:vector>
  </TitlesOfParts>
  <Company>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Megha Sharma</dc:creator>
  <cp:lastModifiedBy>Yash Mishra</cp:lastModifiedBy>
  <cp:revision>3</cp:revision>
  <dcterms:created xsi:type="dcterms:W3CDTF">2026-08-18T04:55:06Z</dcterms:created>
  <dcterms:modified xsi:type="dcterms:W3CDTF">2026-08-26T12:47:53Z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0x01010089AF7B55763AC04D8A3B0ABBB9CA5EAD</vt:lpwstr>
  </property>
  <property fmtid="{D5CDD505-2E9C-101B-9397-08002B2CF9AE}" pid="3" name="MediaServiceImageTags">
    <vt:lpwstr/>
  </property>
</Properties>
</file>